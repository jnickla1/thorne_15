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8" r:id="rId2"/>
  </p:sldIdLst>
  <p:sldSz cx="502920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5200"/>
    <a:srgbClr val="BBBBB9"/>
    <a:srgbClr val="9B9C97"/>
    <a:srgbClr val="AAABA6"/>
    <a:srgbClr val="808080"/>
    <a:srgbClr val="938F8B"/>
    <a:srgbClr val="91999F"/>
    <a:srgbClr val="3A6287"/>
    <a:srgbClr val="ECDBC9"/>
    <a:srgbClr val="7983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395"/>
    <p:restoredTop sz="96327"/>
  </p:normalViewPr>
  <p:slideViewPr>
    <p:cSldViewPr snapToGrid="0">
      <p:cViewPr varScale="1">
        <p:scale>
          <a:sx n="26" d="100"/>
          <a:sy n="26" d="100"/>
        </p:scale>
        <p:origin x="2008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1900" y="5387342"/>
            <a:ext cx="4274820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0" y="17289782"/>
            <a:ext cx="377190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6349B-033D-F544-9B2B-DA796A3C1F03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04D-CC56-FA44-A878-AE2FB2627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901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6349B-033D-F544-9B2B-DA796A3C1F03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04D-CC56-FA44-A878-AE2FB2627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304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1384" y="8206749"/>
            <a:ext cx="4337685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1384" y="22029429"/>
            <a:ext cx="4337685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6349B-033D-F544-9B2B-DA796A3C1F03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04D-CC56-FA44-A878-AE2FB2627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74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57575" y="8763000"/>
            <a:ext cx="2137410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460325" y="8763000"/>
            <a:ext cx="2137410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6349B-033D-F544-9B2B-DA796A3C1F03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04D-CC56-FA44-A878-AE2FB2627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147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26" y="1752607"/>
            <a:ext cx="4337685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4131" y="8069582"/>
            <a:ext cx="21275870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4131" y="12024360"/>
            <a:ext cx="21275870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460328" y="8069582"/>
            <a:ext cx="21380651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460328" y="12024360"/>
            <a:ext cx="21380651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6349B-033D-F544-9B2B-DA796A3C1F03}" type="datetimeFigureOut">
              <a:rPr lang="en-US" smtClean="0"/>
              <a:t>8/6/26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04D-CC56-FA44-A878-AE2FB2627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45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6349B-033D-F544-9B2B-DA796A3C1F03}" type="datetimeFigureOut">
              <a:rPr lang="en-US" smtClean="0"/>
              <a:t>8/6/26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04D-CC56-FA44-A878-AE2FB2627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142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6349B-033D-F544-9B2B-DA796A3C1F03}" type="datetimeFigureOut">
              <a:rPr lang="en-US" smtClean="0"/>
              <a:t>8/6/26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04D-CC56-FA44-A878-AE2FB2627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348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26" y="2194560"/>
            <a:ext cx="16220479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80651" y="4739647"/>
            <a:ext cx="25460325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26" y="9875520"/>
            <a:ext cx="16220479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6349B-033D-F544-9B2B-DA796A3C1F03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04D-CC56-FA44-A878-AE2FB2627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863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26" y="2194560"/>
            <a:ext cx="16220479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380651" y="4739647"/>
            <a:ext cx="25460325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26" y="9875520"/>
            <a:ext cx="16220479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6349B-033D-F544-9B2B-DA796A3C1F03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04D-CC56-FA44-A878-AE2FB2627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02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6349B-033D-F544-9B2B-DA796A3C1F03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04D-CC56-FA44-A878-AE2FB2627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283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990215" y="1752600"/>
            <a:ext cx="10844213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57578" y="1752600"/>
            <a:ext cx="31903988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6349B-033D-F544-9B2B-DA796A3C1F03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04D-CC56-FA44-A878-AE2FB2627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942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57575" y="1752607"/>
            <a:ext cx="4337685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7575" y="8763000"/>
            <a:ext cx="4337685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57575" y="30510487"/>
            <a:ext cx="1131570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E6349B-033D-F544-9B2B-DA796A3C1F03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59225" y="30510487"/>
            <a:ext cx="1697355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18725" y="30510487"/>
            <a:ext cx="1131570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D3B04D-CC56-FA44-A878-AE2FB2627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727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Picture 245" descr="A graph of linear graphs&#10;&#10;Description automatically generated with medium confidence">
            <a:extLst>
              <a:ext uri="{FF2B5EF4-FFF2-40B4-BE49-F238E27FC236}">
                <a16:creationId xmlns:a16="http://schemas.microsoft.com/office/drawing/2014/main" id="{5635CF10-B6A3-5A2D-B661-C8D904CFD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6550" y="2235157"/>
            <a:ext cx="12114950" cy="30287375"/>
          </a:xfrm>
          <a:prstGeom prst="rect">
            <a:avLst/>
          </a:prstGeom>
        </p:spPr>
      </p:pic>
      <p:sp>
        <p:nvSpPr>
          <p:cNvPr id="214" name="Sun">
            <a:extLst>
              <a:ext uri="{FF2B5EF4-FFF2-40B4-BE49-F238E27FC236}">
                <a16:creationId xmlns:a16="http://schemas.microsoft.com/office/drawing/2014/main" id="{6AE1F3BA-389B-1AD5-05F1-C5BFEEF0D137}"/>
              </a:ext>
            </a:extLst>
          </p:cNvPr>
          <p:cNvSpPr/>
          <p:nvPr/>
        </p:nvSpPr>
        <p:spPr>
          <a:xfrm>
            <a:off x="13686672" y="11532186"/>
            <a:ext cx="1276658" cy="12766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8912" y="3909"/>
                </a:lnTo>
                <a:cubicBezTo>
                  <a:pt x="9458" y="3767"/>
                  <a:pt x="10107" y="3684"/>
                  <a:pt x="10795" y="3684"/>
                </a:cubicBezTo>
                <a:cubicBezTo>
                  <a:pt x="11488" y="3684"/>
                  <a:pt x="12138" y="3766"/>
                  <a:pt x="12695" y="3914"/>
                </a:cubicBezTo>
                <a:lnTo>
                  <a:pt x="10800" y="0"/>
                </a:lnTo>
                <a:close/>
                <a:moveTo>
                  <a:pt x="18430" y="3160"/>
                </a:moveTo>
                <a:lnTo>
                  <a:pt x="14332" y="4591"/>
                </a:lnTo>
                <a:cubicBezTo>
                  <a:pt x="14828" y="4880"/>
                  <a:pt x="15340" y="5278"/>
                  <a:pt x="15826" y="5764"/>
                </a:cubicBezTo>
                <a:cubicBezTo>
                  <a:pt x="16317" y="6255"/>
                  <a:pt x="16717" y="6774"/>
                  <a:pt x="17006" y="7265"/>
                </a:cubicBezTo>
                <a:lnTo>
                  <a:pt x="18430" y="3160"/>
                </a:lnTo>
                <a:close/>
                <a:moveTo>
                  <a:pt x="3160" y="3172"/>
                </a:moveTo>
                <a:lnTo>
                  <a:pt x="4591" y="7270"/>
                </a:lnTo>
                <a:cubicBezTo>
                  <a:pt x="4880" y="6773"/>
                  <a:pt x="5278" y="6260"/>
                  <a:pt x="5764" y="5774"/>
                </a:cubicBezTo>
                <a:cubicBezTo>
                  <a:pt x="6255" y="5283"/>
                  <a:pt x="6774" y="4885"/>
                  <a:pt x="7265" y="4596"/>
                </a:cubicBezTo>
                <a:lnTo>
                  <a:pt x="3160" y="3172"/>
                </a:lnTo>
                <a:close/>
                <a:moveTo>
                  <a:pt x="10800" y="4661"/>
                </a:moveTo>
                <a:cubicBezTo>
                  <a:pt x="7400" y="4661"/>
                  <a:pt x="4633" y="7427"/>
                  <a:pt x="4633" y="10827"/>
                </a:cubicBezTo>
                <a:cubicBezTo>
                  <a:pt x="4633" y="14227"/>
                  <a:pt x="7400" y="16994"/>
                  <a:pt x="10800" y="16994"/>
                </a:cubicBezTo>
                <a:cubicBezTo>
                  <a:pt x="14200" y="16994"/>
                  <a:pt x="16967" y="14227"/>
                  <a:pt x="16967" y="10827"/>
                </a:cubicBezTo>
                <a:cubicBezTo>
                  <a:pt x="16967" y="7427"/>
                  <a:pt x="14200" y="4661"/>
                  <a:pt x="10800" y="4661"/>
                </a:cubicBezTo>
                <a:close/>
                <a:moveTo>
                  <a:pt x="3914" y="8907"/>
                </a:moveTo>
                <a:lnTo>
                  <a:pt x="0" y="10800"/>
                </a:lnTo>
                <a:lnTo>
                  <a:pt x="3909" y="12688"/>
                </a:lnTo>
                <a:cubicBezTo>
                  <a:pt x="3767" y="12137"/>
                  <a:pt x="3684" y="11493"/>
                  <a:pt x="3684" y="10805"/>
                </a:cubicBezTo>
                <a:cubicBezTo>
                  <a:pt x="3684" y="10112"/>
                  <a:pt x="3766" y="9464"/>
                  <a:pt x="3914" y="8907"/>
                </a:cubicBezTo>
                <a:close/>
                <a:moveTo>
                  <a:pt x="17693" y="8907"/>
                </a:moveTo>
                <a:cubicBezTo>
                  <a:pt x="17835" y="9458"/>
                  <a:pt x="17916" y="10102"/>
                  <a:pt x="17916" y="10790"/>
                </a:cubicBezTo>
                <a:cubicBezTo>
                  <a:pt x="17916" y="11483"/>
                  <a:pt x="17835" y="12131"/>
                  <a:pt x="17688" y="12688"/>
                </a:cubicBezTo>
                <a:lnTo>
                  <a:pt x="21600" y="10795"/>
                </a:lnTo>
                <a:lnTo>
                  <a:pt x="17693" y="8907"/>
                </a:lnTo>
                <a:close/>
                <a:moveTo>
                  <a:pt x="17011" y="14332"/>
                </a:moveTo>
                <a:cubicBezTo>
                  <a:pt x="16722" y="14828"/>
                  <a:pt x="16323" y="15340"/>
                  <a:pt x="15838" y="15826"/>
                </a:cubicBezTo>
                <a:cubicBezTo>
                  <a:pt x="15346" y="16317"/>
                  <a:pt x="14828" y="16717"/>
                  <a:pt x="14337" y="17006"/>
                </a:cubicBezTo>
                <a:lnTo>
                  <a:pt x="18440" y="18430"/>
                </a:lnTo>
                <a:lnTo>
                  <a:pt x="17011" y="14332"/>
                </a:lnTo>
                <a:close/>
                <a:moveTo>
                  <a:pt x="4596" y="14337"/>
                </a:moveTo>
                <a:lnTo>
                  <a:pt x="3172" y="18440"/>
                </a:lnTo>
                <a:lnTo>
                  <a:pt x="7270" y="17011"/>
                </a:lnTo>
                <a:cubicBezTo>
                  <a:pt x="6773" y="16722"/>
                  <a:pt x="6260" y="16323"/>
                  <a:pt x="5774" y="15838"/>
                </a:cubicBezTo>
                <a:cubicBezTo>
                  <a:pt x="5283" y="15346"/>
                  <a:pt x="4885" y="14828"/>
                  <a:pt x="4596" y="14337"/>
                </a:cubicBezTo>
                <a:close/>
                <a:moveTo>
                  <a:pt x="8907" y="17688"/>
                </a:moveTo>
                <a:lnTo>
                  <a:pt x="10800" y="21600"/>
                </a:lnTo>
                <a:lnTo>
                  <a:pt x="12688" y="17693"/>
                </a:lnTo>
                <a:cubicBezTo>
                  <a:pt x="12142" y="17835"/>
                  <a:pt x="11493" y="17916"/>
                  <a:pt x="10805" y="17916"/>
                </a:cubicBezTo>
                <a:cubicBezTo>
                  <a:pt x="10112" y="17916"/>
                  <a:pt x="9464" y="17835"/>
                  <a:pt x="8907" y="17688"/>
                </a:cubicBezTo>
                <a:close/>
              </a:path>
            </a:pathLst>
          </a:custGeom>
          <a:solidFill>
            <a:srgbClr val="FFD479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3" name="Sun">
            <a:extLst>
              <a:ext uri="{FF2B5EF4-FFF2-40B4-BE49-F238E27FC236}">
                <a16:creationId xmlns:a16="http://schemas.microsoft.com/office/drawing/2014/main" id="{EAE4B23F-6669-E226-C5F3-2F021D2B7DEE}"/>
              </a:ext>
            </a:extLst>
          </p:cNvPr>
          <p:cNvSpPr/>
          <p:nvPr/>
        </p:nvSpPr>
        <p:spPr>
          <a:xfrm>
            <a:off x="14323774" y="5079109"/>
            <a:ext cx="1276658" cy="12766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8912" y="3909"/>
                </a:lnTo>
                <a:cubicBezTo>
                  <a:pt x="9458" y="3767"/>
                  <a:pt x="10107" y="3684"/>
                  <a:pt x="10795" y="3684"/>
                </a:cubicBezTo>
                <a:cubicBezTo>
                  <a:pt x="11488" y="3684"/>
                  <a:pt x="12138" y="3766"/>
                  <a:pt x="12695" y="3914"/>
                </a:cubicBezTo>
                <a:lnTo>
                  <a:pt x="10800" y="0"/>
                </a:lnTo>
                <a:close/>
                <a:moveTo>
                  <a:pt x="18430" y="3160"/>
                </a:moveTo>
                <a:lnTo>
                  <a:pt x="14332" y="4591"/>
                </a:lnTo>
                <a:cubicBezTo>
                  <a:pt x="14828" y="4880"/>
                  <a:pt x="15340" y="5278"/>
                  <a:pt x="15826" y="5764"/>
                </a:cubicBezTo>
                <a:cubicBezTo>
                  <a:pt x="16317" y="6255"/>
                  <a:pt x="16717" y="6774"/>
                  <a:pt x="17006" y="7265"/>
                </a:cubicBezTo>
                <a:lnTo>
                  <a:pt x="18430" y="3160"/>
                </a:lnTo>
                <a:close/>
                <a:moveTo>
                  <a:pt x="3160" y="3172"/>
                </a:moveTo>
                <a:lnTo>
                  <a:pt x="4591" y="7270"/>
                </a:lnTo>
                <a:cubicBezTo>
                  <a:pt x="4880" y="6773"/>
                  <a:pt x="5278" y="6260"/>
                  <a:pt x="5764" y="5774"/>
                </a:cubicBezTo>
                <a:cubicBezTo>
                  <a:pt x="6255" y="5283"/>
                  <a:pt x="6774" y="4885"/>
                  <a:pt x="7265" y="4596"/>
                </a:cubicBezTo>
                <a:lnTo>
                  <a:pt x="3160" y="3172"/>
                </a:lnTo>
                <a:close/>
                <a:moveTo>
                  <a:pt x="10800" y="4661"/>
                </a:moveTo>
                <a:cubicBezTo>
                  <a:pt x="7400" y="4661"/>
                  <a:pt x="4633" y="7427"/>
                  <a:pt x="4633" y="10827"/>
                </a:cubicBezTo>
                <a:cubicBezTo>
                  <a:pt x="4633" y="14227"/>
                  <a:pt x="7400" y="16994"/>
                  <a:pt x="10800" y="16994"/>
                </a:cubicBezTo>
                <a:cubicBezTo>
                  <a:pt x="14200" y="16994"/>
                  <a:pt x="16967" y="14227"/>
                  <a:pt x="16967" y="10827"/>
                </a:cubicBezTo>
                <a:cubicBezTo>
                  <a:pt x="16967" y="7427"/>
                  <a:pt x="14200" y="4661"/>
                  <a:pt x="10800" y="4661"/>
                </a:cubicBezTo>
                <a:close/>
                <a:moveTo>
                  <a:pt x="3914" y="8907"/>
                </a:moveTo>
                <a:lnTo>
                  <a:pt x="0" y="10800"/>
                </a:lnTo>
                <a:lnTo>
                  <a:pt x="3909" y="12688"/>
                </a:lnTo>
                <a:cubicBezTo>
                  <a:pt x="3767" y="12137"/>
                  <a:pt x="3684" y="11493"/>
                  <a:pt x="3684" y="10805"/>
                </a:cubicBezTo>
                <a:cubicBezTo>
                  <a:pt x="3684" y="10112"/>
                  <a:pt x="3766" y="9464"/>
                  <a:pt x="3914" y="8907"/>
                </a:cubicBezTo>
                <a:close/>
                <a:moveTo>
                  <a:pt x="17693" y="8907"/>
                </a:moveTo>
                <a:cubicBezTo>
                  <a:pt x="17835" y="9458"/>
                  <a:pt x="17916" y="10102"/>
                  <a:pt x="17916" y="10790"/>
                </a:cubicBezTo>
                <a:cubicBezTo>
                  <a:pt x="17916" y="11483"/>
                  <a:pt x="17835" y="12131"/>
                  <a:pt x="17688" y="12688"/>
                </a:cubicBezTo>
                <a:lnTo>
                  <a:pt x="21600" y="10795"/>
                </a:lnTo>
                <a:lnTo>
                  <a:pt x="17693" y="8907"/>
                </a:lnTo>
                <a:close/>
                <a:moveTo>
                  <a:pt x="17011" y="14332"/>
                </a:moveTo>
                <a:cubicBezTo>
                  <a:pt x="16722" y="14828"/>
                  <a:pt x="16323" y="15340"/>
                  <a:pt x="15838" y="15826"/>
                </a:cubicBezTo>
                <a:cubicBezTo>
                  <a:pt x="15346" y="16317"/>
                  <a:pt x="14828" y="16717"/>
                  <a:pt x="14337" y="17006"/>
                </a:cubicBezTo>
                <a:lnTo>
                  <a:pt x="18440" y="18430"/>
                </a:lnTo>
                <a:lnTo>
                  <a:pt x="17011" y="14332"/>
                </a:lnTo>
                <a:close/>
                <a:moveTo>
                  <a:pt x="4596" y="14337"/>
                </a:moveTo>
                <a:lnTo>
                  <a:pt x="3172" y="18440"/>
                </a:lnTo>
                <a:lnTo>
                  <a:pt x="7270" y="17011"/>
                </a:lnTo>
                <a:cubicBezTo>
                  <a:pt x="6773" y="16722"/>
                  <a:pt x="6260" y="16323"/>
                  <a:pt x="5774" y="15838"/>
                </a:cubicBezTo>
                <a:cubicBezTo>
                  <a:pt x="5283" y="15346"/>
                  <a:pt x="4885" y="14828"/>
                  <a:pt x="4596" y="14337"/>
                </a:cubicBezTo>
                <a:close/>
                <a:moveTo>
                  <a:pt x="8907" y="17688"/>
                </a:moveTo>
                <a:lnTo>
                  <a:pt x="10800" y="21600"/>
                </a:lnTo>
                <a:lnTo>
                  <a:pt x="12688" y="17693"/>
                </a:lnTo>
                <a:cubicBezTo>
                  <a:pt x="12142" y="17835"/>
                  <a:pt x="11493" y="17916"/>
                  <a:pt x="10805" y="17916"/>
                </a:cubicBezTo>
                <a:cubicBezTo>
                  <a:pt x="10112" y="17916"/>
                  <a:pt x="9464" y="17835"/>
                  <a:pt x="8907" y="17688"/>
                </a:cubicBezTo>
                <a:close/>
              </a:path>
            </a:pathLst>
          </a:custGeom>
          <a:solidFill>
            <a:srgbClr val="FFD479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7C0BC5A9-D66E-D868-97D3-885476739134}"/>
              </a:ext>
            </a:extLst>
          </p:cNvPr>
          <p:cNvCxnSpPr>
            <a:cxnSpLocks/>
          </p:cNvCxnSpPr>
          <p:nvPr/>
        </p:nvCxnSpPr>
        <p:spPr>
          <a:xfrm>
            <a:off x="18362674" y="13785212"/>
            <a:ext cx="1760116" cy="0"/>
          </a:xfrm>
          <a:prstGeom prst="line">
            <a:avLst/>
          </a:prstGeom>
          <a:ln w="66675" cmpd="tri">
            <a:solidFill>
              <a:srgbClr val="945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3657BB49-1F53-F446-06D6-4AF20206C5F3}"/>
              </a:ext>
            </a:extLst>
          </p:cNvPr>
          <p:cNvCxnSpPr/>
          <p:nvPr/>
        </p:nvCxnSpPr>
        <p:spPr>
          <a:xfrm>
            <a:off x="19544767" y="7282154"/>
            <a:ext cx="2957205" cy="0"/>
          </a:xfrm>
          <a:prstGeom prst="line">
            <a:avLst/>
          </a:prstGeom>
          <a:ln w="66675" cmpd="tri">
            <a:solidFill>
              <a:srgbClr val="945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Line">
            <a:extLst>
              <a:ext uri="{FF2B5EF4-FFF2-40B4-BE49-F238E27FC236}">
                <a16:creationId xmlns:a16="http://schemas.microsoft.com/office/drawing/2014/main" id="{BCDEB0DE-5B43-D81A-772C-0B438775E1F5}"/>
              </a:ext>
            </a:extLst>
          </p:cNvPr>
          <p:cNvSpPr/>
          <p:nvPr/>
        </p:nvSpPr>
        <p:spPr>
          <a:xfrm flipV="1">
            <a:off x="18062323" y="11916095"/>
            <a:ext cx="578250" cy="2462481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" name="Land">
            <a:extLst>
              <a:ext uri="{FF2B5EF4-FFF2-40B4-BE49-F238E27FC236}">
                <a16:creationId xmlns:a16="http://schemas.microsoft.com/office/drawing/2014/main" id="{B9083E31-E600-3F57-CD11-DF6384FA1FCA}"/>
              </a:ext>
            </a:extLst>
          </p:cNvPr>
          <p:cNvSpPr/>
          <p:nvPr/>
        </p:nvSpPr>
        <p:spPr>
          <a:xfrm>
            <a:off x="14518463" y="8216038"/>
            <a:ext cx="3205636" cy="831646"/>
          </a:xfrm>
          <a:prstGeom prst="rect">
            <a:avLst/>
          </a:prstGeom>
          <a:solidFill>
            <a:srgbClr val="00905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 algn="ctr" defTabSz="412750" hangingPunct="0"/>
            <a:r>
              <a:rPr sz="2800" kern="0" dirty="0"/>
              <a:t>Land</a:t>
            </a:r>
          </a:p>
        </p:txBody>
      </p:sp>
      <p:sp>
        <p:nvSpPr>
          <p:cNvPr id="10" name="Surface Ocean">
            <a:extLst>
              <a:ext uri="{FF2B5EF4-FFF2-40B4-BE49-F238E27FC236}">
                <a16:creationId xmlns:a16="http://schemas.microsoft.com/office/drawing/2014/main" id="{FD8CE391-66AC-794A-5E7E-6CE1D8FB6AC3}"/>
              </a:ext>
            </a:extLst>
          </p:cNvPr>
          <p:cNvSpPr/>
          <p:nvPr/>
        </p:nvSpPr>
        <p:spPr>
          <a:xfrm>
            <a:off x="17722576" y="8216038"/>
            <a:ext cx="4349004" cy="831646"/>
          </a:xfrm>
          <a:prstGeom prst="rect">
            <a:avLst/>
          </a:prstGeom>
          <a:solidFill>
            <a:schemeClr val="accent1">
              <a:hueOff val="114395"/>
              <a:lumOff val="-24975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 algn="ctr" defTabSz="412750" hangingPunct="0"/>
            <a:r>
              <a:rPr sz="2800" kern="0" dirty="0"/>
              <a:t>Surface Ocean</a:t>
            </a:r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0D06A07A-D737-BBA8-1D17-9078636785BB}"/>
              </a:ext>
            </a:extLst>
          </p:cNvPr>
          <p:cNvSpPr/>
          <p:nvPr/>
        </p:nvSpPr>
        <p:spPr>
          <a:xfrm>
            <a:off x="14518462" y="8217579"/>
            <a:ext cx="7556645" cy="828564"/>
          </a:xfrm>
          <a:prstGeom prst="rect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000000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Deep Ocean">
            <a:extLst>
              <a:ext uri="{FF2B5EF4-FFF2-40B4-BE49-F238E27FC236}">
                <a16:creationId xmlns:a16="http://schemas.microsoft.com/office/drawing/2014/main" id="{D9516459-94C8-AC0C-2B55-46CCD7590135}"/>
              </a:ext>
            </a:extLst>
          </p:cNvPr>
          <p:cNvSpPr/>
          <p:nvPr/>
        </p:nvSpPr>
        <p:spPr>
          <a:xfrm>
            <a:off x="15209565" y="9111069"/>
            <a:ext cx="6862015" cy="1804170"/>
          </a:xfrm>
          <a:prstGeom prst="rect">
            <a:avLst/>
          </a:prstGeom>
          <a:solidFill>
            <a:schemeClr val="accent1">
              <a:hueOff val="114395"/>
              <a:lumOff val="-24975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 algn="ctr" defTabSz="412750" hangingPunct="0"/>
            <a:r>
              <a:rPr lang="en-US" sz="2800" kern="0" dirty="0"/>
              <a:t>Deep</a:t>
            </a:r>
            <a:r>
              <a:rPr sz="2800" kern="0" dirty="0"/>
              <a:t> Ocean</a:t>
            </a:r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30029029-1F48-82B9-9DA9-E103577BD274}"/>
              </a:ext>
            </a:extLst>
          </p:cNvPr>
          <p:cNvSpPr/>
          <p:nvPr/>
        </p:nvSpPr>
        <p:spPr>
          <a:xfrm>
            <a:off x="15340287" y="5964823"/>
            <a:ext cx="1027734" cy="607173"/>
          </a:xfrm>
          <a:prstGeom prst="line">
            <a:avLst/>
          </a:prstGeom>
          <a:ln w="127000">
            <a:solidFill>
              <a:schemeClr val="accent1">
                <a:lumMod val="60000"/>
                <a:lumOff val="40000"/>
              </a:schemeClr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" name="Line">
            <a:extLst>
              <a:ext uri="{FF2B5EF4-FFF2-40B4-BE49-F238E27FC236}">
                <a16:creationId xmlns:a16="http://schemas.microsoft.com/office/drawing/2014/main" id="{C8B33BD4-6F7A-2D41-9721-A7622DBB07E1}"/>
              </a:ext>
            </a:extLst>
          </p:cNvPr>
          <p:cNvSpPr/>
          <p:nvPr/>
        </p:nvSpPr>
        <p:spPr>
          <a:xfrm>
            <a:off x="16436708" y="6628653"/>
            <a:ext cx="1027734" cy="607173"/>
          </a:xfrm>
          <a:prstGeom prst="line">
            <a:avLst/>
          </a:prstGeom>
          <a:ln w="127000">
            <a:solidFill>
              <a:schemeClr val="accent1">
                <a:lumMod val="60000"/>
                <a:lumOff val="40000"/>
              </a:schemeClr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" name="Line">
            <a:extLst>
              <a:ext uri="{FF2B5EF4-FFF2-40B4-BE49-F238E27FC236}">
                <a16:creationId xmlns:a16="http://schemas.microsoft.com/office/drawing/2014/main" id="{AD153010-BF67-6B01-323E-E758B66992F5}"/>
              </a:ext>
            </a:extLst>
          </p:cNvPr>
          <p:cNvSpPr/>
          <p:nvPr/>
        </p:nvSpPr>
        <p:spPr>
          <a:xfrm>
            <a:off x="17533129" y="7310140"/>
            <a:ext cx="1027733" cy="607173"/>
          </a:xfrm>
          <a:prstGeom prst="line">
            <a:avLst/>
          </a:prstGeom>
          <a:ln w="127000">
            <a:solidFill>
              <a:schemeClr val="accent1">
                <a:lumMod val="60000"/>
                <a:lumOff val="40000"/>
              </a:schemeClr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" name="Line">
            <a:extLst>
              <a:ext uri="{FF2B5EF4-FFF2-40B4-BE49-F238E27FC236}">
                <a16:creationId xmlns:a16="http://schemas.microsoft.com/office/drawing/2014/main" id="{4693F931-6F9B-E987-083E-31FCDA41BC60}"/>
              </a:ext>
            </a:extLst>
          </p:cNvPr>
          <p:cNvSpPr/>
          <p:nvPr/>
        </p:nvSpPr>
        <p:spPr>
          <a:xfrm flipV="1">
            <a:off x="19456171" y="7340072"/>
            <a:ext cx="843137" cy="509460"/>
          </a:xfrm>
          <a:prstGeom prst="line">
            <a:avLst/>
          </a:prstGeom>
          <a:ln w="127000">
            <a:solidFill>
              <a:schemeClr val="accent2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9B04497B-B674-3B82-53FC-E6E1CA225BE1}"/>
              </a:ext>
            </a:extLst>
          </p:cNvPr>
          <p:cNvSpPr/>
          <p:nvPr/>
        </p:nvSpPr>
        <p:spPr>
          <a:xfrm flipV="1">
            <a:off x="20365168" y="6731396"/>
            <a:ext cx="910632" cy="550757"/>
          </a:xfrm>
          <a:prstGeom prst="line">
            <a:avLst/>
          </a:prstGeom>
          <a:ln w="127000">
            <a:solidFill>
              <a:schemeClr val="accent2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FE12EBCC-4AE6-B522-C675-975F64CE340B}"/>
              </a:ext>
            </a:extLst>
          </p:cNvPr>
          <p:cNvSpPr/>
          <p:nvPr/>
        </p:nvSpPr>
        <p:spPr>
          <a:xfrm>
            <a:off x="15949929" y="6599801"/>
            <a:ext cx="1118786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" name="Line">
            <a:extLst>
              <a:ext uri="{FF2B5EF4-FFF2-40B4-BE49-F238E27FC236}">
                <a16:creationId xmlns:a16="http://schemas.microsoft.com/office/drawing/2014/main" id="{8410281A-5410-8140-E3FA-7D7982116D74}"/>
              </a:ext>
            </a:extLst>
          </p:cNvPr>
          <p:cNvSpPr/>
          <p:nvPr/>
        </p:nvSpPr>
        <p:spPr>
          <a:xfrm flipV="1">
            <a:off x="18791349" y="5835161"/>
            <a:ext cx="724715" cy="1930543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" name="Shape">
            <a:extLst>
              <a:ext uri="{FF2B5EF4-FFF2-40B4-BE49-F238E27FC236}">
                <a16:creationId xmlns:a16="http://schemas.microsoft.com/office/drawing/2014/main" id="{1E586D37-9D4A-3DE7-1625-00BC07FB4A12}"/>
              </a:ext>
            </a:extLst>
          </p:cNvPr>
          <p:cNvSpPr/>
          <p:nvPr/>
        </p:nvSpPr>
        <p:spPr>
          <a:xfrm>
            <a:off x="17668788" y="6879456"/>
            <a:ext cx="591566" cy="2093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80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76200">
            <a:solidFill>
              <a:srgbClr val="5E5E5E"/>
            </a:solidFill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Shape">
            <a:extLst>
              <a:ext uri="{FF2B5EF4-FFF2-40B4-BE49-F238E27FC236}">
                <a16:creationId xmlns:a16="http://schemas.microsoft.com/office/drawing/2014/main" id="{C94692F5-1635-8EFC-2DF7-DB6A4BE99B2A}"/>
              </a:ext>
            </a:extLst>
          </p:cNvPr>
          <p:cNvSpPr/>
          <p:nvPr/>
        </p:nvSpPr>
        <p:spPr>
          <a:xfrm>
            <a:off x="16743485" y="7228643"/>
            <a:ext cx="591566" cy="2093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80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76200">
            <a:solidFill>
              <a:srgbClr val="5E5E5E"/>
            </a:solidFill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Volcano">
            <a:extLst>
              <a:ext uri="{FF2B5EF4-FFF2-40B4-BE49-F238E27FC236}">
                <a16:creationId xmlns:a16="http://schemas.microsoft.com/office/drawing/2014/main" id="{C0452E66-C282-5245-1432-AB1908E42054}"/>
              </a:ext>
            </a:extLst>
          </p:cNvPr>
          <p:cNvSpPr/>
          <p:nvPr/>
        </p:nvSpPr>
        <p:spPr>
          <a:xfrm>
            <a:off x="15560809" y="7821461"/>
            <a:ext cx="766355" cy="3294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53" y="0"/>
                </a:moveTo>
                <a:cubicBezTo>
                  <a:pt x="9378" y="0"/>
                  <a:pt x="9303" y="84"/>
                  <a:pt x="9260" y="235"/>
                </a:cubicBezTo>
                <a:cubicBezTo>
                  <a:pt x="5303" y="13781"/>
                  <a:pt x="0" y="21600"/>
                  <a:pt x="0" y="21600"/>
                </a:cubicBezTo>
                <a:lnTo>
                  <a:pt x="21600" y="21600"/>
                </a:lnTo>
                <a:cubicBezTo>
                  <a:pt x="21600" y="21600"/>
                  <a:pt x="16303" y="13781"/>
                  <a:pt x="12340" y="235"/>
                </a:cubicBezTo>
                <a:cubicBezTo>
                  <a:pt x="12297" y="84"/>
                  <a:pt x="12227" y="0"/>
                  <a:pt x="12147" y="0"/>
                </a:cubicBezTo>
                <a:lnTo>
                  <a:pt x="9453" y="0"/>
                </a:lnTo>
                <a:close/>
                <a:moveTo>
                  <a:pt x="9759" y="1223"/>
                </a:moveTo>
                <a:lnTo>
                  <a:pt x="11856" y="1223"/>
                </a:lnTo>
                <a:cubicBezTo>
                  <a:pt x="11931" y="1223"/>
                  <a:pt x="12002" y="1312"/>
                  <a:pt x="12039" y="1462"/>
                </a:cubicBezTo>
                <a:cubicBezTo>
                  <a:pt x="12346" y="2588"/>
                  <a:pt x="12765" y="4040"/>
                  <a:pt x="13034" y="4753"/>
                </a:cubicBezTo>
                <a:cubicBezTo>
                  <a:pt x="13276" y="5391"/>
                  <a:pt x="12921" y="5903"/>
                  <a:pt x="12684" y="5390"/>
                </a:cubicBezTo>
                <a:cubicBezTo>
                  <a:pt x="12475" y="4927"/>
                  <a:pt x="12270" y="4251"/>
                  <a:pt x="12147" y="3838"/>
                </a:cubicBezTo>
                <a:cubicBezTo>
                  <a:pt x="12012" y="3401"/>
                  <a:pt x="11803" y="3587"/>
                  <a:pt x="11846" y="4100"/>
                </a:cubicBezTo>
                <a:cubicBezTo>
                  <a:pt x="11943" y="5276"/>
                  <a:pt x="12416" y="8667"/>
                  <a:pt x="12540" y="9530"/>
                </a:cubicBezTo>
                <a:cubicBezTo>
                  <a:pt x="12669" y="10393"/>
                  <a:pt x="12260" y="10619"/>
                  <a:pt x="12147" y="9944"/>
                </a:cubicBezTo>
                <a:cubicBezTo>
                  <a:pt x="11889" y="8405"/>
                  <a:pt x="11454" y="4966"/>
                  <a:pt x="11303" y="3315"/>
                </a:cubicBezTo>
                <a:cubicBezTo>
                  <a:pt x="11260" y="2802"/>
                  <a:pt x="10974" y="2911"/>
                  <a:pt x="10974" y="3424"/>
                </a:cubicBezTo>
                <a:cubicBezTo>
                  <a:pt x="10974" y="3937"/>
                  <a:pt x="11050" y="5765"/>
                  <a:pt x="11130" y="7716"/>
                </a:cubicBezTo>
                <a:cubicBezTo>
                  <a:pt x="11168" y="8579"/>
                  <a:pt x="10679" y="8730"/>
                  <a:pt x="10646" y="7704"/>
                </a:cubicBezTo>
                <a:cubicBezTo>
                  <a:pt x="10625" y="7004"/>
                  <a:pt x="10599" y="6540"/>
                  <a:pt x="10582" y="5965"/>
                </a:cubicBezTo>
                <a:cubicBezTo>
                  <a:pt x="10561" y="5277"/>
                  <a:pt x="10292" y="5288"/>
                  <a:pt x="10211" y="5863"/>
                </a:cubicBezTo>
                <a:cubicBezTo>
                  <a:pt x="9974" y="7564"/>
                  <a:pt x="9845" y="8130"/>
                  <a:pt x="9710" y="8642"/>
                </a:cubicBezTo>
                <a:cubicBezTo>
                  <a:pt x="9528" y="9343"/>
                  <a:pt x="9183" y="8918"/>
                  <a:pt x="9307" y="8267"/>
                </a:cubicBezTo>
                <a:cubicBezTo>
                  <a:pt x="9495" y="7304"/>
                  <a:pt x="9894" y="4676"/>
                  <a:pt x="10050" y="3287"/>
                </a:cubicBezTo>
                <a:cubicBezTo>
                  <a:pt x="10104" y="2812"/>
                  <a:pt x="9904" y="2526"/>
                  <a:pt x="9759" y="3014"/>
                </a:cubicBezTo>
                <a:cubicBezTo>
                  <a:pt x="9496" y="3889"/>
                  <a:pt x="9394" y="4265"/>
                  <a:pt x="9055" y="5066"/>
                </a:cubicBezTo>
                <a:cubicBezTo>
                  <a:pt x="8856" y="5529"/>
                  <a:pt x="8550" y="5063"/>
                  <a:pt x="8732" y="4413"/>
                </a:cubicBezTo>
                <a:cubicBezTo>
                  <a:pt x="9044" y="3312"/>
                  <a:pt x="9350" y="2399"/>
                  <a:pt x="9571" y="1474"/>
                </a:cubicBezTo>
                <a:cubicBezTo>
                  <a:pt x="9609" y="1311"/>
                  <a:pt x="9684" y="1223"/>
                  <a:pt x="9759" y="1223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Connection Line">
            <a:extLst>
              <a:ext uri="{FF2B5EF4-FFF2-40B4-BE49-F238E27FC236}">
                <a16:creationId xmlns:a16="http://schemas.microsoft.com/office/drawing/2014/main" id="{59C36BC9-E154-F7DE-E3C4-E80849C4AF2B}"/>
              </a:ext>
            </a:extLst>
          </p:cNvPr>
          <p:cNvSpPr/>
          <p:nvPr/>
        </p:nvSpPr>
        <p:spPr>
          <a:xfrm>
            <a:off x="15652301" y="6599983"/>
            <a:ext cx="302504" cy="10694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229" h="21600" extrusionOk="0">
                <a:moveTo>
                  <a:pt x="13586" y="21600"/>
                </a:moveTo>
                <a:cubicBezTo>
                  <a:pt x="-5371" y="7994"/>
                  <a:pt x="-4490" y="794"/>
                  <a:pt x="16229" y="0"/>
                </a:cubicBez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" name="Line">
            <a:extLst>
              <a:ext uri="{FF2B5EF4-FFF2-40B4-BE49-F238E27FC236}">
                <a16:creationId xmlns:a16="http://schemas.microsoft.com/office/drawing/2014/main" id="{EDAD3A42-4A73-A966-4D93-9D50CD89655D}"/>
              </a:ext>
            </a:extLst>
          </p:cNvPr>
          <p:cNvSpPr/>
          <p:nvPr/>
        </p:nvSpPr>
        <p:spPr>
          <a:xfrm flipV="1">
            <a:off x="16547752" y="5705097"/>
            <a:ext cx="303290" cy="822720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" name="Line">
            <a:extLst>
              <a:ext uri="{FF2B5EF4-FFF2-40B4-BE49-F238E27FC236}">
                <a16:creationId xmlns:a16="http://schemas.microsoft.com/office/drawing/2014/main" id="{79BC0E62-9518-9EF9-9D5B-92E3C9715280}"/>
              </a:ext>
            </a:extLst>
          </p:cNvPr>
          <p:cNvSpPr/>
          <p:nvPr/>
        </p:nvSpPr>
        <p:spPr>
          <a:xfrm flipV="1">
            <a:off x="17480388" y="5815019"/>
            <a:ext cx="502194" cy="1266657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" name="Shape">
            <a:extLst>
              <a:ext uri="{FF2B5EF4-FFF2-40B4-BE49-F238E27FC236}">
                <a16:creationId xmlns:a16="http://schemas.microsoft.com/office/drawing/2014/main" id="{025B2E77-AC56-CA8D-BFB8-61F548F6C8A5}"/>
              </a:ext>
            </a:extLst>
          </p:cNvPr>
          <p:cNvSpPr/>
          <p:nvPr/>
        </p:nvSpPr>
        <p:spPr>
          <a:xfrm>
            <a:off x="20228058" y="6618229"/>
            <a:ext cx="591566" cy="1186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80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D5D5D5"/>
          </a:solidFill>
          <a:ln w="50800">
            <a:solidFill>
              <a:srgbClr val="5E5E5E"/>
            </a:solidFill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Shape">
            <a:extLst>
              <a:ext uri="{FF2B5EF4-FFF2-40B4-BE49-F238E27FC236}">
                <a16:creationId xmlns:a16="http://schemas.microsoft.com/office/drawing/2014/main" id="{35C9CDFC-C9D0-F734-4E3C-684E686B21C9}"/>
              </a:ext>
            </a:extLst>
          </p:cNvPr>
          <p:cNvSpPr/>
          <p:nvPr/>
        </p:nvSpPr>
        <p:spPr>
          <a:xfrm>
            <a:off x="20640448" y="6422929"/>
            <a:ext cx="591566" cy="1186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80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D5D5D5"/>
          </a:solidFill>
          <a:ln w="50800">
            <a:solidFill>
              <a:srgbClr val="5E5E5E"/>
            </a:solidFill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Shape">
            <a:extLst>
              <a:ext uri="{FF2B5EF4-FFF2-40B4-BE49-F238E27FC236}">
                <a16:creationId xmlns:a16="http://schemas.microsoft.com/office/drawing/2014/main" id="{97120290-6B92-6FA9-502B-CFA50F97F28F}"/>
              </a:ext>
            </a:extLst>
          </p:cNvPr>
          <p:cNvSpPr/>
          <p:nvPr/>
        </p:nvSpPr>
        <p:spPr>
          <a:xfrm>
            <a:off x="21590723" y="6637479"/>
            <a:ext cx="591566" cy="1186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80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D5D5D5"/>
          </a:solidFill>
          <a:ln w="50800">
            <a:solidFill>
              <a:srgbClr val="5E5E5E"/>
            </a:solidFill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Shape">
            <a:extLst>
              <a:ext uri="{FF2B5EF4-FFF2-40B4-BE49-F238E27FC236}">
                <a16:creationId xmlns:a16="http://schemas.microsoft.com/office/drawing/2014/main" id="{27427DDF-A5ED-907E-BA2C-38035D402280}"/>
              </a:ext>
            </a:extLst>
          </p:cNvPr>
          <p:cNvSpPr/>
          <p:nvPr/>
        </p:nvSpPr>
        <p:spPr>
          <a:xfrm>
            <a:off x="22156723" y="6262971"/>
            <a:ext cx="591566" cy="1186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80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D5D5D5"/>
          </a:solidFill>
          <a:ln w="50800">
            <a:solidFill>
              <a:srgbClr val="5E5E5E"/>
            </a:solidFill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Line">
            <a:extLst>
              <a:ext uri="{FF2B5EF4-FFF2-40B4-BE49-F238E27FC236}">
                <a16:creationId xmlns:a16="http://schemas.microsoft.com/office/drawing/2014/main" id="{99A9CAFF-3434-C406-EE43-C29D288420D2}"/>
              </a:ext>
            </a:extLst>
          </p:cNvPr>
          <p:cNvSpPr/>
          <p:nvPr/>
        </p:nvSpPr>
        <p:spPr>
          <a:xfrm flipV="1">
            <a:off x="21818042" y="5996624"/>
            <a:ext cx="824190" cy="494858"/>
          </a:xfrm>
          <a:prstGeom prst="line">
            <a:avLst/>
          </a:prstGeom>
          <a:ln w="127000">
            <a:solidFill>
              <a:schemeClr val="accent2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" name="Line">
            <a:extLst>
              <a:ext uri="{FF2B5EF4-FFF2-40B4-BE49-F238E27FC236}">
                <a16:creationId xmlns:a16="http://schemas.microsoft.com/office/drawing/2014/main" id="{357F122C-D586-853B-3B86-F89EFF9DC197}"/>
              </a:ext>
            </a:extLst>
          </p:cNvPr>
          <p:cNvSpPr/>
          <p:nvPr/>
        </p:nvSpPr>
        <p:spPr>
          <a:xfrm>
            <a:off x="20316845" y="7345018"/>
            <a:ext cx="214958" cy="657829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" name="Line">
            <a:extLst>
              <a:ext uri="{FF2B5EF4-FFF2-40B4-BE49-F238E27FC236}">
                <a16:creationId xmlns:a16="http://schemas.microsoft.com/office/drawing/2014/main" id="{C5C0D241-0BB7-F602-A808-A8BA72EF4365}"/>
              </a:ext>
            </a:extLst>
          </p:cNvPr>
          <p:cNvSpPr/>
          <p:nvPr/>
        </p:nvSpPr>
        <p:spPr>
          <a:xfrm>
            <a:off x="21562897" y="6857988"/>
            <a:ext cx="365557" cy="1120025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" name="-">
            <a:extLst>
              <a:ext uri="{FF2B5EF4-FFF2-40B4-BE49-F238E27FC236}">
                <a16:creationId xmlns:a16="http://schemas.microsoft.com/office/drawing/2014/main" id="{63C486AE-6A46-E0D4-A842-CBE241EC9C34}"/>
              </a:ext>
            </a:extLst>
          </p:cNvPr>
          <p:cNvSpPr txBox="1"/>
          <p:nvPr/>
        </p:nvSpPr>
        <p:spPr>
          <a:xfrm>
            <a:off x="19196870" y="7613458"/>
            <a:ext cx="250069" cy="666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algn="ctr" defTabSz="1219169" hangingPunct="0"/>
            <a:r>
              <a:rPr sz="4000" kern="0" dirty="0">
                <a:latin typeface="Helvetica Neue"/>
                <a:ea typeface="Helvetica Neue"/>
                <a:cs typeface="Helvetica Neue"/>
                <a:sym typeface="Helvetica Neue"/>
              </a:rPr>
              <a:t>-</a:t>
            </a:r>
          </a:p>
        </p:txBody>
      </p:sp>
      <p:sp>
        <p:nvSpPr>
          <p:cNvPr id="42" name="+">
            <a:extLst>
              <a:ext uri="{FF2B5EF4-FFF2-40B4-BE49-F238E27FC236}">
                <a16:creationId xmlns:a16="http://schemas.microsoft.com/office/drawing/2014/main" id="{F9DFC6D0-69D2-52E7-C290-DD7D6032ACEC}"/>
              </a:ext>
            </a:extLst>
          </p:cNvPr>
          <p:cNvSpPr txBox="1"/>
          <p:nvPr/>
        </p:nvSpPr>
        <p:spPr>
          <a:xfrm>
            <a:off x="21248166" y="6159086"/>
            <a:ext cx="359074" cy="666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algn="ctr" defTabSz="1219169" hangingPunct="0"/>
            <a:r>
              <a:rPr sz="4000" kern="0" dirty="0">
                <a:latin typeface="Helvetica Neue"/>
                <a:ea typeface="Helvetica Neue"/>
                <a:cs typeface="Helvetica Neue"/>
                <a:sym typeface="Helvetica Neue"/>
              </a:rPr>
              <a:t>+</a:t>
            </a:r>
          </a:p>
        </p:txBody>
      </p:sp>
      <p:sp>
        <p:nvSpPr>
          <p:cNvPr id="44" name="+">
            <a:extLst>
              <a:ext uri="{FF2B5EF4-FFF2-40B4-BE49-F238E27FC236}">
                <a16:creationId xmlns:a16="http://schemas.microsoft.com/office/drawing/2014/main" id="{E15354AD-AE13-86AA-5054-2AB9AD59B10A}"/>
              </a:ext>
            </a:extLst>
          </p:cNvPr>
          <p:cNvSpPr txBox="1"/>
          <p:nvPr/>
        </p:nvSpPr>
        <p:spPr>
          <a:xfrm>
            <a:off x="17203184" y="6900048"/>
            <a:ext cx="359074" cy="666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algn="ctr" defTabSz="1219169" hangingPunct="0"/>
            <a:r>
              <a:rPr sz="4000" kern="0" dirty="0">
                <a:latin typeface="Helvetica Neue"/>
                <a:ea typeface="Helvetica Neue"/>
                <a:cs typeface="Helvetica Neue"/>
                <a:sym typeface="Helvetica Neue"/>
              </a:rPr>
              <a:t>+</a:t>
            </a:r>
          </a:p>
        </p:txBody>
      </p:sp>
      <p:sp>
        <p:nvSpPr>
          <p:cNvPr id="46" name="+">
            <a:extLst>
              <a:ext uri="{FF2B5EF4-FFF2-40B4-BE49-F238E27FC236}">
                <a16:creationId xmlns:a16="http://schemas.microsoft.com/office/drawing/2014/main" id="{69986879-3F81-3B10-FCA7-3D88FDEE5AB3}"/>
              </a:ext>
            </a:extLst>
          </p:cNvPr>
          <p:cNvSpPr txBox="1"/>
          <p:nvPr/>
        </p:nvSpPr>
        <p:spPr>
          <a:xfrm>
            <a:off x="18385564" y="7465729"/>
            <a:ext cx="359074" cy="666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algn="ctr" defTabSz="1219169" hangingPunct="0"/>
            <a:r>
              <a:rPr sz="4000" kern="0" dirty="0">
                <a:latin typeface="Helvetica Neue"/>
                <a:ea typeface="Helvetica Neue"/>
                <a:cs typeface="Helvetica Neue"/>
                <a:sym typeface="Helvetica Neue"/>
              </a:rPr>
              <a:t>+</a:t>
            </a:r>
          </a:p>
        </p:txBody>
      </p:sp>
      <p:sp>
        <p:nvSpPr>
          <p:cNvPr id="52" name="Line">
            <a:extLst>
              <a:ext uri="{FF2B5EF4-FFF2-40B4-BE49-F238E27FC236}">
                <a16:creationId xmlns:a16="http://schemas.microsoft.com/office/drawing/2014/main" id="{74283C12-1620-CD5F-6764-CD4BEB252BB8}"/>
              </a:ext>
            </a:extLst>
          </p:cNvPr>
          <p:cNvSpPr/>
          <p:nvPr/>
        </p:nvSpPr>
        <p:spPr>
          <a:xfrm flipV="1">
            <a:off x="17953872" y="5785488"/>
            <a:ext cx="502194" cy="1266657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" name="Line">
            <a:extLst>
              <a:ext uri="{FF2B5EF4-FFF2-40B4-BE49-F238E27FC236}">
                <a16:creationId xmlns:a16="http://schemas.microsoft.com/office/drawing/2014/main" id="{ED1C5D9C-0C2E-5727-5B9E-03AF4D38E5F3}"/>
              </a:ext>
            </a:extLst>
          </p:cNvPr>
          <p:cNvSpPr/>
          <p:nvPr/>
        </p:nvSpPr>
        <p:spPr>
          <a:xfrm>
            <a:off x="20035564" y="8972383"/>
            <a:ext cx="215129" cy="960692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" name="Line">
            <a:extLst>
              <a:ext uri="{FF2B5EF4-FFF2-40B4-BE49-F238E27FC236}">
                <a16:creationId xmlns:a16="http://schemas.microsoft.com/office/drawing/2014/main" id="{72D437F8-1106-62E6-C83D-B44ADE0FB8F4}"/>
              </a:ext>
            </a:extLst>
          </p:cNvPr>
          <p:cNvSpPr/>
          <p:nvPr/>
        </p:nvSpPr>
        <p:spPr>
          <a:xfrm>
            <a:off x="18705325" y="7956769"/>
            <a:ext cx="595028" cy="379287"/>
          </a:xfrm>
          <a:prstGeom prst="line">
            <a:avLst/>
          </a:prstGeom>
          <a:ln w="127000">
            <a:solidFill>
              <a:schemeClr val="accent1">
                <a:lumMod val="60000"/>
                <a:lumOff val="40000"/>
              </a:schemeClr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" name="Arrow 2">
            <a:extLst>
              <a:ext uri="{FF2B5EF4-FFF2-40B4-BE49-F238E27FC236}">
                <a16:creationId xmlns:a16="http://schemas.microsoft.com/office/drawing/2014/main" id="{E7172FBC-9AAB-CC87-8C5E-ED40C8F66909}"/>
              </a:ext>
            </a:extLst>
          </p:cNvPr>
          <p:cNvSpPr/>
          <p:nvPr/>
        </p:nvSpPr>
        <p:spPr>
          <a:xfrm>
            <a:off x="18914856" y="7658627"/>
            <a:ext cx="813585" cy="6551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49" y="0"/>
                </a:moveTo>
                <a:cubicBezTo>
                  <a:pt x="8457" y="0"/>
                  <a:pt x="6373" y="1103"/>
                  <a:pt x="4819" y="2903"/>
                </a:cubicBezTo>
                <a:lnTo>
                  <a:pt x="6744" y="6147"/>
                </a:lnTo>
                <a:cubicBezTo>
                  <a:pt x="7744" y="4819"/>
                  <a:pt x="9169" y="3989"/>
                  <a:pt x="10749" y="3989"/>
                </a:cubicBezTo>
                <a:cubicBezTo>
                  <a:pt x="13751" y="3989"/>
                  <a:pt x="16189" y="6985"/>
                  <a:pt x="16232" y="10700"/>
                </a:cubicBezTo>
                <a:lnTo>
                  <a:pt x="14265" y="10700"/>
                </a:lnTo>
                <a:lnTo>
                  <a:pt x="17933" y="16883"/>
                </a:lnTo>
                <a:lnTo>
                  <a:pt x="21600" y="10700"/>
                </a:lnTo>
                <a:lnTo>
                  <a:pt x="19444" y="10700"/>
                </a:lnTo>
                <a:cubicBezTo>
                  <a:pt x="19401" y="4782"/>
                  <a:pt x="15525" y="0"/>
                  <a:pt x="10749" y="0"/>
                </a:cubicBezTo>
                <a:close/>
                <a:moveTo>
                  <a:pt x="3667" y="4515"/>
                </a:moveTo>
                <a:lnTo>
                  <a:pt x="0" y="10700"/>
                </a:lnTo>
                <a:lnTo>
                  <a:pt x="2054" y="10700"/>
                </a:lnTo>
                <a:cubicBezTo>
                  <a:pt x="2053" y="10733"/>
                  <a:pt x="2054" y="10767"/>
                  <a:pt x="2054" y="10801"/>
                </a:cubicBezTo>
                <a:cubicBezTo>
                  <a:pt x="2054" y="16766"/>
                  <a:pt x="5946" y="21600"/>
                  <a:pt x="10749" y="21600"/>
                </a:cubicBezTo>
                <a:cubicBezTo>
                  <a:pt x="13080" y="21600"/>
                  <a:pt x="15197" y="20461"/>
                  <a:pt x="16759" y="18607"/>
                </a:cubicBezTo>
                <a:lnTo>
                  <a:pt x="14814" y="15375"/>
                </a:lnTo>
                <a:cubicBezTo>
                  <a:pt x="13811" y="16749"/>
                  <a:pt x="12360" y="17611"/>
                  <a:pt x="10749" y="17611"/>
                </a:cubicBezTo>
                <a:cubicBezTo>
                  <a:pt x="7720" y="17611"/>
                  <a:pt x="5266" y="14563"/>
                  <a:pt x="5266" y="10801"/>
                </a:cubicBezTo>
                <a:cubicBezTo>
                  <a:pt x="5266" y="10767"/>
                  <a:pt x="5265" y="10733"/>
                  <a:pt x="5266" y="10700"/>
                </a:cubicBezTo>
                <a:lnTo>
                  <a:pt x="7335" y="10700"/>
                </a:lnTo>
                <a:lnTo>
                  <a:pt x="3667" y="4515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Arrow 2">
            <a:extLst>
              <a:ext uri="{FF2B5EF4-FFF2-40B4-BE49-F238E27FC236}">
                <a16:creationId xmlns:a16="http://schemas.microsoft.com/office/drawing/2014/main" id="{49C59CB7-6E66-9FB0-5ECE-BCDD0CC65163}"/>
              </a:ext>
            </a:extLst>
          </p:cNvPr>
          <p:cNvSpPr/>
          <p:nvPr/>
        </p:nvSpPr>
        <p:spPr>
          <a:xfrm>
            <a:off x="21028235" y="6224297"/>
            <a:ext cx="813585" cy="6551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49" y="0"/>
                </a:moveTo>
                <a:cubicBezTo>
                  <a:pt x="8457" y="0"/>
                  <a:pt x="6373" y="1103"/>
                  <a:pt x="4819" y="2903"/>
                </a:cubicBezTo>
                <a:lnTo>
                  <a:pt x="6744" y="6147"/>
                </a:lnTo>
                <a:cubicBezTo>
                  <a:pt x="7744" y="4819"/>
                  <a:pt x="9169" y="3989"/>
                  <a:pt x="10749" y="3989"/>
                </a:cubicBezTo>
                <a:cubicBezTo>
                  <a:pt x="13751" y="3989"/>
                  <a:pt x="16189" y="6985"/>
                  <a:pt x="16232" y="10700"/>
                </a:cubicBezTo>
                <a:lnTo>
                  <a:pt x="14265" y="10700"/>
                </a:lnTo>
                <a:lnTo>
                  <a:pt x="17933" y="16883"/>
                </a:lnTo>
                <a:lnTo>
                  <a:pt x="21600" y="10700"/>
                </a:lnTo>
                <a:lnTo>
                  <a:pt x="19444" y="10700"/>
                </a:lnTo>
                <a:cubicBezTo>
                  <a:pt x="19401" y="4782"/>
                  <a:pt x="15525" y="0"/>
                  <a:pt x="10749" y="0"/>
                </a:cubicBezTo>
                <a:close/>
                <a:moveTo>
                  <a:pt x="3667" y="4515"/>
                </a:moveTo>
                <a:lnTo>
                  <a:pt x="0" y="10700"/>
                </a:lnTo>
                <a:lnTo>
                  <a:pt x="2054" y="10700"/>
                </a:lnTo>
                <a:cubicBezTo>
                  <a:pt x="2053" y="10733"/>
                  <a:pt x="2054" y="10767"/>
                  <a:pt x="2054" y="10801"/>
                </a:cubicBezTo>
                <a:cubicBezTo>
                  <a:pt x="2054" y="16766"/>
                  <a:pt x="5946" y="21600"/>
                  <a:pt x="10749" y="21600"/>
                </a:cubicBezTo>
                <a:cubicBezTo>
                  <a:pt x="13080" y="21600"/>
                  <a:pt x="15197" y="20461"/>
                  <a:pt x="16759" y="18607"/>
                </a:cubicBezTo>
                <a:lnTo>
                  <a:pt x="14814" y="15375"/>
                </a:lnTo>
                <a:cubicBezTo>
                  <a:pt x="13811" y="16749"/>
                  <a:pt x="12360" y="17611"/>
                  <a:pt x="10749" y="17611"/>
                </a:cubicBezTo>
                <a:cubicBezTo>
                  <a:pt x="7720" y="17611"/>
                  <a:pt x="5266" y="14563"/>
                  <a:pt x="5266" y="10801"/>
                </a:cubicBezTo>
                <a:cubicBezTo>
                  <a:pt x="5266" y="10767"/>
                  <a:pt x="5265" y="10733"/>
                  <a:pt x="5266" y="10700"/>
                </a:cubicBezTo>
                <a:lnTo>
                  <a:pt x="7335" y="10700"/>
                </a:lnTo>
                <a:lnTo>
                  <a:pt x="3667" y="4515"/>
                </a:lnTo>
                <a:close/>
              </a:path>
            </a:pathLst>
          </a:custGeom>
          <a:solidFill>
            <a:srgbClr val="7030A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3" name="Arrow 2">
            <a:extLst>
              <a:ext uri="{FF2B5EF4-FFF2-40B4-BE49-F238E27FC236}">
                <a16:creationId xmlns:a16="http://schemas.microsoft.com/office/drawing/2014/main" id="{9137CC39-72E4-C7EC-5EEB-807C5C36AEB3}"/>
              </a:ext>
            </a:extLst>
          </p:cNvPr>
          <p:cNvSpPr/>
          <p:nvPr/>
        </p:nvSpPr>
        <p:spPr>
          <a:xfrm>
            <a:off x="16970291" y="6976937"/>
            <a:ext cx="813585" cy="6551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49" y="0"/>
                </a:moveTo>
                <a:cubicBezTo>
                  <a:pt x="8457" y="0"/>
                  <a:pt x="6373" y="1103"/>
                  <a:pt x="4819" y="2903"/>
                </a:cubicBezTo>
                <a:lnTo>
                  <a:pt x="6744" y="6147"/>
                </a:lnTo>
                <a:cubicBezTo>
                  <a:pt x="7744" y="4819"/>
                  <a:pt x="9169" y="3989"/>
                  <a:pt x="10749" y="3989"/>
                </a:cubicBezTo>
                <a:cubicBezTo>
                  <a:pt x="13751" y="3989"/>
                  <a:pt x="16189" y="6985"/>
                  <a:pt x="16232" y="10700"/>
                </a:cubicBezTo>
                <a:lnTo>
                  <a:pt x="14265" y="10700"/>
                </a:lnTo>
                <a:lnTo>
                  <a:pt x="17933" y="16883"/>
                </a:lnTo>
                <a:lnTo>
                  <a:pt x="21600" y="10700"/>
                </a:lnTo>
                <a:lnTo>
                  <a:pt x="19444" y="10700"/>
                </a:lnTo>
                <a:cubicBezTo>
                  <a:pt x="19401" y="4782"/>
                  <a:pt x="15525" y="0"/>
                  <a:pt x="10749" y="0"/>
                </a:cubicBezTo>
                <a:close/>
                <a:moveTo>
                  <a:pt x="3667" y="4515"/>
                </a:moveTo>
                <a:lnTo>
                  <a:pt x="0" y="10700"/>
                </a:lnTo>
                <a:lnTo>
                  <a:pt x="2054" y="10700"/>
                </a:lnTo>
                <a:cubicBezTo>
                  <a:pt x="2053" y="10733"/>
                  <a:pt x="2054" y="10767"/>
                  <a:pt x="2054" y="10801"/>
                </a:cubicBezTo>
                <a:cubicBezTo>
                  <a:pt x="2054" y="16766"/>
                  <a:pt x="5946" y="21600"/>
                  <a:pt x="10749" y="21600"/>
                </a:cubicBezTo>
                <a:cubicBezTo>
                  <a:pt x="13080" y="21600"/>
                  <a:pt x="15197" y="20461"/>
                  <a:pt x="16759" y="18607"/>
                </a:cubicBezTo>
                <a:lnTo>
                  <a:pt x="14814" y="15375"/>
                </a:lnTo>
                <a:cubicBezTo>
                  <a:pt x="13811" y="16749"/>
                  <a:pt x="12360" y="17611"/>
                  <a:pt x="10749" y="17611"/>
                </a:cubicBezTo>
                <a:cubicBezTo>
                  <a:pt x="7720" y="17611"/>
                  <a:pt x="5266" y="14563"/>
                  <a:pt x="5266" y="10801"/>
                </a:cubicBezTo>
                <a:cubicBezTo>
                  <a:pt x="5266" y="10767"/>
                  <a:pt x="5265" y="10733"/>
                  <a:pt x="5266" y="10700"/>
                </a:cubicBezTo>
                <a:lnTo>
                  <a:pt x="7335" y="10700"/>
                </a:lnTo>
                <a:lnTo>
                  <a:pt x="3667" y="4515"/>
                </a:lnTo>
                <a:close/>
              </a:path>
            </a:pathLst>
          </a:custGeom>
          <a:solidFill>
            <a:srgbClr val="7030A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5" name="Arrow 2">
            <a:extLst>
              <a:ext uri="{FF2B5EF4-FFF2-40B4-BE49-F238E27FC236}">
                <a16:creationId xmlns:a16="http://schemas.microsoft.com/office/drawing/2014/main" id="{6AC0E055-6DD8-E2BC-586D-4A7F47D2B07F}"/>
              </a:ext>
            </a:extLst>
          </p:cNvPr>
          <p:cNvSpPr/>
          <p:nvPr/>
        </p:nvSpPr>
        <p:spPr>
          <a:xfrm>
            <a:off x="18158308" y="7518569"/>
            <a:ext cx="813585" cy="6551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49" y="0"/>
                </a:moveTo>
                <a:cubicBezTo>
                  <a:pt x="8457" y="0"/>
                  <a:pt x="6373" y="1103"/>
                  <a:pt x="4819" y="2903"/>
                </a:cubicBezTo>
                <a:lnTo>
                  <a:pt x="6744" y="6147"/>
                </a:lnTo>
                <a:cubicBezTo>
                  <a:pt x="7744" y="4819"/>
                  <a:pt x="9169" y="3989"/>
                  <a:pt x="10749" y="3989"/>
                </a:cubicBezTo>
                <a:cubicBezTo>
                  <a:pt x="13751" y="3989"/>
                  <a:pt x="16189" y="6985"/>
                  <a:pt x="16232" y="10700"/>
                </a:cubicBezTo>
                <a:lnTo>
                  <a:pt x="14265" y="10700"/>
                </a:lnTo>
                <a:lnTo>
                  <a:pt x="17933" y="16883"/>
                </a:lnTo>
                <a:lnTo>
                  <a:pt x="21600" y="10700"/>
                </a:lnTo>
                <a:lnTo>
                  <a:pt x="19444" y="10700"/>
                </a:lnTo>
                <a:cubicBezTo>
                  <a:pt x="19401" y="4782"/>
                  <a:pt x="15525" y="0"/>
                  <a:pt x="10749" y="0"/>
                </a:cubicBezTo>
                <a:close/>
                <a:moveTo>
                  <a:pt x="3667" y="4515"/>
                </a:moveTo>
                <a:lnTo>
                  <a:pt x="0" y="10700"/>
                </a:lnTo>
                <a:lnTo>
                  <a:pt x="2054" y="10700"/>
                </a:lnTo>
                <a:cubicBezTo>
                  <a:pt x="2053" y="10733"/>
                  <a:pt x="2054" y="10767"/>
                  <a:pt x="2054" y="10801"/>
                </a:cubicBezTo>
                <a:cubicBezTo>
                  <a:pt x="2054" y="16766"/>
                  <a:pt x="5946" y="21600"/>
                  <a:pt x="10749" y="21600"/>
                </a:cubicBezTo>
                <a:cubicBezTo>
                  <a:pt x="13080" y="21600"/>
                  <a:pt x="15197" y="20461"/>
                  <a:pt x="16759" y="18607"/>
                </a:cubicBezTo>
                <a:lnTo>
                  <a:pt x="14814" y="15375"/>
                </a:lnTo>
                <a:cubicBezTo>
                  <a:pt x="13811" y="16749"/>
                  <a:pt x="12360" y="17611"/>
                  <a:pt x="10749" y="17611"/>
                </a:cubicBezTo>
                <a:cubicBezTo>
                  <a:pt x="7720" y="17611"/>
                  <a:pt x="5266" y="14563"/>
                  <a:pt x="5266" y="10801"/>
                </a:cubicBezTo>
                <a:cubicBezTo>
                  <a:pt x="5266" y="10767"/>
                  <a:pt x="5265" y="10733"/>
                  <a:pt x="5266" y="10700"/>
                </a:cubicBezTo>
                <a:lnTo>
                  <a:pt x="7335" y="10700"/>
                </a:lnTo>
                <a:lnTo>
                  <a:pt x="3667" y="4515"/>
                </a:lnTo>
                <a:close/>
              </a:path>
            </a:pathLst>
          </a:custGeom>
          <a:solidFill>
            <a:srgbClr val="7030A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7" name="Gear">
            <a:extLst>
              <a:ext uri="{FF2B5EF4-FFF2-40B4-BE49-F238E27FC236}">
                <a16:creationId xmlns:a16="http://schemas.microsoft.com/office/drawing/2014/main" id="{34DAE71D-783A-37F4-C667-1171E3324436}"/>
              </a:ext>
            </a:extLst>
          </p:cNvPr>
          <p:cNvSpPr/>
          <p:nvPr/>
        </p:nvSpPr>
        <p:spPr>
          <a:xfrm>
            <a:off x="20092329" y="6958020"/>
            <a:ext cx="637759" cy="6349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9384" y="0"/>
                </a:moveTo>
                <a:cubicBezTo>
                  <a:pt x="9373" y="0"/>
                  <a:pt x="9237" y="27"/>
                  <a:pt x="9075" y="54"/>
                </a:cubicBezTo>
                <a:lnTo>
                  <a:pt x="7468" y="445"/>
                </a:lnTo>
                <a:cubicBezTo>
                  <a:pt x="7312" y="494"/>
                  <a:pt x="7177" y="531"/>
                  <a:pt x="7166" y="537"/>
                </a:cubicBezTo>
                <a:cubicBezTo>
                  <a:pt x="7161" y="542"/>
                  <a:pt x="7154" y="677"/>
                  <a:pt x="7154" y="840"/>
                </a:cubicBezTo>
                <a:lnTo>
                  <a:pt x="7166" y="1761"/>
                </a:lnTo>
                <a:cubicBezTo>
                  <a:pt x="7166" y="1924"/>
                  <a:pt x="7047" y="2119"/>
                  <a:pt x="6902" y="2190"/>
                </a:cubicBezTo>
                <a:lnTo>
                  <a:pt x="6151" y="2574"/>
                </a:lnTo>
                <a:cubicBezTo>
                  <a:pt x="6006" y="2655"/>
                  <a:pt x="5778" y="2644"/>
                  <a:pt x="5649" y="2547"/>
                </a:cubicBezTo>
                <a:lnTo>
                  <a:pt x="4900" y="2010"/>
                </a:lnTo>
                <a:cubicBezTo>
                  <a:pt x="4765" y="1913"/>
                  <a:pt x="4651" y="1842"/>
                  <a:pt x="4645" y="1848"/>
                </a:cubicBezTo>
                <a:cubicBezTo>
                  <a:pt x="4640" y="1853"/>
                  <a:pt x="4527" y="1941"/>
                  <a:pt x="4398" y="2044"/>
                </a:cubicBezTo>
                <a:lnTo>
                  <a:pt x="3162" y="3116"/>
                </a:lnTo>
                <a:cubicBezTo>
                  <a:pt x="3043" y="3230"/>
                  <a:pt x="2941" y="3327"/>
                  <a:pt x="2936" y="3333"/>
                </a:cubicBezTo>
                <a:cubicBezTo>
                  <a:pt x="2930" y="3338"/>
                  <a:pt x="2990" y="3462"/>
                  <a:pt x="3065" y="3609"/>
                </a:cubicBezTo>
                <a:lnTo>
                  <a:pt x="3490" y="4401"/>
                </a:lnTo>
                <a:cubicBezTo>
                  <a:pt x="3566" y="4548"/>
                  <a:pt x="3551" y="4769"/>
                  <a:pt x="3448" y="4899"/>
                </a:cubicBezTo>
                <a:lnTo>
                  <a:pt x="2909" y="5648"/>
                </a:lnTo>
                <a:cubicBezTo>
                  <a:pt x="2817" y="5783"/>
                  <a:pt x="2612" y="5879"/>
                  <a:pt x="2450" y="5858"/>
                </a:cubicBezTo>
                <a:lnTo>
                  <a:pt x="1548" y="5739"/>
                </a:lnTo>
                <a:cubicBezTo>
                  <a:pt x="1386" y="5717"/>
                  <a:pt x="1251" y="5707"/>
                  <a:pt x="1246" y="5712"/>
                </a:cubicBezTo>
                <a:cubicBezTo>
                  <a:pt x="1241" y="5717"/>
                  <a:pt x="1181" y="5848"/>
                  <a:pt x="1111" y="6000"/>
                </a:cubicBezTo>
                <a:lnTo>
                  <a:pt x="518" y="7483"/>
                </a:lnTo>
                <a:cubicBezTo>
                  <a:pt x="464" y="7640"/>
                  <a:pt x="420" y="7776"/>
                  <a:pt x="415" y="7781"/>
                </a:cubicBezTo>
                <a:cubicBezTo>
                  <a:pt x="415" y="7792"/>
                  <a:pt x="523" y="7874"/>
                  <a:pt x="658" y="7966"/>
                </a:cubicBezTo>
                <a:lnTo>
                  <a:pt x="1381" y="8454"/>
                </a:lnTo>
                <a:cubicBezTo>
                  <a:pt x="1516" y="8546"/>
                  <a:pt x="1602" y="8752"/>
                  <a:pt x="1570" y="8914"/>
                </a:cubicBezTo>
                <a:lnTo>
                  <a:pt x="1420" y="9944"/>
                </a:lnTo>
                <a:cubicBezTo>
                  <a:pt x="1404" y="10106"/>
                  <a:pt x="1263" y="10291"/>
                  <a:pt x="1106" y="10345"/>
                </a:cubicBezTo>
                <a:lnTo>
                  <a:pt x="280" y="10648"/>
                </a:lnTo>
                <a:cubicBezTo>
                  <a:pt x="123" y="10702"/>
                  <a:pt x="0" y="10758"/>
                  <a:pt x="0" y="10769"/>
                </a:cubicBezTo>
                <a:cubicBezTo>
                  <a:pt x="0" y="10779"/>
                  <a:pt x="6" y="10919"/>
                  <a:pt x="17" y="11082"/>
                </a:cubicBezTo>
                <a:lnTo>
                  <a:pt x="167" y="12626"/>
                </a:lnTo>
                <a:cubicBezTo>
                  <a:pt x="194" y="12789"/>
                  <a:pt x="210" y="12930"/>
                  <a:pt x="216" y="12941"/>
                </a:cubicBezTo>
                <a:cubicBezTo>
                  <a:pt x="216" y="12952"/>
                  <a:pt x="350" y="12974"/>
                  <a:pt x="518" y="12990"/>
                </a:cubicBezTo>
                <a:lnTo>
                  <a:pt x="1354" y="13082"/>
                </a:lnTo>
                <a:cubicBezTo>
                  <a:pt x="1516" y="13098"/>
                  <a:pt x="1688" y="13245"/>
                  <a:pt x="1737" y="13402"/>
                </a:cubicBezTo>
                <a:lnTo>
                  <a:pt x="2121" y="14501"/>
                </a:lnTo>
                <a:cubicBezTo>
                  <a:pt x="2181" y="14653"/>
                  <a:pt x="2142" y="14881"/>
                  <a:pt x="2028" y="15000"/>
                </a:cubicBezTo>
                <a:lnTo>
                  <a:pt x="1457" y="15624"/>
                </a:lnTo>
                <a:cubicBezTo>
                  <a:pt x="1349" y="15743"/>
                  <a:pt x="1258" y="15850"/>
                  <a:pt x="1263" y="15856"/>
                </a:cubicBezTo>
                <a:cubicBezTo>
                  <a:pt x="1268" y="15861"/>
                  <a:pt x="1338" y="15986"/>
                  <a:pt x="1425" y="16127"/>
                </a:cubicBezTo>
                <a:lnTo>
                  <a:pt x="2256" y="17380"/>
                </a:lnTo>
                <a:cubicBezTo>
                  <a:pt x="2353" y="17510"/>
                  <a:pt x="2440" y="17623"/>
                  <a:pt x="2445" y="17634"/>
                </a:cubicBezTo>
                <a:cubicBezTo>
                  <a:pt x="2450" y="17639"/>
                  <a:pt x="2579" y="17595"/>
                  <a:pt x="2730" y="17535"/>
                </a:cubicBezTo>
                <a:lnTo>
                  <a:pt x="3490" y="17232"/>
                </a:lnTo>
                <a:cubicBezTo>
                  <a:pt x="3641" y="17173"/>
                  <a:pt x="3863" y="17216"/>
                  <a:pt x="3976" y="17336"/>
                </a:cubicBezTo>
                <a:lnTo>
                  <a:pt x="4905" y="18192"/>
                </a:lnTo>
                <a:cubicBezTo>
                  <a:pt x="5029" y="18295"/>
                  <a:pt x="5100" y="18511"/>
                  <a:pt x="5062" y="18673"/>
                </a:cubicBezTo>
                <a:lnTo>
                  <a:pt x="4851" y="19476"/>
                </a:lnTo>
                <a:cubicBezTo>
                  <a:pt x="4808" y="19633"/>
                  <a:pt x="4780" y="19769"/>
                  <a:pt x="4785" y="19774"/>
                </a:cubicBezTo>
                <a:cubicBezTo>
                  <a:pt x="4791" y="19780"/>
                  <a:pt x="4915" y="19850"/>
                  <a:pt x="5055" y="19937"/>
                </a:cubicBezTo>
                <a:lnTo>
                  <a:pt x="6345" y="20631"/>
                </a:lnTo>
                <a:cubicBezTo>
                  <a:pt x="6491" y="20701"/>
                  <a:pt x="6621" y="20761"/>
                  <a:pt x="6632" y="20766"/>
                </a:cubicBezTo>
                <a:cubicBezTo>
                  <a:pt x="6637" y="20772"/>
                  <a:pt x="6735" y="20668"/>
                  <a:pt x="6843" y="20543"/>
                </a:cubicBezTo>
                <a:lnTo>
                  <a:pt x="7370" y="19932"/>
                </a:lnTo>
                <a:cubicBezTo>
                  <a:pt x="7478" y="19807"/>
                  <a:pt x="7694" y="19742"/>
                  <a:pt x="7851" y="19791"/>
                </a:cubicBezTo>
                <a:lnTo>
                  <a:pt x="9136" y="20116"/>
                </a:lnTo>
                <a:cubicBezTo>
                  <a:pt x="9298" y="20149"/>
                  <a:pt x="9459" y="20306"/>
                  <a:pt x="9497" y="20468"/>
                </a:cubicBezTo>
                <a:lnTo>
                  <a:pt x="9680" y="21259"/>
                </a:lnTo>
                <a:cubicBezTo>
                  <a:pt x="9718" y="21422"/>
                  <a:pt x="9756" y="21552"/>
                  <a:pt x="9761" y="21552"/>
                </a:cubicBezTo>
                <a:cubicBezTo>
                  <a:pt x="9767" y="21552"/>
                  <a:pt x="9911" y="21562"/>
                  <a:pt x="10073" y="21573"/>
                </a:cubicBezTo>
                <a:lnTo>
                  <a:pt x="10500" y="21595"/>
                </a:lnTo>
                <a:cubicBezTo>
                  <a:pt x="10662" y="21600"/>
                  <a:pt x="10931" y="21600"/>
                  <a:pt x="11098" y="21595"/>
                </a:cubicBezTo>
                <a:lnTo>
                  <a:pt x="11525" y="21573"/>
                </a:lnTo>
                <a:cubicBezTo>
                  <a:pt x="11687" y="21562"/>
                  <a:pt x="11828" y="21552"/>
                  <a:pt x="11839" y="21552"/>
                </a:cubicBezTo>
                <a:cubicBezTo>
                  <a:pt x="11849" y="21552"/>
                  <a:pt x="11882" y="21416"/>
                  <a:pt x="11920" y="21259"/>
                </a:cubicBezTo>
                <a:lnTo>
                  <a:pt x="12103" y="20468"/>
                </a:lnTo>
                <a:cubicBezTo>
                  <a:pt x="12141" y="20306"/>
                  <a:pt x="12302" y="20149"/>
                  <a:pt x="12464" y="20116"/>
                </a:cubicBezTo>
                <a:lnTo>
                  <a:pt x="13749" y="19791"/>
                </a:lnTo>
                <a:cubicBezTo>
                  <a:pt x="13906" y="19742"/>
                  <a:pt x="14120" y="19807"/>
                  <a:pt x="14228" y="19932"/>
                </a:cubicBezTo>
                <a:lnTo>
                  <a:pt x="14757" y="20543"/>
                </a:lnTo>
                <a:cubicBezTo>
                  <a:pt x="14865" y="20668"/>
                  <a:pt x="14957" y="20767"/>
                  <a:pt x="14968" y="20766"/>
                </a:cubicBezTo>
                <a:cubicBezTo>
                  <a:pt x="14974" y="20761"/>
                  <a:pt x="15102" y="20701"/>
                  <a:pt x="15253" y="20631"/>
                </a:cubicBezTo>
                <a:lnTo>
                  <a:pt x="16543" y="19937"/>
                </a:lnTo>
                <a:cubicBezTo>
                  <a:pt x="16683" y="19850"/>
                  <a:pt x="16802" y="19780"/>
                  <a:pt x="16813" y="19774"/>
                </a:cubicBezTo>
                <a:cubicBezTo>
                  <a:pt x="16818" y="19769"/>
                  <a:pt x="16792" y="19633"/>
                  <a:pt x="16749" y="19476"/>
                </a:cubicBezTo>
                <a:lnTo>
                  <a:pt x="16538" y="18673"/>
                </a:lnTo>
                <a:cubicBezTo>
                  <a:pt x="16495" y="18516"/>
                  <a:pt x="16565" y="18301"/>
                  <a:pt x="16695" y="18192"/>
                </a:cubicBezTo>
                <a:lnTo>
                  <a:pt x="17622" y="17336"/>
                </a:lnTo>
                <a:cubicBezTo>
                  <a:pt x="17736" y="17216"/>
                  <a:pt x="17957" y="17173"/>
                  <a:pt x="18108" y="17232"/>
                </a:cubicBezTo>
                <a:lnTo>
                  <a:pt x="18868" y="17535"/>
                </a:lnTo>
                <a:cubicBezTo>
                  <a:pt x="19019" y="17595"/>
                  <a:pt x="19150" y="17639"/>
                  <a:pt x="19155" y="17634"/>
                </a:cubicBezTo>
                <a:cubicBezTo>
                  <a:pt x="19160" y="17628"/>
                  <a:pt x="19247" y="17515"/>
                  <a:pt x="19344" y="17380"/>
                </a:cubicBezTo>
                <a:lnTo>
                  <a:pt x="20175" y="16127"/>
                </a:lnTo>
                <a:cubicBezTo>
                  <a:pt x="20262" y="15986"/>
                  <a:pt x="20332" y="15861"/>
                  <a:pt x="20337" y="15856"/>
                </a:cubicBezTo>
                <a:cubicBezTo>
                  <a:pt x="20342" y="15850"/>
                  <a:pt x="20256" y="15743"/>
                  <a:pt x="20143" y="15624"/>
                </a:cubicBezTo>
                <a:lnTo>
                  <a:pt x="19570" y="14989"/>
                </a:lnTo>
                <a:cubicBezTo>
                  <a:pt x="19462" y="14869"/>
                  <a:pt x="19419" y="14642"/>
                  <a:pt x="19479" y="14491"/>
                </a:cubicBezTo>
                <a:lnTo>
                  <a:pt x="19862" y="13390"/>
                </a:lnTo>
                <a:cubicBezTo>
                  <a:pt x="19910" y="13233"/>
                  <a:pt x="20082" y="13088"/>
                  <a:pt x="20244" y="13072"/>
                </a:cubicBezTo>
                <a:lnTo>
                  <a:pt x="21081" y="12978"/>
                </a:lnTo>
                <a:cubicBezTo>
                  <a:pt x="21243" y="12962"/>
                  <a:pt x="21379" y="12940"/>
                  <a:pt x="21384" y="12929"/>
                </a:cubicBezTo>
                <a:cubicBezTo>
                  <a:pt x="21384" y="12918"/>
                  <a:pt x="21404" y="12784"/>
                  <a:pt x="21431" y="12616"/>
                </a:cubicBezTo>
                <a:lnTo>
                  <a:pt x="21583" y="11072"/>
                </a:lnTo>
                <a:cubicBezTo>
                  <a:pt x="21594" y="10909"/>
                  <a:pt x="21600" y="10767"/>
                  <a:pt x="21600" y="10757"/>
                </a:cubicBezTo>
                <a:cubicBezTo>
                  <a:pt x="21584" y="10757"/>
                  <a:pt x="21460" y="10702"/>
                  <a:pt x="21303" y="10648"/>
                </a:cubicBezTo>
                <a:lnTo>
                  <a:pt x="20477" y="10345"/>
                </a:lnTo>
                <a:cubicBezTo>
                  <a:pt x="20321" y="10291"/>
                  <a:pt x="20180" y="10106"/>
                  <a:pt x="20163" y="9944"/>
                </a:cubicBezTo>
                <a:lnTo>
                  <a:pt x="20013" y="8914"/>
                </a:lnTo>
                <a:cubicBezTo>
                  <a:pt x="19981" y="8752"/>
                  <a:pt x="20067" y="8546"/>
                  <a:pt x="20202" y="8454"/>
                </a:cubicBezTo>
                <a:lnTo>
                  <a:pt x="20926" y="7966"/>
                </a:lnTo>
                <a:cubicBezTo>
                  <a:pt x="21060" y="7874"/>
                  <a:pt x="21174" y="7792"/>
                  <a:pt x="21168" y="7781"/>
                </a:cubicBezTo>
                <a:cubicBezTo>
                  <a:pt x="21168" y="7770"/>
                  <a:pt x="21119" y="7640"/>
                  <a:pt x="21065" y="7483"/>
                </a:cubicBezTo>
                <a:lnTo>
                  <a:pt x="20472" y="6000"/>
                </a:lnTo>
                <a:cubicBezTo>
                  <a:pt x="20402" y="5848"/>
                  <a:pt x="20342" y="5723"/>
                  <a:pt x="20337" y="5712"/>
                </a:cubicBezTo>
                <a:cubicBezTo>
                  <a:pt x="20332" y="5701"/>
                  <a:pt x="20197" y="5717"/>
                  <a:pt x="20035" y="5739"/>
                </a:cubicBezTo>
                <a:lnTo>
                  <a:pt x="19133" y="5858"/>
                </a:lnTo>
                <a:cubicBezTo>
                  <a:pt x="18971" y="5879"/>
                  <a:pt x="18761" y="5788"/>
                  <a:pt x="18674" y="5648"/>
                </a:cubicBezTo>
                <a:lnTo>
                  <a:pt x="18135" y="4899"/>
                </a:lnTo>
                <a:cubicBezTo>
                  <a:pt x="18032" y="4769"/>
                  <a:pt x="18017" y="4548"/>
                  <a:pt x="18093" y="4401"/>
                </a:cubicBezTo>
                <a:lnTo>
                  <a:pt x="18518" y="3609"/>
                </a:lnTo>
                <a:cubicBezTo>
                  <a:pt x="18593" y="3462"/>
                  <a:pt x="18653" y="3338"/>
                  <a:pt x="18647" y="3333"/>
                </a:cubicBezTo>
                <a:cubicBezTo>
                  <a:pt x="18642" y="3327"/>
                  <a:pt x="18540" y="3230"/>
                  <a:pt x="18422" y="3116"/>
                </a:cubicBezTo>
                <a:lnTo>
                  <a:pt x="17186" y="2044"/>
                </a:lnTo>
                <a:cubicBezTo>
                  <a:pt x="17056" y="1941"/>
                  <a:pt x="16943" y="1853"/>
                  <a:pt x="16938" y="1848"/>
                </a:cubicBezTo>
                <a:cubicBezTo>
                  <a:pt x="16932" y="1842"/>
                  <a:pt x="16813" y="1918"/>
                  <a:pt x="16683" y="2010"/>
                </a:cubicBezTo>
                <a:lnTo>
                  <a:pt x="15934" y="2547"/>
                </a:lnTo>
                <a:cubicBezTo>
                  <a:pt x="15800" y="2644"/>
                  <a:pt x="15572" y="2655"/>
                  <a:pt x="15432" y="2574"/>
                </a:cubicBezTo>
                <a:lnTo>
                  <a:pt x="14682" y="2190"/>
                </a:lnTo>
                <a:cubicBezTo>
                  <a:pt x="14531" y="2119"/>
                  <a:pt x="14411" y="1929"/>
                  <a:pt x="14417" y="1761"/>
                </a:cubicBezTo>
                <a:lnTo>
                  <a:pt x="14429" y="840"/>
                </a:lnTo>
                <a:cubicBezTo>
                  <a:pt x="14429" y="677"/>
                  <a:pt x="14428" y="537"/>
                  <a:pt x="14417" y="537"/>
                </a:cubicBezTo>
                <a:cubicBezTo>
                  <a:pt x="14411" y="531"/>
                  <a:pt x="14272" y="494"/>
                  <a:pt x="14115" y="445"/>
                </a:cubicBezTo>
                <a:lnTo>
                  <a:pt x="12508" y="54"/>
                </a:lnTo>
                <a:cubicBezTo>
                  <a:pt x="12346" y="22"/>
                  <a:pt x="12205" y="0"/>
                  <a:pt x="12200" y="0"/>
                </a:cubicBezTo>
                <a:cubicBezTo>
                  <a:pt x="12189" y="0"/>
                  <a:pt x="12125" y="120"/>
                  <a:pt x="12049" y="266"/>
                </a:cubicBezTo>
                <a:lnTo>
                  <a:pt x="11628" y="1096"/>
                </a:lnTo>
                <a:cubicBezTo>
                  <a:pt x="11552" y="1242"/>
                  <a:pt x="11358" y="1355"/>
                  <a:pt x="11196" y="1350"/>
                </a:cubicBezTo>
                <a:lnTo>
                  <a:pt x="10387" y="1350"/>
                </a:lnTo>
                <a:cubicBezTo>
                  <a:pt x="10225" y="1355"/>
                  <a:pt x="10025" y="1242"/>
                  <a:pt x="9955" y="1096"/>
                </a:cubicBezTo>
                <a:lnTo>
                  <a:pt x="9534" y="266"/>
                </a:lnTo>
                <a:cubicBezTo>
                  <a:pt x="9458" y="120"/>
                  <a:pt x="9394" y="0"/>
                  <a:pt x="9384" y="0"/>
                </a:cubicBezTo>
                <a:close/>
                <a:moveTo>
                  <a:pt x="10792" y="5820"/>
                </a:moveTo>
                <a:cubicBezTo>
                  <a:pt x="13533" y="5820"/>
                  <a:pt x="15761" y="8053"/>
                  <a:pt x="15761" y="10811"/>
                </a:cubicBezTo>
                <a:cubicBezTo>
                  <a:pt x="15761" y="13569"/>
                  <a:pt x="13533" y="15801"/>
                  <a:pt x="10792" y="15801"/>
                </a:cubicBezTo>
                <a:cubicBezTo>
                  <a:pt x="8051" y="15801"/>
                  <a:pt x="5822" y="13569"/>
                  <a:pt x="5822" y="10811"/>
                </a:cubicBezTo>
                <a:cubicBezTo>
                  <a:pt x="5822" y="8053"/>
                  <a:pt x="8045" y="5820"/>
                  <a:pt x="10792" y="5820"/>
                </a:cubicBezTo>
                <a:close/>
                <a:moveTo>
                  <a:pt x="10792" y="7592"/>
                </a:moveTo>
                <a:cubicBezTo>
                  <a:pt x="9016" y="7592"/>
                  <a:pt x="7581" y="9033"/>
                  <a:pt x="7581" y="10816"/>
                </a:cubicBezTo>
                <a:cubicBezTo>
                  <a:pt x="7581" y="12593"/>
                  <a:pt x="9016" y="14040"/>
                  <a:pt x="10792" y="14040"/>
                </a:cubicBezTo>
                <a:cubicBezTo>
                  <a:pt x="12567" y="14040"/>
                  <a:pt x="14002" y="12599"/>
                  <a:pt x="14002" y="10816"/>
                </a:cubicBezTo>
                <a:cubicBezTo>
                  <a:pt x="14002" y="9033"/>
                  <a:pt x="12567" y="7592"/>
                  <a:pt x="10792" y="7592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8" name="Gear">
            <a:extLst>
              <a:ext uri="{FF2B5EF4-FFF2-40B4-BE49-F238E27FC236}">
                <a16:creationId xmlns:a16="http://schemas.microsoft.com/office/drawing/2014/main" id="{15809258-BDB3-5CA2-3F18-6656777D581C}"/>
              </a:ext>
            </a:extLst>
          </p:cNvPr>
          <p:cNvSpPr/>
          <p:nvPr/>
        </p:nvSpPr>
        <p:spPr>
          <a:xfrm>
            <a:off x="16125105" y="6378471"/>
            <a:ext cx="637759" cy="6349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9384" y="0"/>
                </a:moveTo>
                <a:cubicBezTo>
                  <a:pt x="9373" y="0"/>
                  <a:pt x="9237" y="27"/>
                  <a:pt x="9075" y="54"/>
                </a:cubicBezTo>
                <a:lnTo>
                  <a:pt x="7468" y="445"/>
                </a:lnTo>
                <a:cubicBezTo>
                  <a:pt x="7312" y="494"/>
                  <a:pt x="7177" y="531"/>
                  <a:pt x="7166" y="537"/>
                </a:cubicBezTo>
                <a:cubicBezTo>
                  <a:pt x="7161" y="542"/>
                  <a:pt x="7154" y="677"/>
                  <a:pt x="7154" y="840"/>
                </a:cubicBezTo>
                <a:lnTo>
                  <a:pt x="7166" y="1761"/>
                </a:lnTo>
                <a:cubicBezTo>
                  <a:pt x="7166" y="1924"/>
                  <a:pt x="7047" y="2119"/>
                  <a:pt x="6902" y="2190"/>
                </a:cubicBezTo>
                <a:lnTo>
                  <a:pt x="6151" y="2574"/>
                </a:lnTo>
                <a:cubicBezTo>
                  <a:pt x="6006" y="2655"/>
                  <a:pt x="5778" y="2644"/>
                  <a:pt x="5649" y="2547"/>
                </a:cubicBezTo>
                <a:lnTo>
                  <a:pt x="4900" y="2010"/>
                </a:lnTo>
                <a:cubicBezTo>
                  <a:pt x="4765" y="1913"/>
                  <a:pt x="4651" y="1842"/>
                  <a:pt x="4645" y="1848"/>
                </a:cubicBezTo>
                <a:cubicBezTo>
                  <a:pt x="4640" y="1853"/>
                  <a:pt x="4527" y="1941"/>
                  <a:pt x="4398" y="2044"/>
                </a:cubicBezTo>
                <a:lnTo>
                  <a:pt x="3162" y="3116"/>
                </a:lnTo>
                <a:cubicBezTo>
                  <a:pt x="3043" y="3230"/>
                  <a:pt x="2941" y="3327"/>
                  <a:pt x="2936" y="3333"/>
                </a:cubicBezTo>
                <a:cubicBezTo>
                  <a:pt x="2930" y="3338"/>
                  <a:pt x="2990" y="3462"/>
                  <a:pt x="3065" y="3609"/>
                </a:cubicBezTo>
                <a:lnTo>
                  <a:pt x="3490" y="4401"/>
                </a:lnTo>
                <a:cubicBezTo>
                  <a:pt x="3566" y="4548"/>
                  <a:pt x="3551" y="4769"/>
                  <a:pt x="3448" y="4899"/>
                </a:cubicBezTo>
                <a:lnTo>
                  <a:pt x="2909" y="5648"/>
                </a:lnTo>
                <a:cubicBezTo>
                  <a:pt x="2817" y="5783"/>
                  <a:pt x="2612" y="5879"/>
                  <a:pt x="2450" y="5858"/>
                </a:cubicBezTo>
                <a:lnTo>
                  <a:pt x="1548" y="5739"/>
                </a:lnTo>
                <a:cubicBezTo>
                  <a:pt x="1386" y="5717"/>
                  <a:pt x="1251" y="5707"/>
                  <a:pt x="1246" y="5712"/>
                </a:cubicBezTo>
                <a:cubicBezTo>
                  <a:pt x="1241" y="5717"/>
                  <a:pt x="1181" y="5848"/>
                  <a:pt x="1111" y="6000"/>
                </a:cubicBezTo>
                <a:lnTo>
                  <a:pt x="518" y="7483"/>
                </a:lnTo>
                <a:cubicBezTo>
                  <a:pt x="464" y="7640"/>
                  <a:pt x="420" y="7776"/>
                  <a:pt x="415" y="7781"/>
                </a:cubicBezTo>
                <a:cubicBezTo>
                  <a:pt x="415" y="7792"/>
                  <a:pt x="523" y="7874"/>
                  <a:pt x="658" y="7966"/>
                </a:cubicBezTo>
                <a:lnTo>
                  <a:pt x="1381" y="8454"/>
                </a:lnTo>
                <a:cubicBezTo>
                  <a:pt x="1516" y="8546"/>
                  <a:pt x="1602" y="8752"/>
                  <a:pt x="1570" y="8914"/>
                </a:cubicBezTo>
                <a:lnTo>
                  <a:pt x="1420" y="9944"/>
                </a:lnTo>
                <a:cubicBezTo>
                  <a:pt x="1404" y="10106"/>
                  <a:pt x="1263" y="10291"/>
                  <a:pt x="1106" y="10345"/>
                </a:cubicBezTo>
                <a:lnTo>
                  <a:pt x="280" y="10648"/>
                </a:lnTo>
                <a:cubicBezTo>
                  <a:pt x="123" y="10702"/>
                  <a:pt x="0" y="10758"/>
                  <a:pt x="0" y="10769"/>
                </a:cubicBezTo>
                <a:cubicBezTo>
                  <a:pt x="0" y="10779"/>
                  <a:pt x="6" y="10919"/>
                  <a:pt x="17" y="11082"/>
                </a:cubicBezTo>
                <a:lnTo>
                  <a:pt x="167" y="12626"/>
                </a:lnTo>
                <a:cubicBezTo>
                  <a:pt x="194" y="12789"/>
                  <a:pt x="210" y="12930"/>
                  <a:pt x="216" y="12941"/>
                </a:cubicBezTo>
                <a:cubicBezTo>
                  <a:pt x="216" y="12952"/>
                  <a:pt x="350" y="12974"/>
                  <a:pt x="518" y="12990"/>
                </a:cubicBezTo>
                <a:lnTo>
                  <a:pt x="1354" y="13082"/>
                </a:lnTo>
                <a:cubicBezTo>
                  <a:pt x="1516" y="13098"/>
                  <a:pt x="1688" y="13245"/>
                  <a:pt x="1737" y="13402"/>
                </a:cubicBezTo>
                <a:lnTo>
                  <a:pt x="2121" y="14501"/>
                </a:lnTo>
                <a:cubicBezTo>
                  <a:pt x="2181" y="14653"/>
                  <a:pt x="2142" y="14881"/>
                  <a:pt x="2028" y="15000"/>
                </a:cubicBezTo>
                <a:lnTo>
                  <a:pt x="1457" y="15624"/>
                </a:lnTo>
                <a:cubicBezTo>
                  <a:pt x="1349" y="15743"/>
                  <a:pt x="1258" y="15850"/>
                  <a:pt x="1263" y="15856"/>
                </a:cubicBezTo>
                <a:cubicBezTo>
                  <a:pt x="1268" y="15861"/>
                  <a:pt x="1338" y="15986"/>
                  <a:pt x="1425" y="16127"/>
                </a:cubicBezTo>
                <a:lnTo>
                  <a:pt x="2256" y="17380"/>
                </a:lnTo>
                <a:cubicBezTo>
                  <a:pt x="2353" y="17510"/>
                  <a:pt x="2440" y="17623"/>
                  <a:pt x="2445" y="17634"/>
                </a:cubicBezTo>
                <a:cubicBezTo>
                  <a:pt x="2450" y="17639"/>
                  <a:pt x="2579" y="17595"/>
                  <a:pt x="2730" y="17535"/>
                </a:cubicBezTo>
                <a:lnTo>
                  <a:pt x="3490" y="17232"/>
                </a:lnTo>
                <a:cubicBezTo>
                  <a:pt x="3641" y="17173"/>
                  <a:pt x="3863" y="17216"/>
                  <a:pt x="3976" y="17336"/>
                </a:cubicBezTo>
                <a:lnTo>
                  <a:pt x="4905" y="18192"/>
                </a:lnTo>
                <a:cubicBezTo>
                  <a:pt x="5029" y="18295"/>
                  <a:pt x="5100" y="18511"/>
                  <a:pt x="5062" y="18673"/>
                </a:cubicBezTo>
                <a:lnTo>
                  <a:pt x="4851" y="19476"/>
                </a:lnTo>
                <a:cubicBezTo>
                  <a:pt x="4808" y="19633"/>
                  <a:pt x="4780" y="19769"/>
                  <a:pt x="4785" y="19774"/>
                </a:cubicBezTo>
                <a:cubicBezTo>
                  <a:pt x="4791" y="19780"/>
                  <a:pt x="4915" y="19850"/>
                  <a:pt x="5055" y="19937"/>
                </a:cubicBezTo>
                <a:lnTo>
                  <a:pt x="6345" y="20631"/>
                </a:lnTo>
                <a:cubicBezTo>
                  <a:pt x="6491" y="20701"/>
                  <a:pt x="6621" y="20761"/>
                  <a:pt x="6632" y="20766"/>
                </a:cubicBezTo>
                <a:cubicBezTo>
                  <a:pt x="6637" y="20772"/>
                  <a:pt x="6735" y="20668"/>
                  <a:pt x="6843" y="20543"/>
                </a:cubicBezTo>
                <a:lnTo>
                  <a:pt x="7370" y="19932"/>
                </a:lnTo>
                <a:cubicBezTo>
                  <a:pt x="7478" y="19807"/>
                  <a:pt x="7694" y="19742"/>
                  <a:pt x="7851" y="19791"/>
                </a:cubicBezTo>
                <a:lnTo>
                  <a:pt x="9136" y="20116"/>
                </a:lnTo>
                <a:cubicBezTo>
                  <a:pt x="9298" y="20149"/>
                  <a:pt x="9459" y="20306"/>
                  <a:pt x="9497" y="20468"/>
                </a:cubicBezTo>
                <a:lnTo>
                  <a:pt x="9680" y="21259"/>
                </a:lnTo>
                <a:cubicBezTo>
                  <a:pt x="9718" y="21422"/>
                  <a:pt x="9756" y="21552"/>
                  <a:pt x="9761" y="21552"/>
                </a:cubicBezTo>
                <a:cubicBezTo>
                  <a:pt x="9767" y="21552"/>
                  <a:pt x="9911" y="21562"/>
                  <a:pt x="10073" y="21573"/>
                </a:cubicBezTo>
                <a:lnTo>
                  <a:pt x="10500" y="21595"/>
                </a:lnTo>
                <a:cubicBezTo>
                  <a:pt x="10662" y="21600"/>
                  <a:pt x="10931" y="21600"/>
                  <a:pt x="11098" y="21595"/>
                </a:cubicBezTo>
                <a:lnTo>
                  <a:pt x="11525" y="21573"/>
                </a:lnTo>
                <a:cubicBezTo>
                  <a:pt x="11687" y="21562"/>
                  <a:pt x="11828" y="21552"/>
                  <a:pt x="11839" y="21552"/>
                </a:cubicBezTo>
                <a:cubicBezTo>
                  <a:pt x="11849" y="21552"/>
                  <a:pt x="11882" y="21416"/>
                  <a:pt x="11920" y="21259"/>
                </a:cubicBezTo>
                <a:lnTo>
                  <a:pt x="12103" y="20468"/>
                </a:lnTo>
                <a:cubicBezTo>
                  <a:pt x="12141" y="20306"/>
                  <a:pt x="12302" y="20149"/>
                  <a:pt x="12464" y="20116"/>
                </a:cubicBezTo>
                <a:lnTo>
                  <a:pt x="13749" y="19791"/>
                </a:lnTo>
                <a:cubicBezTo>
                  <a:pt x="13906" y="19742"/>
                  <a:pt x="14120" y="19807"/>
                  <a:pt x="14228" y="19932"/>
                </a:cubicBezTo>
                <a:lnTo>
                  <a:pt x="14757" y="20543"/>
                </a:lnTo>
                <a:cubicBezTo>
                  <a:pt x="14865" y="20668"/>
                  <a:pt x="14957" y="20767"/>
                  <a:pt x="14968" y="20766"/>
                </a:cubicBezTo>
                <a:cubicBezTo>
                  <a:pt x="14974" y="20761"/>
                  <a:pt x="15102" y="20701"/>
                  <a:pt x="15253" y="20631"/>
                </a:cubicBezTo>
                <a:lnTo>
                  <a:pt x="16543" y="19937"/>
                </a:lnTo>
                <a:cubicBezTo>
                  <a:pt x="16683" y="19850"/>
                  <a:pt x="16802" y="19780"/>
                  <a:pt x="16813" y="19774"/>
                </a:cubicBezTo>
                <a:cubicBezTo>
                  <a:pt x="16818" y="19769"/>
                  <a:pt x="16792" y="19633"/>
                  <a:pt x="16749" y="19476"/>
                </a:cubicBezTo>
                <a:lnTo>
                  <a:pt x="16538" y="18673"/>
                </a:lnTo>
                <a:cubicBezTo>
                  <a:pt x="16495" y="18516"/>
                  <a:pt x="16565" y="18301"/>
                  <a:pt x="16695" y="18192"/>
                </a:cubicBezTo>
                <a:lnTo>
                  <a:pt x="17622" y="17336"/>
                </a:lnTo>
                <a:cubicBezTo>
                  <a:pt x="17736" y="17216"/>
                  <a:pt x="17957" y="17173"/>
                  <a:pt x="18108" y="17232"/>
                </a:cubicBezTo>
                <a:lnTo>
                  <a:pt x="18868" y="17535"/>
                </a:lnTo>
                <a:cubicBezTo>
                  <a:pt x="19019" y="17595"/>
                  <a:pt x="19150" y="17639"/>
                  <a:pt x="19155" y="17634"/>
                </a:cubicBezTo>
                <a:cubicBezTo>
                  <a:pt x="19160" y="17628"/>
                  <a:pt x="19247" y="17515"/>
                  <a:pt x="19344" y="17380"/>
                </a:cubicBezTo>
                <a:lnTo>
                  <a:pt x="20175" y="16127"/>
                </a:lnTo>
                <a:cubicBezTo>
                  <a:pt x="20262" y="15986"/>
                  <a:pt x="20332" y="15861"/>
                  <a:pt x="20337" y="15856"/>
                </a:cubicBezTo>
                <a:cubicBezTo>
                  <a:pt x="20342" y="15850"/>
                  <a:pt x="20256" y="15743"/>
                  <a:pt x="20143" y="15624"/>
                </a:cubicBezTo>
                <a:lnTo>
                  <a:pt x="19570" y="14989"/>
                </a:lnTo>
                <a:cubicBezTo>
                  <a:pt x="19462" y="14869"/>
                  <a:pt x="19419" y="14642"/>
                  <a:pt x="19479" y="14491"/>
                </a:cubicBezTo>
                <a:lnTo>
                  <a:pt x="19862" y="13390"/>
                </a:lnTo>
                <a:cubicBezTo>
                  <a:pt x="19910" y="13233"/>
                  <a:pt x="20082" y="13088"/>
                  <a:pt x="20244" y="13072"/>
                </a:cubicBezTo>
                <a:lnTo>
                  <a:pt x="21081" y="12978"/>
                </a:lnTo>
                <a:cubicBezTo>
                  <a:pt x="21243" y="12962"/>
                  <a:pt x="21379" y="12940"/>
                  <a:pt x="21384" y="12929"/>
                </a:cubicBezTo>
                <a:cubicBezTo>
                  <a:pt x="21384" y="12918"/>
                  <a:pt x="21404" y="12784"/>
                  <a:pt x="21431" y="12616"/>
                </a:cubicBezTo>
                <a:lnTo>
                  <a:pt x="21583" y="11072"/>
                </a:lnTo>
                <a:cubicBezTo>
                  <a:pt x="21594" y="10909"/>
                  <a:pt x="21600" y="10767"/>
                  <a:pt x="21600" y="10757"/>
                </a:cubicBezTo>
                <a:cubicBezTo>
                  <a:pt x="21584" y="10757"/>
                  <a:pt x="21460" y="10702"/>
                  <a:pt x="21303" y="10648"/>
                </a:cubicBezTo>
                <a:lnTo>
                  <a:pt x="20477" y="10345"/>
                </a:lnTo>
                <a:cubicBezTo>
                  <a:pt x="20321" y="10291"/>
                  <a:pt x="20180" y="10106"/>
                  <a:pt x="20163" y="9944"/>
                </a:cubicBezTo>
                <a:lnTo>
                  <a:pt x="20013" y="8914"/>
                </a:lnTo>
                <a:cubicBezTo>
                  <a:pt x="19981" y="8752"/>
                  <a:pt x="20067" y="8546"/>
                  <a:pt x="20202" y="8454"/>
                </a:cubicBezTo>
                <a:lnTo>
                  <a:pt x="20926" y="7966"/>
                </a:lnTo>
                <a:cubicBezTo>
                  <a:pt x="21060" y="7874"/>
                  <a:pt x="21174" y="7792"/>
                  <a:pt x="21168" y="7781"/>
                </a:cubicBezTo>
                <a:cubicBezTo>
                  <a:pt x="21168" y="7770"/>
                  <a:pt x="21119" y="7640"/>
                  <a:pt x="21065" y="7483"/>
                </a:cubicBezTo>
                <a:lnTo>
                  <a:pt x="20472" y="6000"/>
                </a:lnTo>
                <a:cubicBezTo>
                  <a:pt x="20402" y="5848"/>
                  <a:pt x="20342" y="5723"/>
                  <a:pt x="20337" y="5712"/>
                </a:cubicBezTo>
                <a:cubicBezTo>
                  <a:pt x="20332" y="5701"/>
                  <a:pt x="20197" y="5717"/>
                  <a:pt x="20035" y="5739"/>
                </a:cubicBezTo>
                <a:lnTo>
                  <a:pt x="19133" y="5858"/>
                </a:lnTo>
                <a:cubicBezTo>
                  <a:pt x="18971" y="5879"/>
                  <a:pt x="18761" y="5788"/>
                  <a:pt x="18674" y="5648"/>
                </a:cubicBezTo>
                <a:lnTo>
                  <a:pt x="18135" y="4899"/>
                </a:lnTo>
                <a:cubicBezTo>
                  <a:pt x="18032" y="4769"/>
                  <a:pt x="18017" y="4548"/>
                  <a:pt x="18093" y="4401"/>
                </a:cubicBezTo>
                <a:lnTo>
                  <a:pt x="18518" y="3609"/>
                </a:lnTo>
                <a:cubicBezTo>
                  <a:pt x="18593" y="3462"/>
                  <a:pt x="18653" y="3338"/>
                  <a:pt x="18647" y="3333"/>
                </a:cubicBezTo>
                <a:cubicBezTo>
                  <a:pt x="18642" y="3327"/>
                  <a:pt x="18540" y="3230"/>
                  <a:pt x="18422" y="3116"/>
                </a:cubicBezTo>
                <a:lnTo>
                  <a:pt x="17186" y="2044"/>
                </a:lnTo>
                <a:cubicBezTo>
                  <a:pt x="17056" y="1941"/>
                  <a:pt x="16943" y="1853"/>
                  <a:pt x="16938" y="1848"/>
                </a:cubicBezTo>
                <a:cubicBezTo>
                  <a:pt x="16932" y="1842"/>
                  <a:pt x="16813" y="1918"/>
                  <a:pt x="16683" y="2010"/>
                </a:cubicBezTo>
                <a:lnTo>
                  <a:pt x="15934" y="2547"/>
                </a:lnTo>
                <a:cubicBezTo>
                  <a:pt x="15800" y="2644"/>
                  <a:pt x="15572" y="2655"/>
                  <a:pt x="15432" y="2574"/>
                </a:cubicBezTo>
                <a:lnTo>
                  <a:pt x="14682" y="2190"/>
                </a:lnTo>
                <a:cubicBezTo>
                  <a:pt x="14531" y="2119"/>
                  <a:pt x="14411" y="1929"/>
                  <a:pt x="14417" y="1761"/>
                </a:cubicBezTo>
                <a:lnTo>
                  <a:pt x="14429" y="840"/>
                </a:lnTo>
                <a:cubicBezTo>
                  <a:pt x="14429" y="677"/>
                  <a:pt x="14428" y="537"/>
                  <a:pt x="14417" y="537"/>
                </a:cubicBezTo>
                <a:cubicBezTo>
                  <a:pt x="14411" y="531"/>
                  <a:pt x="14272" y="494"/>
                  <a:pt x="14115" y="445"/>
                </a:cubicBezTo>
                <a:lnTo>
                  <a:pt x="12508" y="54"/>
                </a:lnTo>
                <a:cubicBezTo>
                  <a:pt x="12346" y="22"/>
                  <a:pt x="12205" y="0"/>
                  <a:pt x="12200" y="0"/>
                </a:cubicBezTo>
                <a:cubicBezTo>
                  <a:pt x="12189" y="0"/>
                  <a:pt x="12125" y="120"/>
                  <a:pt x="12049" y="266"/>
                </a:cubicBezTo>
                <a:lnTo>
                  <a:pt x="11628" y="1096"/>
                </a:lnTo>
                <a:cubicBezTo>
                  <a:pt x="11552" y="1242"/>
                  <a:pt x="11358" y="1355"/>
                  <a:pt x="11196" y="1350"/>
                </a:cubicBezTo>
                <a:lnTo>
                  <a:pt x="10387" y="1350"/>
                </a:lnTo>
                <a:cubicBezTo>
                  <a:pt x="10225" y="1355"/>
                  <a:pt x="10025" y="1242"/>
                  <a:pt x="9955" y="1096"/>
                </a:cubicBezTo>
                <a:lnTo>
                  <a:pt x="9534" y="266"/>
                </a:lnTo>
                <a:cubicBezTo>
                  <a:pt x="9458" y="120"/>
                  <a:pt x="9394" y="0"/>
                  <a:pt x="9384" y="0"/>
                </a:cubicBezTo>
                <a:close/>
                <a:moveTo>
                  <a:pt x="10792" y="5820"/>
                </a:moveTo>
                <a:cubicBezTo>
                  <a:pt x="13533" y="5820"/>
                  <a:pt x="15761" y="8053"/>
                  <a:pt x="15761" y="10811"/>
                </a:cubicBezTo>
                <a:cubicBezTo>
                  <a:pt x="15761" y="13569"/>
                  <a:pt x="13533" y="15801"/>
                  <a:pt x="10792" y="15801"/>
                </a:cubicBezTo>
                <a:cubicBezTo>
                  <a:pt x="8051" y="15801"/>
                  <a:pt x="5822" y="13569"/>
                  <a:pt x="5822" y="10811"/>
                </a:cubicBezTo>
                <a:cubicBezTo>
                  <a:pt x="5822" y="8053"/>
                  <a:pt x="8045" y="5820"/>
                  <a:pt x="10792" y="5820"/>
                </a:cubicBezTo>
                <a:close/>
                <a:moveTo>
                  <a:pt x="10792" y="7592"/>
                </a:moveTo>
                <a:cubicBezTo>
                  <a:pt x="9016" y="7592"/>
                  <a:pt x="7581" y="9033"/>
                  <a:pt x="7581" y="10816"/>
                </a:cubicBezTo>
                <a:cubicBezTo>
                  <a:pt x="7581" y="12593"/>
                  <a:pt x="9016" y="14040"/>
                  <a:pt x="10792" y="14040"/>
                </a:cubicBezTo>
                <a:cubicBezTo>
                  <a:pt x="12567" y="14040"/>
                  <a:pt x="14002" y="12599"/>
                  <a:pt x="14002" y="10816"/>
                </a:cubicBezTo>
                <a:cubicBezTo>
                  <a:pt x="14002" y="9033"/>
                  <a:pt x="12567" y="7592"/>
                  <a:pt x="10792" y="7592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9" name="Gear">
            <a:extLst>
              <a:ext uri="{FF2B5EF4-FFF2-40B4-BE49-F238E27FC236}">
                <a16:creationId xmlns:a16="http://schemas.microsoft.com/office/drawing/2014/main" id="{F346D4A6-9F43-1918-BEE7-A3C0DAC2D9FF}"/>
              </a:ext>
            </a:extLst>
          </p:cNvPr>
          <p:cNvSpPr/>
          <p:nvPr/>
        </p:nvSpPr>
        <p:spPr>
          <a:xfrm>
            <a:off x="17678275" y="6993295"/>
            <a:ext cx="637756" cy="6349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9384" y="0"/>
                </a:moveTo>
                <a:cubicBezTo>
                  <a:pt x="9373" y="0"/>
                  <a:pt x="9237" y="27"/>
                  <a:pt x="9075" y="54"/>
                </a:cubicBezTo>
                <a:lnTo>
                  <a:pt x="7468" y="445"/>
                </a:lnTo>
                <a:cubicBezTo>
                  <a:pt x="7312" y="494"/>
                  <a:pt x="7177" y="531"/>
                  <a:pt x="7166" y="537"/>
                </a:cubicBezTo>
                <a:cubicBezTo>
                  <a:pt x="7161" y="542"/>
                  <a:pt x="7154" y="677"/>
                  <a:pt x="7154" y="840"/>
                </a:cubicBezTo>
                <a:lnTo>
                  <a:pt x="7166" y="1761"/>
                </a:lnTo>
                <a:cubicBezTo>
                  <a:pt x="7166" y="1924"/>
                  <a:pt x="7047" y="2119"/>
                  <a:pt x="6902" y="2190"/>
                </a:cubicBezTo>
                <a:lnTo>
                  <a:pt x="6151" y="2574"/>
                </a:lnTo>
                <a:cubicBezTo>
                  <a:pt x="6006" y="2655"/>
                  <a:pt x="5778" y="2644"/>
                  <a:pt x="5649" y="2547"/>
                </a:cubicBezTo>
                <a:lnTo>
                  <a:pt x="4900" y="2010"/>
                </a:lnTo>
                <a:cubicBezTo>
                  <a:pt x="4765" y="1913"/>
                  <a:pt x="4651" y="1842"/>
                  <a:pt x="4645" y="1848"/>
                </a:cubicBezTo>
                <a:cubicBezTo>
                  <a:pt x="4640" y="1853"/>
                  <a:pt x="4527" y="1941"/>
                  <a:pt x="4398" y="2044"/>
                </a:cubicBezTo>
                <a:lnTo>
                  <a:pt x="3162" y="3116"/>
                </a:lnTo>
                <a:cubicBezTo>
                  <a:pt x="3043" y="3230"/>
                  <a:pt x="2941" y="3327"/>
                  <a:pt x="2936" y="3333"/>
                </a:cubicBezTo>
                <a:cubicBezTo>
                  <a:pt x="2930" y="3338"/>
                  <a:pt x="2990" y="3462"/>
                  <a:pt x="3065" y="3609"/>
                </a:cubicBezTo>
                <a:lnTo>
                  <a:pt x="3490" y="4401"/>
                </a:lnTo>
                <a:cubicBezTo>
                  <a:pt x="3566" y="4548"/>
                  <a:pt x="3551" y="4769"/>
                  <a:pt x="3448" y="4899"/>
                </a:cubicBezTo>
                <a:lnTo>
                  <a:pt x="2909" y="5648"/>
                </a:lnTo>
                <a:cubicBezTo>
                  <a:pt x="2817" y="5783"/>
                  <a:pt x="2612" y="5879"/>
                  <a:pt x="2450" y="5858"/>
                </a:cubicBezTo>
                <a:lnTo>
                  <a:pt x="1548" y="5739"/>
                </a:lnTo>
                <a:cubicBezTo>
                  <a:pt x="1386" y="5717"/>
                  <a:pt x="1251" y="5707"/>
                  <a:pt x="1246" y="5712"/>
                </a:cubicBezTo>
                <a:cubicBezTo>
                  <a:pt x="1241" y="5717"/>
                  <a:pt x="1181" y="5848"/>
                  <a:pt x="1111" y="6000"/>
                </a:cubicBezTo>
                <a:lnTo>
                  <a:pt x="518" y="7483"/>
                </a:lnTo>
                <a:cubicBezTo>
                  <a:pt x="464" y="7640"/>
                  <a:pt x="420" y="7776"/>
                  <a:pt x="415" y="7781"/>
                </a:cubicBezTo>
                <a:cubicBezTo>
                  <a:pt x="415" y="7792"/>
                  <a:pt x="523" y="7874"/>
                  <a:pt x="658" y="7966"/>
                </a:cubicBezTo>
                <a:lnTo>
                  <a:pt x="1381" y="8454"/>
                </a:lnTo>
                <a:cubicBezTo>
                  <a:pt x="1516" y="8546"/>
                  <a:pt x="1602" y="8752"/>
                  <a:pt x="1570" y="8914"/>
                </a:cubicBezTo>
                <a:lnTo>
                  <a:pt x="1420" y="9944"/>
                </a:lnTo>
                <a:cubicBezTo>
                  <a:pt x="1404" y="10106"/>
                  <a:pt x="1263" y="10291"/>
                  <a:pt x="1106" y="10345"/>
                </a:cubicBezTo>
                <a:lnTo>
                  <a:pt x="280" y="10648"/>
                </a:lnTo>
                <a:cubicBezTo>
                  <a:pt x="123" y="10702"/>
                  <a:pt x="0" y="10758"/>
                  <a:pt x="0" y="10769"/>
                </a:cubicBezTo>
                <a:cubicBezTo>
                  <a:pt x="0" y="10779"/>
                  <a:pt x="6" y="10919"/>
                  <a:pt x="17" y="11082"/>
                </a:cubicBezTo>
                <a:lnTo>
                  <a:pt x="167" y="12626"/>
                </a:lnTo>
                <a:cubicBezTo>
                  <a:pt x="194" y="12789"/>
                  <a:pt x="210" y="12930"/>
                  <a:pt x="216" y="12941"/>
                </a:cubicBezTo>
                <a:cubicBezTo>
                  <a:pt x="216" y="12952"/>
                  <a:pt x="350" y="12974"/>
                  <a:pt x="518" y="12990"/>
                </a:cubicBezTo>
                <a:lnTo>
                  <a:pt x="1354" y="13082"/>
                </a:lnTo>
                <a:cubicBezTo>
                  <a:pt x="1516" y="13098"/>
                  <a:pt x="1688" y="13245"/>
                  <a:pt x="1737" y="13402"/>
                </a:cubicBezTo>
                <a:lnTo>
                  <a:pt x="2121" y="14501"/>
                </a:lnTo>
                <a:cubicBezTo>
                  <a:pt x="2181" y="14653"/>
                  <a:pt x="2142" y="14881"/>
                  <a:pt x="2028" y="15000"/>
                </a:cubicBezTo>
                <a:lnTo>
                  <a:pt x="1457" y="15624"/>
                </a:lnTo>
                <a:cubicBezTo>
                  <a:pt x="1349" y="15743"/>
                  <a:pt x="1258" y="15850"/>
                  <a:pt x="1263" y="15856"/>
                </a:cubicBezTo>
                <a:cubicBezTo>
                  <a:pt x="1268" y="15861"/>
                  <a:pt x="1338" y="15986"/>
                  <a:pt x="1425" y="16127"/>
                </a:cubicBezTo>
                <a:lnTo>
                  <a:pt x="2256" y="17380"/>
                </a:lnTo>
                <a:cubicBezTo>
                  <a:pt x="2353" y="17510"/>
                  <a:pt x="2440" y="17623"/>
                  <a:pt x="2445" y="17634"/>
                </a:cubicBezTo>
                <a:cubicBezTo>
                  <a:pt x="2450" y="17639"/>
                  <a:pt x="2579" y="17595"/>
                  <a:pt x="2730" y="17535"/>
                </a:cubicBezTo>
                <a:lnTo>
                  <a:pt x="3490" y="17232"/>
                </a:lnTo>
                <a:cubicBezTo>
                  <a:pt x="3641" y="17173"/>
                  <a:pt x="3863" y="17216"/>
                  <a:pt x="3976" y="17336"/>
                </a:cubicBezTo>
                <a:lnTo>
                  <a:pt x="4905" y="18192"/>
                </a:lnTo>
                <a:cubicBezTo>
                  <a:pt x="5029" y="18295"/>
                  <a:pt x="5100" y="18511"/>
                  <a:pt x="5062" y="18673"/>
                </a:cubicBezTo>
                <a:lnTo>
                  <a:pt x="4851" y="19476"/>
                </a:lnTo>
                <a:cubicBezTo>
                  <a:pt x="4808" y="19633"/>
                  <a:pt x="4780" y="19769"/>
                  <a:pt x="4785" y="19774"/>
                </a:cubicBezTo>
                <a:cubicBezTo>
                  <a:pt x="4791" y="19780"/>
                  <a:pt x="4915" y="19850"/>
                  <a:pt x="5055" y="19937"/>
                </a:cubicBezTo>
                <a:lnTo>
                  <a:pt x="6345" y="20631"/>
                </a:lnTo>
                <a:cubicBezTo>
                  <a:pt x="6491" y="20701"/>
                  <a:pt x="6621" y="20761"/>
                  <a:pt x="6632" y="20766"/>
                </a:cubicBezTo>
                <a:cubicBezTo>
                  <a:pt x="6637" y="20772"/>
                  <a:pt x="6735" y="20668"/>
                  <a:pt x="6843" y="20543"/>
                </a:cubicBezTo>
                <a:lnTo>
                  <a:pt x="7370" y="19932"/>
                </a:lnTo>
                <a:cubicBezTo>
                  <a:pt x="7478" y="19807"/>
                  <a:pt x="7694" y="19742"/>
                  <a:pt x="7851" y="19791"/>
                </a:cubicBezTo>
                <a:lnTo>
                  <a:pt x="9136" y="20116"/>
                </a:lnTo>
                <a:cubicBezTo>
                  <a:pt x="9298" y="20149"/>
                  <a:pt x="9459" y="20306"/>
                  <a:pt x="9497" y="20468"/>
                </a:cubicBezTo>
                <a:lnTo>
                  <a:pt x="9680" y="21259"/>
                </a:lnTo>
                <a:cubicBezTo>
                  <a:pt x="9718" y="21422"/>
                  <a:pt x="9756" y="21552"/>
                  <a:pt x="9761" y="21552"/>
                </a:cubicBezTo>
                <a:cubicBezTo>
                  <a:pt x="9767" y="21552"/>
                  <a:pt x="9911" y="21562"/>
                  <a:pt x="10073" y="21573"/>
                </a:cubicBezTo>
                <a:lnTo>
                  <a:pt x="10500" y="21595"/>
                </a:lnTo>
                <a:cubicBezTo>
                  <a:pt x="10662" y="21600"/>
                  <a:pt x="10931" y="21600"/>
                  <a:pt x="11098" y="21595"/>
                </a:cubicBezTo>
                <a:lnTo>
                  <a:pt x="11525" y="21573"/>
                </a:lnTo>
                <a:cubicBezTo>
                  <a:pt x="11687" y="21562"/>
                  <a:pt x="11828" y="21552"/>
                  <a:pt x="11839" y="21552"/>
                </a:cubicBezTo>
                <a:cubicBezTo>
                  <a:pt x="11849" y="21552"/>
                  <a:pt x="11882" y="21416"/>
                  <a:pt x="11920" y="21259"/>
                </a:cubicBezTo>
                <a:lnTo>
                  <a:pt x="12103" y="20468"/>
                </a:lnTo>
                <a:cubicBezTo>
                  <a:pt x="12141" y="20306"/>
                  <a:pt x="12302" y="20149"/>
                  <a:pt x="12464" y="20116"/>
                </a:cubicBezTo>
                <a:lnTo>
                  <a:pt x="13749" y="19791"/>
                </a:lnTo>
                <a:cubicBezTo>
                  <a:pt x="13906" y="19742"/>
                  <a:pt x="14120" y="19807"/>
                  <a:pt x="14228" y="19932"/>
                </a:cubicBezTo>
                <a:lnTo>
                  <a:pt x="14757" y="20543"/>
                </a:lnTo>
                <a:cubicBezTo>
                  <a:pt x="14865" y="20668"/>
                  <a:pt x="14957" y="20767"/>
                  <a:pt x="14968" y="20766"/>
                </a:cubicBezTo>
                <a:cubicBezTo>
                  <a:pt x="14974" y="20761"/>
                  <a:pt x="15102" y="20701"/>
                  <a:pt x="15253" y="20631"/>
                </a:cubicBezTo>
                <a:lnTo>
                  <a:pt x="16543" y="19937"/>
                </a:lnTo>
                <a:cubicBezTo>
                  <a:pt x="16683" y="19850"/>
                  <a:pt x="16802" y="19780"/>
                  <a:pt x="16813" y="19774"/>
                </a:cubicBezTo>
                <a:cubicBezTo>
                  <a:pt x="16818" y="19769"/>
                  <a:pt x="16792" y="19633"/>
                  <a:pt x="16749" y="19476"/>
                </a:cubicBezTo>
                <a:lnTo>
                  <a:pt x="16538" y="18673"/>
                </a:lnTo>
                <a:cubicBezTo>
                  <a:pt x="16495" y="18516"/>
                  <a:pt x="16565" y="18301"/>
                  <a:pt x="16695" y="18192"/>
                </a:cubicBezTo>
                <a:lnTo>
                  <a:pt x="17622" y="17336"/>
                </a:lnTo>
                <a:cubicBezTo>
                  <a:pt x="17736" y="17216"/>
                  <a:pt x="17957" y="17173"/>
                  <a:pt x="18108" y="17232"/>
                </a:cubicBezTo>
                <a:lnTo>
                  <a:pt x="18868" y="17535"/>
                </a:lnTo>
                <a:cubicBezTo>
                  <a:pt x="19019" y="17595"/>
                  <a:pt x="19150" y="17639"/>
                  <a:pt x="19155" y="17634"/>
                </a:cubicBezTo>
                <a:cubicBezTo>
                  <a:pt x="19160" y="17628"/>
                  <a:pt x="19247" y="17515"/>
                  <a:pt x="19344" y="17380"/>
                </a:cubicBezTo>
                <a:lnTo>
                  <a:pt x="20175" y="16127"/>
                </a:lnTo>
                <a:cubicBezTo>
                  <a:pt x="20262" y="15986"/>
                  <a:pt x="20332" y="15861"/>
                  <a:pt x="20337" y="15856"/>
                </a:cubicBezTo>
                <a:cubicBezTo>
                  <a:pt x="20342" y="15850"/>
                  <a:pt x="20256" y="15743"/>
                  <a:pt x="20143" y="15624"/>
                </a:cubicBezTo>
                <a:lnTo>
                  <a:pt x="19570" y="14989"/>
                </a:lnTo>
                <a:cubicBezTo>
                  <a:pt x="19462" y="14869"/>
                  <a:pt x="19419" y="14642"/>
                  <a:pt x="19479" y="14491"/>
                </a:cubicBezTo>
                <a:lnTo>
                  <a:pt x="19862" y="13390"/>
                </a:lnTo>
                <a:cubicBezTo>
                  <a:pt x="19910" y="13233"/>
                  <a:pt x="20082" y="13088"/>
                  <a:pt x="20244" y="13072"/>
                </a:cubicBezTo>
                <a:lnTo>
                  <a:pt x="21081" y="12978"/>
                </a:lnTo>
                <a:cubicBezTo>
                  <a:pt x="21243" y="12962"/>
                  <a:pt x="21379" y="12940"/>
                  <a:pt x="21384" y="12929"/>
                </a:cubicBezTo>
                <a:cubicBezTo>
                  <a:pt x="21384" y="12918"/>
                  <a:pt x="21404" y="12784"/>
                  <a:pt x="21431" y="12616"/>
                </a:cubicBezTo>
                <a:lnTo>
                  <a:pt x="21583" y="11072"/>
                </a:lnTo>
                <a:cubicBezTo>
                  <a:pt x="21594" y="10909"/>
                  <a:pt x="21600" y="10767"/>
                  <a:pt x="21600" y="10757"/>
                </a:cubicBezTo>
                <a:cubicBezTo>
                  <a:pt x="21584" y="10757"/>
                  <a:pt x="21460" y="10702"/>
                  <a:pt x="21303" y="10648"/>
                </a:cubicBezTo>
                <a:lnTo>
                  <a:pt x="20477" y="10345"/>
                </a:lnTo>
                <a:cubicBezTo>
                  <a:pt x="20321" y="10291"/>
                  <a:pt x="20180" y="10106"/>
                  <a:pt x="20163" y="9944"/>
                </a:cubicBezTo>
                <a:lnTo>
                  <a:pt x="20013" y="8914"/>
                </a:lnTo>
                <a:cubicBezTo>
                  <a:pt x="19981" y="8752"/>
                  <a:pt x="20067" y="8546"/>
                  <a:pt x="20202" y="8454"/>
                </a:cubicBezTo>
                <a:lnTo>
                  <a:pt x="20926" y="7966"/>
                </a:lnTo>
                <a:cubicBezTo>
                  <a:pt x="21060" y="7874"/>
                  <a:pt x="21174" y="7792"/>
                  <a:pt x="21168" y="7781"/>
                </a:cubicBezTo>
                <a:cubicBezTo>
                  <a:pt x="21168" y="7770"/>
                  <a:pt x="21119" y="7640"/>
                  <a:pt x="21065" y="7483"/>
                </a:cubicBezTo>
                <a:lnTo>
                  <a:pt x="20472" y="6000"/>
                </a:lnTo>
                <a:cubicBezTo>
                  <a:pt x="20402" y="5848"/>
                  <a:pt x="20342" y="5723"/>
                  <a:pt x="20337" y="5712"/>
                </a:cubicBezTo>
                <a:cubicBezTo>
                  <a:pt x="20332" y="5701"/>
                  <a:pt x="20197" y="5717"/>
                  <a:pt x="20035" y="5739"/>
                </a:cubicBezTo>
                <a:lnTo>
                  <a:pt x="19133" y="5858"/>
                </a:lnTo>
                <a:cubicBezTo>
                  <a:pt x="18971" y="5879"/>
                  <a:pt x="18761" y="5788"/>
                  <a:pt x="18674" y="5648"/>
                </a:cubicBezTo>
                <a:lnTo>
                  <a:pt x="18135" y="4899"/>
                </a:lnTo>
                <a:cubicBezTo>
                  <a:pt x="18032" y="4769"/>
                  <a:pt x="18017" y="4548"/>
                  <a:pt x="18093" y="4401"/>
                </a:cubicBezTo>
                <a:lnTo>
                  <a:pt x="18518" y="3609"/>
                </a:lnTo>
                <a:cubicBezTo>
                  <a:pt x="18593" y="3462"/>
                  <a:pt x="18653" y="3338"/>
                  <a:pt x="18647" y="3333"/>
                </a:cubicBezTo>
                <a:cubicBezTo>
                  <a:pt x="18642" y="3327"/>
                  <a:pt x="18540" y="3230"/>
                  <a:pt x="18422" y="3116"/>
                </a:cubicBezTo>
                <a:lnTo>
                  <a:pt x="17186" y="2044"/>
                </a:lnTo>
                <a:cubicBezTo>
                  <a:pt x="17056" y="1941"/>
                  <a:pt x="16943" y="1853"/>
                  <a:pt x="16938" y="1848"/>
                </a:cubicBezTo>
                <a:cubicBezTo>
                  <a:pt x="16932" y="1842"/>
                  <a:pt x="16813" y="1918"/>
                  <a:pt x="16683" y="2010"/>
                </a:cubicBezTo>
                <a:lnTo>
                  <a:pt x="15934" y="2547"/>
                </a:lnTo>
                <a:cubicBezTo>
                  <a:pt x="15800" y="2644"/>
                  <a:pt x="15572" y="2655"/>
                  <a:pt x="15432" y="2574"/>
                </a:cubicBezTo>
                <a:lnTo>
                  <a:pt x="14682" y="2190"/>
                </a:lnTo>
                <a:cubicBezTo>
                  <a:pt x="14531" y="2119"/>
                  <a:pt x="14411" y="1929"/>
                  <a:pt x="14417" y="1761"/>
                </a:cubicBezTo>
                <a:lnTo>
                  <a:pt x="14429" y="840"/>
                </a:lnTo>
                <a:cubicBezTo>
                  <a:pt x="14429" y="677"/>
                  <a:pt x="14428" y="537"/>
                  <a:pt x="14417" y="537"/>
                </a:cubicBezTo>
                <a:cubicBezTo>
                  <a:pt x="14411" y="531"/>
                  <a:pt x="14272" y="494"/>
                  <a:pt x="14115" y="445"/>
                </a:cubicBezTo>
                <a:lnTo>
                  <a:pt x="12508" y="54"/>
                </a:lnTo>
                <a:cubicBezTo>
                  <a:pt x="12346" y="22"/>
                  <a:pt x="12205" y="0"/>
                  <a:pt x="12200" y="0"/>
                </a:cubicBezTo>
                <a:cubicBezTo>
                  <a:pt x="12189" y="0"/>
                  <a:pt x="12125" y="120"/>
                  <a:pt x="12049" y="266"/>
                </a:cubicBezTo>
                <a:lnTo>
                  <a:pt x="11628" y="1096"/>
                </a:lnTo>
                <a:cubicBezTo>
                  <a:pt x="11552" y="1242"/>
                  <a:pt x="11358" y="1355"/>
                  <a:pt x="11196" y="1350"/>
                </a:cubicBezTo>
                <a:lnTo>
                  <a:pt x="10387" y="1350"/>
                </a:lnTo>
                <a:cubicBezTo>
                  <a:pt x="10225" y="1355"/>
                  <a:pt x="10025" y="1242"/>
                  <a:pt x="9955" y="1096"/>
                </a:cubicBezTo>
                <a:lnTo>
                  <a:pt x="9534" y="266"/>
                </a:lnTo>
                <a:cubicBezTo>
                  <a:pt x="9458" y="120"/>
                  <a:pt x="9394" y="0"/>
                  <a:pt x="9384" y="0"/>
                </a:cubicBezTo>
                <a:close/>
                <a:moveTo>
                  <a:pt x="10792" y="5820"/>
                </a:moveTo>
                <a:cubicBezTo>
                  <a:pt x="13533" y="5820"/>
                  <a:pt x="15761" y="8053"/>
                  <a:pt x="15761" y="10811"/>
                </a:cubicBezTo>
                <a:cubicBezTo>
                  <a:pt x="15761" y="13569"/>
                  <a:pt x="13533" y="15801"/>
                  <a:pt x="10792" y="15801"/>
                </a:cubicBezTo>
                <a:cubicBezTo>
                  <a:pt x="8051" y="15801"/>
                  <a:pt x="5822" y="13569"/>
                  <a:pt x="5822" y="10811"/>
                </a:cubicBezTo>
                <a:cubicBezTo>
                  <a:pt x="5822" y="8053"/>
                  <a:pt x="8045" y="5820"/>
                  <a:pt x="10792" y="5820"/>
                </a:cubicBezTo>
                <a:close/>
                <a:moveTo>
                  <a:pt x="10792" y="7592"/>
                </a:moveTo>
                <a:cubicBezTo>
                  <a:pt x="9016" y="7592"/>
                  <a:pt x="7581" y="9033"/>
                  <a:pt x="7581" y="10816"/>
                </a:cubicBezTo>
                <a:cubicBezTo>
                  <a:pt x="7581" y="12593"/>
                  <a:pt x="9016" y="14040"/>
                  <a:pt x="10792" y="14040"/>
                </a:cubicBezTo>
                <a:cubicBezTo>
                  <a:pt x="12567" y="14040"/>
                  <a:pt x="14002" y="12599"/>
                  <a:pt x="14002" y="10816"/>
                </a:cubicBezTo>
                <a:cubicBezTo>
                  <a:pt x="14002" y="9033"/>
                  <a:pt x="12567" y="7592"/>
                  <a:pt x="10792" y="7592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1" name="Gear">
            <a:extLst>
              <a:ext uri="{FF2B5EF4-FFF2-40B4-BE49-F238E27FC236}">
                <a16:creationId xmlns:a16="http://schemas.microsoft.com/office/drawing/2014/main" id="{95AEE9B1-A1C9-A8E0-537E-9D946EE898C4}"/>
              </a:ext>
            </a:extLst>
          </p:cNvPr>
          <p:cNvSpPr/>
          <p:nvPr/>
        </p:nvSpPr>
        <p:spPr>
          <a:xfrm>
            <a:off x="14905346" y="5683853"/>
            <a:ext cx="637756" cy="6349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9384" y="0"/>
                </a:moveTo>
                <a:cubicBezTo>
                  <a:pt x="9373" y="0"/>
                  <a:pt x="9237" y="27"/>
                  <a:pt x="9075" y="54"/>
                </a:cubicBezTo>
                <a:lnTo>
                  <a:pt x="7468" y="445"/>
                </a:lnTo>
                <a:cubicBezTo>
                  <a:pt x="7312" y="494"/>
                  <a:pt x="7177" y="531"/>
                  <a:pt x="7166" y="537"/>
                </a:cubicBezTo>
                <a:cubicBezTo>
                  <a:pt x="7161" y="542"/>
                  <a:pt x="7154" y="677"/>
                  <a:pt x="7154" y="840"/>
                </a:cubicBezTo>
                <a:lnTo>
                  <a:pt x="7166" y="1761"/>
                </a:lnTo>
                <a:cubicBezTo>
                  <a:pt x="7166" y="1924"/>
                  <a:pt x="7047" y="2119"/>
                  <a:pt x="6902" y="2190"/>
                </a:cubicBezTo>
                <a:lnTo>
                  <a:pt x="6151" y="2574"/>
                </a:lnTo>
                <a:cubicBezTo>
                  <a:pt x="6006" y="2655"/>
                  <a:pt x="5778" y="2644"/>
                  <a:pt x="5649" y="2547"/>
                </a:cubicBezTo>
                <a:lnTo>
                  <a:pt x="4900" y="2010"/>
                </a:lnTo>
                <a:cubicBezTo>
                  <a:pt x="4765" y="1913"/>
                  <a:pt x="4651" y="1842"/>
                  <a:pt x="4645" y="1848"/>
                </a:cubicBezTo>
                <a:cubicBezTo>
                  <a:pt x="4640" y="1853"/>
                  <a:pt x="4527" y="1941"/>
                  <a:pt x="4398" y="2044"/>
                </a:cubicBezTo>
                <a:lnTo>
                  <a:pt x="3162" y="3116"/>
                </a:lnTo>
                <a:cubicBezTo>
                  <a:pt x="3043" y="3230"/>
                  <a:pt x="2941" y="3327"/>
                  <a:pt x="2936" y="3333"/>
                </a:cubicBezTo>
                <a:cubicBezTo>
                  <a:pt x="2930" y="3338"/>
                  <a:pt x="2990" y="3462"/>
                  <a:pt x="3065" y="3609"/>
                </a:cubicBezTo>
                <a:lnTo>
                  <a:pt x="3490" y="4401"/>
                </a:lnTo>
                <a:cubicBezTo>
                  <a:pt x="3566" y="4548"/>
                  <a:pt x="3551" y="4769"/>
                  <a:pt x="3448" y="4899"/>
                </a:cubicBezTo>
                <a:lnTo>
                  <a:pt x="2909" y="5648"/>
                </a:lnTo>
                <a:cubicBezTo>
                  <a:pt x="2817" y="5783"/>
                  <a:pt x="2612" y="5879"/>
                  <a:pt x="2450" y="5858"/>
                </a:cubicBezTo>
                <a:lnTo>
                  <a:pt x="1548" y="5739"/>
                </a:lnTo>
                <a:cubicBezTo>
                  <a:pt x="1386" y="5717"/>
                  <a:pt x="1251" y="5707"/>
                  <a:pt x="1246" y="5712"/>
                </a:cubicBezTo>
                <a:cubicBezTo>
                  <a:pt x="1241" y="5717"/>
                  <a:pt x="1181" y="5848"/>
                  <a:pt x="1111" y="6000"/>
                </a:cubicBezTo>
                <a:lnTo>
                  <a:pt x="518" y="7483"/>
                </a:lnTo>
                <a:cubicBezTo>
                  <a:pt x="464" y="7640"/>
                  <a:pt x="420" y="7776"/>
                  <a:pt x="415" y="7781"/>
                </a:cubicBezTo>
                <a:cubicBezTo>
                  <a:pt x="415" y="7792"/>
                  <a:pt x="523" y="7874"/>
                  <a:pt x="658" y="7966"/>
                </a:cubicBezTo>
                <a:lnTo>
                  <a:pt x="1381" y="8454"/>
                </a:lnTo>
                <a:cubicBezTo>
                  <a:pt x="1516" y="8546"/>
                  <a:pt x="1602" y="8752"/>
                  <a:pt x="1570" y="8914"/>
                </a:cubicBezTo>
                <a:lnTo>
                  <a:pt x="1420" y="9944"/>
                </a:lnTo>
                <a:cubicBezTo>
                  <a:pt x="1404" y="10106"/>
                  <a:pt x="1263" y="10291"/>
                  <a:pt x="1106" y="10345"/>
                </a:cubicBezTo>
                <a:lnTo>
                  <a:pt x="280" y="10648"/>
                </a:lnTo>
                <a:cubicBezTo>
                  <a:pt x="123" y="10702"/>
                  <a:pt x="0" y="10758"/>
                  <a:pt x="0" y="10769"/>
                </a:cubicBezTo>
                <a:cubicBezTo>
                  <a:pt x="0" y="10779"/>
                  <a:pt x="6" y="10919"/>
                  <a:pt x="17" y="11082"/>
                </a:cubicBezTo>
                <a:lnTo>
                  <a:pt x="167" y="12626"/>
                </a:lnTo>
                <a:cubicBezTo>
                  <a:pt x="194" y="12789"/>
                  <a:pt x="210" y="12930"/>
                  <a:pt x="216" y="12941"/>
                </a:cubicBezTo>
                <a:cubicBezTo>
                  <a:pt x="216" y="12952"/>
                  <a:pt x="350" y="12974"/>
                  <a:pt x="518" y="12990"/>
                </a:cubicBezTo>
                <a:lnTo>
                  <a:pt x="1354" y="13082"/>
                </a:lnTo>
                <a:cubicBezTo>
                  <a:pt x="1516" y="13098"/>
                  <a:pt x="1688" y="13245"/>
                  <a:pt x="1737" y="13402"/>
                </a:cubicBezTo>
                <a:lnTo>
                  <a:pt x="2121" y="14501"/>
                </a:lnTo>
                <a:cubicBezTo>
                  <a:pt x="2181" y="14653"/>
                  <a:pt x="2142" y="14881"/>
                  <a:pt x="2028" y="15000"/>
                </a:cubicBezTo>
                <a:lnTo>
                  <a:pt x="1457" y="15624"/>
                </a:lnTo>
                <a:cubicBezTo>
                  <a:pt x="1349" y="15743"/>
                  <a:pt x="1258" y="15850"/>
                  <a:pt x="1263" y="15856"/>
                </a:cubicBezTo>
                <a:cubicBezTo>
                  <a:pt x="1268" y="15861"/>
                  <a:pt x="1338" y="15986"/>
                  <a:pt x="1425" y="16127"/>
                </a:cubicBezTo>
                <a:lnTo>
                  <a:pt x="2256" y="17380"/>
                </a:lnTo>
                <a:cubicBezTo>
                  <a:pt x="2353" y="17510"/>
                  <a:pt x="2440" y="17623"/>
                  <a:pt x="2445" y="17634"/>
                </a:cubicBezTo>
                <a:cubicBezTo>
                  <a:pt x="2450" y="17639"/>
                  <a:pt x="2579" y="17595"/>
                  <a:pt x="2730" y="17535"/>
                </a:cubicBezTo>
                <a:lnTo>
                  <a:pt x="3490" y="17232"/>
                </a:lnTo>
                <a:cubicBezTo>
                  <a:pt x="3641" y="17173"/>
                  <a:pt x="3863" y="17216"/>
                  <a:pt x="3976" y="17336"/>
                </a:cubicBezTo>
                <a:lnTo>
                  <a:pt x="4905" y="18192"/>
                </a:lnTo>
                <a:cubicBezTo>
                  <a:pt x="5029" y="18295"/>
                  <a:pt x="5100" y="18511"/>
                  <a:pt x="5062" y="18673"/>
                </a:cubicBezTo>
                <a:lnTo>
                  <a:pt x="4851" y="19476"/>
                </a:lnTo>
                <a:cubicBezTo>
                  <a:pt x="4808" y="19633"/>
                  <a:pt x="4780" y="19769"/>
                  <a:pt x="4785" y="19774"/>
                </a:cubicBezTo>
                <a:cubicBezTo>
                  <a:pt x="4791" y="19780"/>
                  <a:pt x="4915" y="19850"/>
                  <a:pt x="5055" y="19937"/>
                </a:cubicBezTo>
                <a:lnTo>
                  <a:pt x="6345" y="20631"/>
                </a:lnTo>
                <a:cubicBezTo>
                  <a:pt x="6491" y="20701"/>
                  <a:pt x="6621" y="20761"/>
                  <a:pt x="6632" y="20766"/>
                </a:cubicBezTo>
                <a:cubicBezTo>
                  <a:pt x="6637" y="20772"/>
                  <a:pt x="6735" y="20668"/>
                  <a:pt x="6843" y="20543"/>
                </a:cubicBezTo>
                <a:lnTo>
                  <a:pt x="7370" y="19932"/>
                </a:lnTo>
                <a:cubicBezTo>
                  <a:pt x="7478" y="19807"/>
                  <a:pt x="7694" y="19742"/>
                  <a:pt x="7851" y="19791"/>
                </a:cubicBezTo>
                <a:lnTo>
                  <a:pt x="9136" y="20116"/>
                </a:lnTo>
                <a:cubicBezTo>
                  <a:pt x="9298" y="20149"/>
                  <a:pt x="9459" y="20306"/>
                  <a:pt x="9497" y="20468"/>
                </a:cubicBezTo>
                <a:lnTo>
                  <a:pt x="9680" y="21259"/>
                </a:lnTo>
                <a:cubicBezTo>
                  <a:pt x="9718" y="21422"/>
                  <a:pt x="9756" y="21552"/>
                  <a:pt x="9761" y="21552"/>
                </a:cubicBezTo>
                <a:cubicBezTo>
                  <a:pt x="9767" y="21552"/>
                  <a:pt x="9911" y="21562"/>
                  <a:pt x="10073" y="21573"/>
                </a:cubicBezTo>
                <a:lnTo>
                  <a:pt x="10500" y="21595"/>
                </a:lnTo>
                <a:cubicBezTo>
                  <a:pt x="10662" y="21600"/>
                  <a:pt x="10931" y="21600"/>
                  <a:pt x="11098" y="21595"/>
                </a:cubicBezTo>
                <a:lnTo>
                  <a:pt x="11525" y="21573"/>
                </a:lnTo>
                <a:cubicBezTo>
                  <a:pt x="11687" y="21562"/>
                  <a:pt x="11828" y="21552"/>
                  <a:pt x="11839" y="21552"/>
                </a:cubicBezTo>
                <a:cubicBezTo>
                  <a:pt x="11849" y="21552"/>
                  <a:pt x="11882" y="21416"/>
                  <a:pt x="11920" y="21259"/>
                </a:cubicBezTo>
                <a:lnTo>
                  <a:pt x="12103" y="20468"/>
                </a:lnTo>
                <a:cubicBezTo>
                  <a:pt x="12141" y="20306"/>
                  <a:pt x="12302" y="20149"/>
                  <a:pt x="12464" y="20116"/>
                </a:cubicBezTo>
                <a:lnTo>
                  <a:pt x="13749" y="19791"/>
                </a:lnTo>
                <a:cubicBezTo>
                  <a:pt x="13906" y="19742"/>
                  <a:pt x="14120" y="19807"/>
                  <a:pt x="14228" y="19932"/>
                </a:cubicBezTo>
                <a:lnTo>
                  <a:pt x="14757" y="20543"/>
                </a:lnTo>
                <a:cubicBezTo>
                  <a:pt x="14865" y="20668"/>
                  <a:pt x="14957" y="20767"/>
                  <a:pt x="14968" y="20766"/>
                </a:cubicBezTo>
                <a:cubicBezTo>
                  <a:pt x="14974" y="20761"/>
                  <a:pt x="15102" y="20701"/>
                  <a:pt x="15253" y="20631"/>
                </a:cubicBezTo>
                <a:lnTo>
                  <a:pt x="16543" y="19937"/>
                </a:lnTo>
                <a:cubicBezTo>
                  <a:pt x="16683" y="19850"/>
                  <a:pt x="16802" y="19780"/>
                  <a:pt x="16813" y="19774"/>
                </a:cubicBezTo>
                <a:cubicBezTo>
                  <a:pt x="16818" y="19769"/>
                  <a:pt x="16792" y="19633"/>
                  <a:pt x="16749" y="19476"/>
                </a:cubicBezTo>
                <a:lnTo>
                  <a:pt x="16538" y="18673"/>
                </a:lnTo>
                <a:cubicBezTo>
                  <a:pt x="16495" y="18516"/>
                  <a:pt x="16565" y="18301"/>
                  <a:pt x="16695" y="18192"/>
                </a:cubicBezTo>
                <a:lnTo>
                  <a:pt x="17622" y="17336"/>
                </a:lnTo>
                <a:cubicBezTo>
                  <a:pt x="17736" y="17216"/>
                  <a:pt x="17957" y="17173"/>
                  <a:pt x="18108" y="17232"/>
                </a:cubicBezTo>
                <a:lnTo>
                  <a:pt x="18868" y="17535"/>
                </a:lnTo>
                <a:cubicBezTo>
                  <a:pt x="19019" y="17595"/>
                  <a:pt x="19150" y="17639"/>
                  <a:pt x="19155" y="17634"/>
                </a:cubicBezTo>
                <a:cubicBezTo>
                  <a:pt x="19160" y="17628"/>
                  <a:pt x="19247" y="17515"/>
                  <a:pt x="19344" y="17380"/>
                </a:cubicBezTo>
                <a:lnTo>
                  <a:pt x="20175" y="16127"/>
                </a:lnTo>
                <a:cubicBezTo>
                  <a:pt x="20262" y="15986"/>
                  <a:pt x="20332" y="15861"/>
                  <a:pt x="20337" y="15856"/>
                </a:cubicBezTo>
                <a:cubicBezTo>
                  <a:pt x="20342" y="15850"/>
                  <a:pt x="20256" y="15743"/>
                  <a:pt x="20143" y="15624"/>
                </a:cubicBezTo>
                <a:lnTo>
                  <a:pt x="19570" y="14989"/>
                </a:lnTo>
                <a:cubicBezTo>
                  <a:pt x="19462" y="14869"/>
                  <a:pt x="19419" y="14642"/>
                  <a:pt x="19479" y="14491"/>
                </a:cubicBezTo>
                <a:lnTo>
                  <a:pt x="19862" y="13390"/>
                </a:lnTo>
                <a:cubicBezTo>
                  <a:pt x="19910" y="13233"/>
                  <a:pt x="20082" y="13088"/>
                  <a:pt x="20244" y="13072"/>
                </a:cubicBezTo>
                <a:lnTo>
                  <a:pt x="21081" y="12978"/>
                </a:lnTo>
                <a:cubicBezTo>
                  <a:pt x="21243" y="12962"/>
                  <a:pt x="21379" y="12940"/>
                  <a:pt x="21384" y="12929"/>
                </a:cubicBezTo>
                <a:cubicBezTo>
                  <a:pt x="21384" y="12918"/>
                  <a:pt x="21404" y="12784"/>
                  <a:pt x="21431" y="12616"/>
                </a:cubicBezTo>
                <a:lnTo>
                  <a:pt x="21583" y="11072"/>
                </a:lnTo>
                <a:cubicBezTo>
                  <a:pt x="21594" y="10909"/>
                  <a:pt x="21600" y="10767"/>
                  <a:pt x="21600" y="10757"/>
                </a:cubicBezTo>
                <a:cubicBezTo>
                  <a:pt x="21584" y="10757"/>
                  <a:pt x="21460" y="10702"/>
                  <a:pt x="21303" y="10648"/>
                </a:cubicBezTo>
                <a:lnTo>
                  <a:pt x="20477" y="10345"/>
                </a:lnTo>
                <a:cubicBezTo>
                  <a:pt x="20321" y="10291"/>
                  <a:pt x="20180" y="10106"/>
                  <a:pt x="20163" y="9944"/>
                </a:cubicBezTo>
                <a:lnTo>
                  <a:pt x="20013" y="8914"/>
                </a:lnTo>
                <a:cubicBezTo>
                  <a:pt x="19981" y="8752"/>
                  <a:pt x="20067" y="8546"/>
                  <a:pt x="20202" y="8454"/>
                </a:cubicBezTo>
                <a:lnTo>
                  <a:pt x="20926" y="7966"/>
                </a:lnTo>
                <a:cubicBezTo>
                  <a:pt x="21060" y="7874"/>
                  <a:pt x="21174" y="7792"/>
                  <a:pt x="21168" y="7781"/>
                </a:cubicBezTo>
                <a:cubicBezTo>
                  <a:pt x="21168" y="7770"/>
                  <a:pt x="21119" y="7640"/>
                  <a:pt x="21065" y="7483"/>
                </a:cubicBezTo>
                <a:lnTo>
                  <a:pt x="20472" y="6000"/>
                </a:lnTo>
                <a:cubicBezTo>
                  <a:pt x="20402" y="5848"/>
                  <a:pt x="20342" y="5723"/>
                  <a:pt x="20337" y="5712"/>
                </a:cubicBezTo>
                <a:cubicBezTo>
                  <a:pt x="20332" y="5701"/>
                  <a:pt x="20197" y="5717"/>
                  <a:pt x="20035" y="5739"/>
                </a:cubicBezTo>
                <a:lnTo>
                  <a:pt x="19133" y="5858"/>
                </a:lnTo>
                <a:cubicBezTo>
                  <a:pt x="18971" y="5879"/>
                  <a:pt x="18761" y="5788"/>
                  <a:pt x="18674" y="5648"/>
                </a:cubicBezTo>
                <a:lnTo>
                  <a:pt x="18135" y="4899"/>
                </a:lnTo>
                <a:cubicBezTo>
                  <a:pt x="18032" y="4769"/>
                  <a:pt x="18017" y="4548"/>
                  <a:pt x="18093" y="4401"/>
                </a:cubicBezTo>
                <a:lnTo>
                  <a:pt x="18518" y="3609"/>
                </a:lnTo>
                <a:cubicBezTo>
                  <a:pt x="18593" y="3462"/>
                  <a:pt x="18653" y="3338"/>
                  <a:pt x="18647" y="3333"/>
                </a:cubicBezTo>
                <a:cubicBezTo>
                  <a:pt x="18642" y="3327"/>
                  <a:pt x="18540" y="3230"/>
                  <a:pt x="18422" y="3116"/>
                </a:cubicBezTo>
                <a:lnTo>
                  <a:pt x="17186" y="2044"/>
                </a:lnTo>
                <a:cubicBezTo>
                  <a:pt x="17056" y="1941"/>
                  <a:pt x="16943" y="1853"/>
                  <a:pt x="16938" y="1848"/>
                </a:cubicBezTo>
                <a:cubicBezTo>
                  <a:pt x="16932" y="1842"/>
                  <a:pt x="16813" y="1918"/>
                  <a:pt x="16683" y="2010"/>
                </a:cubicBezTo>
                <a:lnTo>
                  <a:pt x="15934" y="2547"/>
                </a:lnTo>
                <a:cubicBezTo>
                  <a:pt x="15800" y="2644"/>
                  <a:pt x="15572" y="2655"/>
                  <a:pt x="15432" y="2574"/>
                </a:cubicBezTo>
                <a:lnTo>
                  <a:pt x="14682" y="2190"/>
                </a:lnTo>
                <a:cubicBezTo>
                  <a:pt x="14531" y="2119"/>
                  <a:pt x="14411" y="1929"/>
                  <a:pt x="14417" y="1761"/>
                </a:cubicBezTo>
                <a:lnTo>
                  <a:pt x="14429" y="840"/>
                </a:lnTo>
                <a:cubicBezTo>
                  <a:pt x="14429" y="677"/>
                  <a:pt x="14428" y="537"/>
                  <a:pt x="14417" y="537"/>
                </a:cubicBezTo>
                <a:cubicBezTo>
                  <a:pt x="14411" y="531"/>
                  <a:pt x="14272" y="494"/>
                  <a:pt x="14115" y="445"/>
                </a:cubicBezTo>
                <a:lnTo>
                  <a:pt x="12508" y="54"/>
                </a:lnTo>
                <a:cubicBezTo>
                  <a:pt x="12346" y="22"/>
                  <a:pt x="12205" y="0"/>
                  <a:pt x="12200" y="0"/>
                </a:cubicBezTo>
                <a:cubicBezTo>
                  <a:pt x="12189" y="0"/>
                  <a:pt x="12125" y="120"/>
                  <a:pt x="12049" y="266"/>
                </a:cubicBezTo>
                <a:lnTo>
                  <a:pt x="11628" y="1096"/>
                </a:lnTo>
                <a:cubicBezTo>
                  <a:pt x="11552" y="1242"/>
                  <a:pt x="11358" y="1355"/>
                  <a:pt x="11196" y="1350"/>
                </a:cubicBezTo>
                <a:lnTo>
                  <a:pt x="10387" y="1350"/>
                </a:lnTo>
                <a:cubicBezTo>
                  <a:pt x="10225" y="1355"/>
                  <a:pt x="10025" y="1242"/>
                  <a:pt x="9955" y="1096"/>
                </a:cubicBezTo>
                <a:lnTo>
                  <a:pt x="9534" y="266"/>
                </a:lnTo>
                <a:cubicBezTo>
                  <a:pt x="9458" y="120"/>
                  <a:pt x="9394" y="0"/>
                  <a:pt x="9384" y="0"/>
                </a:cubicBezTo>
                <a:close/>
                <a:moveTo>
                  <a:pt x="10792" y="5820"/>
                </a:moveTo>
                <a:cubicBezTo>
                  <a:pt x="13533" y="5820"/>
                  <a:pt x="15761" y="8053"/>
                  <a:pt x="15761" y="10811"/>
                </a:cubicBezTo>
                <a:cubicBezTo>
                  <a:pt x="15761" y="13569"/>
                  <a:pt x="13533" y="15801"/>
                  <a:pt x="10792" y="15801"/>
                </a:cubicBezTo>
                <a:cubicBezTo>
                  <a:pt x="8051" y="15801"/>
                  <a:pt x="5822" y="13569"/>
                  <a:pt x="5822" y="10811"/>
                </a:cubicBezTo>
                <a:cubicBezTo>
                  <a:pt x="5822" y="8053"/>
                  <a:pt x="8045" y="5820"/>
                  <a:pt x="10792" y="5820"/>
                </a:cubicBezTo>
                <a:close/>
                <a:moveTo>
                  <a:pt x="10792" y="7592"/>
                </a:moveTo>
                <a:cubicBezTo>
                  <a:pt x="9016" y="7592"/>
                  <a:pt x="7581" y="9033"/>
                  <a:pt x="7581" y="10816"/>
                </a:cubicBezTo>
                <a:cubicBezTo>
                  <a:pt x="7581" y="12593"/>
                  <a:pt x="9016" y="14040"/>
                  <a:pt x="10792" y="14040"/>
                </a:cubicBezTo>
                <a:cubicBezTo>
                  <a:pt x="12567" y="14040"/>
                  <a:pt x="14002" y="12599"/>
                  <a:pt x="14002" y="10816"/>
                </a:cubicBezTo>
                <a:cubicBezTo>
                  <a:pt x="14002" y="9033"/>
                  <a:pt x="12567" y="7592"/>
                  <a:pt x="10792" y="7592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6" name="+">
            <a:extLst>
              <a:ext uri="{FF2B5EF4-FFF2-40B4-BE49-F238E27FC236}">
                <a16:creationId xmlns:a16="http://schemas.microsoft.com/office/drawing/2014/main" id="{3BCCEC21-4956-15A6-389B-434FC920C0FC}"/>
              </a:ext>
            </a:extLst>
          </p:cNvPr>
          <p:cNvSpPr txBox="1"/>
          <p:nvPr/>
        </p:nvSpPr>
        <p:spPr>
          <a:xfrm>
            <a:off x="19446615" y="7400325"/>
            <a:ext cx="222818" cy="42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algn="ctr" defTabSz="1219169" hangingPunct="0"/>
            <a:r>
              <a:rPr lang="en-US" sz="2400" b="1" i="1" kern="0" dirty="0"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2400" b="1" i="1" kern="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" name="Land">
            <a:extLst>
              <a:ext uri="{FF2B5EF4-FFF2-40B4-BE49-F238E27FC236}">
                <a16:creationId xmlns:a16="http://schemas.microsoft.com/office/drawing/2014/main" id="{B1657A59-CDCA-3BDA-E50B-C62159CB9BAD}"/>
              </a:ext>
            </a:extLst>
          </p:cNvPr>
          <p:cNvSpPr/>
          <p:nvPr/>
        </p:nvSpPr>
        <p:spPr>
          <a:xfrm>
            <a:off x="14458826" y="23074504"/>
            <a:ext cx="3201579" cy="831646"/>
          </a:xfrm>
          <a:prstGeom prst="rect">
            <a:avLst/>
          </a:prstGeom>
          <a:solidFill>
            <a:srgbClr val="00905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 algn="ctr" defTabSz="412750" hangingPunct="0"/>
            <a:r>
              <a:rPr sz="2800" kern="0" dirty="0"/>
              <a:t>Land</a:t>
            </a:r>
          </a:p>
        </p:txBody>
      </p:sp>
      <p:sp>
        <p:nvSpPr>
          <p:cNvPr id="63" name="Surface Ocean">
            <a:extLst>
              <a:ext uri="{FF2B5EF4-FFF2-40B4-BE49-F238E27FC236}">
                <a16:creationId xmlns:a16="http://schemas.microsoft.com/office/drawing/2014/main" id="{0DA7A822-831E-7EA3-8F21-BE5738A47B6F}"/>
              </a:ext>
            </a:extLst>
          </p:cNvPr>
          <p:cNvSpPr/>
          <p:nvPr/>
        </p:nvSpPr>
        <p:spPr>
          <a:xfrm>
            <a:off x="17658883" y="23074504"/>
            <a:ext cx="4349004" cy="831646"/>
          </a:xfrm>
          <a:prstGeom prst="rect">
            <a:avLst/>
          </a:prstGeom>
          <a:solidFill>
            <a:schemeClr val="accent1">
              <a:hueOff val="114395"/>
              <a:lumOff val="-24975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 algn="ctr" defTabSz="412750" hangingPunct="0"/>
            <a:r>
              <a:rPr sz="2800" kern="0" dirty="0"/>
              <a:t>Surface Ocean</a:t>
            </a:r>
          </a:p>
        </p:txBody>
      </p:sp>
      <p:sp>
        <p:nvSpPr>
          <p:cNvPr id="64" name="Rectangle">
            <a:extLst>
              <a:ext uri="{FF2B5EF4-FFF2-40B4-BE49-F238E27FC236}">
                <a16:creationId xmlns:a16="http://schemas.microsoft.com/office/drawing/2014/main" id="{CD62BAC4-12ED-9436-2EC4-2675348926E7}"/>
              </a:ext>
            </a:extLst>
          </p:cNvPr>
          <p:cNvSpPr/>
          <p:nvPr/>
        </p:nvSpPr>
        <p:spPr>
          <a:xfrm>
            <a:off x="14458826" y="23076045"/>
            <a:ext cx="7552588" cy="828564"/>
          </a:xfrm>
          <a:prstGeom prst="rect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000000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5" name="Deep Ocean">
            <a:extLst>
              <a:ext uri="{FF2B5EF4-FFF2-40B4-BE49-F238E27FC236}">
                <a16:creationId xmlns:a16="http://schemas.microsoft.com/office/drawing/2014/main" id="{9F83E462-81D4-C4A0-A45B-5FC950978315}"/>
              </a:ext>
            </a:extLst>
          </p:cNvPr>
          <p:cNvSpPr/>
          <p:nvPr/>
        </p:nvSpPr>
        <p:spPr>
          <a:xfrm>
            <a:off x="15077587" y="23969535"/>
            <a:ext cx="6930300" cy="1818672"/>
          </a:xfrm>
          <a:prstGeom prst="rect">
            <a:avLst/>
          </a:prstGeom>
          <a:solidFill>
            <a:schemeClr val="accent1">
              <a:hueOff val="114395"/>
              <a:lumOff val="-24975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 algn="ctr" defTabSz="412750" hangingPunct="0"/>
            <a:r>
              <a:rPr sz="2800" kern="0"/>
              <a:t>Deep Ocean</a:t>
            </a:r>
          </a:p>
        </p:txBody>
      </p:sp>
      <p:sp>
        <p:nvSpPr>
          <p:cNvPr id="66" name="Sun">
            <a:extLst>
              <a:ext uri="{FF2B5EF4-FFF2-40B4-BE49-F238E27FC236}">
                <a16:creationId xmlns:a16="http://schemas.microsoft.com/office/drawing/2014/main" id="{15A176BA-C28B-9CD1-0821-7B3EBED449FA}"/>
              </a:ext>
            </a:extLst>
          </p:cNvPr>
          <p:cNvSpPr/>
          <p:nvPr/>
        </p:nvSpPr>
        <p:spPr>
          <a:xfrm>
            <a:off x="13188715" y="20374293"/>
            <a:ext cx="1276658" cy="12766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8912" y="3909"/>
                </a:lnTo>
                <a:cubicBezTo>
                  <a:pt x="9458" y="3767"/>
                  <a:pt x="10107" y="3684"/>
                  <a:pt x="10795" y="3684"/>
                </a:cubicBezTo>
                <a:cubicBezTo>
                  <a:pt x="11488" y="3684"/>
                  <a:pt x="12138" y="3766"/>
                  <a:pt x="12695" y="3914"/>
                </a:cubicBezTo>
                <a:lnTo>
                  <a:pt x="10800" y="0"/>
                </a:lnTo>
                <a:close/>
                <a:moveTo>
                  <a:pt x="18430" y="3160"/>
                </a:moveTo>
                <a:lnTo>
                  <a:pt x="14332" y="4591"/>
                </a:lnTo>
                <a:cubicBezTo>
                  <a:pt x="14828" y="4880"/>
                  <a:pt x="15340" y="5278"/>
                  <a:pt x="15826" y="5764"/>
                </a:cubicBezTo>
                <a:cubicBezTo>
                  <a:pt x="16317" y="6255"/>
                  <a:pt x="16717" y="6774"/>
                  <a:pt x="17006" y="7265"/>
                </a:cubicBezTo>
                <a:lnTo>
                  <a:pt x="18430" y="3160"/>
                </a:lnTo>
                <a:close/>
                <a:moveTo>
                  <a:pt x="3160" y="3172"/>
                </a:moveTo>
                <a:lnTo>
                  <a:pt x="4591" y="7270"/>
                </a:lnTo>
                <a:cubicBezTo>
                  <a:pt x="4880" y="6773"/>
                  <a:pt x="5278" y="6260"/>
                  <a:pt x="5764" y="5774"/>
                </a:cubicBezTo>
                <a:cubicBezTo>
                  <a:pt x="6255" y="5283"/>
                  <a:pt x="6774" y="4885"/>
                  <a:pt x="7265" y="4596"/>
                </a:cubicBezTo>
                <a:lnTo>
                  <a:pt x="3160" y="3172"/>
                </a:lnTo>
                <a:close/>
                <a:moveTo>
                  <a:pt x="10800" y="4661"/>
                </a:moveTo>
                <a:cubicBezTo>
                  <a:pt x="7400" y="4661"/>
                  <a:pt x="4633" y="7427"/>
                  <a:pt x="4633" y="10827"/>
                </a:cubicBezTo>
                <a:cubicBezTo>
                  <a:pt x="4633" y="14227"/>
                  <a:pt x="7400" y="16994"/>
                  <a:pt x="10800" y="16994"/>
                </a:cubicBezTo>
                <a:cubicBezTo>
                  <a:pt x="14200" y="16994"/>
                  <a:pt x="16967" y="14227"/>
                  <a:pt x="16967" y="10827"/>
                </a:cubicBezTo>
                <a:cubicBezTo>
                  <a:pt x="16967" y="7427"/>
                  <a:pt x="14200" y="4661"/>
                  <a:pt x="10800" y="4661"/>
                </a:cubicBezTo>
                <a:close/>
                <a:moveTo>
                  <a:pt x="3914" y="8907"/>
                </a:moveTo>
                <a:lnTo>
                  <a:pt x="0" y="10800"/>
                </a:lnTo>
                <a:lnTo>
                  <a:pt x="3909" y="12688"/>
                </a:lnTo>
                <a:cubicBezTo>
                  <a:pt x="3767" y="12137"/>
                  <a:pt x="3684" y="11493"/>
                  <a:pt x="3684" y="10805"/>
                </a:cubicBezTo>
                <a:cubicBezTo>
                  <a:pt x="3684" y="10112"/>
                  <a:pt x="3766" y="9464"/>
                  <a:pt x="3914" y="8907"/>
                </a:cubicBezTo>
                <a:close/>
                <a:moveTo>
                  <a:pt x="17693" y="8907"/>
                </a:moveTo>
                <a:cubicBezTo>
                  <a:pt x="17835" y="9458"/>
                  <a:pt x="17916" y="10102"/>
                  <a:pt x="17916" y="10790"/>
                </a:cubicBezTo>
                <a:cubicBezTo>
                  <a:pt x="17916" y="11483"/>
                  <a:pt x="17835" y="12131"/>
                  <a:pt x="17688" y="12688"/>
                </a:cubicBezTo>
                <a:lnTo>
                  <a:pt x="21600" y="10795"/>
                </a:lnTo>
                <a:lnTo>
                  <a:pt x="17693" y="8907"/>
                </a:lnTo>
                <a:close/>
                <a:moveTo>
                  <a:pt x="17011" y="14332"/>
                </a:moveTo>
                <a:cubicBezTo>
                  <a:pt x="16722" y="14828"/>
                  <a:pt x="16323" y="15340"/>
                  <a:pt x="15838" y="15826"/>
                </a:cubicBezTo>
                <a:cubicBezTo>
                  <a:pt x="15346" y="16317"/>
                  <a:pt x="14828" y="16717"/>
                  <a:pt x="14337" y="17006"/>
                </a:cubicBezTo>
                <a:lnTo>
                  <a:pt x="18440" y="18430"/>
                </a:lnTo>
                <a:lnTo>
                  <a:pt x="17011" y="14332"/>
                </a:lnTo>
                <a:close/>
                <a:moveTo>
                  <a:pt x="4596" y="14337"/>
                </a:moveTo>
                <a:lnTo>
                  <a:pt x="3172" y="18440"/>
                </a:lnTo>
                <a:lnTo>
                  <a:pt x="7270" y="17011"/>
                </a:lnTo>
                <a:cubicBezTo>
                  <a:pt x="6773" y="16722"/>
                  <a:pt x="6260" y="16323"/>
                  <a:pt x="5774" y="15838"/>
                </a:cubicBezTo>
                <a:cubicBezTo>
                  <a:pt x="5283" y="15346"/>
                  <a:pt x="4885" y="14828"/>
                  <a:pt x="4596" y="14337"/>
                </a:cubicBezTo>
                <a:close/>
                <a:moveTo>
                  <a:pt x="8907" y="17688"/>
                </a:moveTo>
                <a:lnTo>
                  <a:pt x="10800" y="21600"/>
                </a:lnTo>
                <a:lnTo>
                  <a:pt x="12688" y="17693"/>
                </a:lnTo>
                <a:cubicBezTo>
                  <a:pt x="12142" y="17835"/>
                  <a:pt x="11493" y="17916"/>
                  <a:pt x="10805" y="17916"/>
                </a:cubicBezTo>
                <a:cubicBezTo>
                  <a:pt x="10112" y="17916"/>
                  <a:pt x="9464" y="17835"/>
                  <a:pt x="8907" y="17688"/>
                </a:cubicBezTo>
                <a:close/>
              </a:path>
            </a:pathLst>
          </a:custGeom>
          <a:solidFill>
            <a:srgbClr val="FFD479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7" name="Line">
            <a:extLst>
              <a:ext uri="{FF2B5EF4-FFF2-40B4-BE49-F238E27FC236}">
                <a16:creationId xmlns:a16="http://schemas.microsoft.com/office/drawing/2014/main" id="{86C16D79-8744-D33F-9984-3583F0F9EA90}"/>
              </a:ext>
            </a:extLst>
          </p:cNvPr>
          <p:cNvSpPr/>
          <p:nvPr/>
        </p:nvSpPr>
        <p:spPr>
          <a:xfrm>
            <a:off x="14369505" y="21499138"/>
            <a:ext cx="928943" cy="1565529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" name="Line">
            <a:extLst>
              <a:ext uri="{FF2B5EF4-FFF2-40B4-BE49-F238E27FC236}">
                <a16:creationId xmlns:a16="http://schemas.microsoft.com/office/drawing/2014/main" id="{52AB0718-966C-8A78-CC71-7DF25AC1C368}"/>
              </a:ext>
            </a:extLst>
          </p:cNvPr>
          <p:cNvSpPr/>
          <p:nvPr/>
        </p:nvSpPr>
        <p:spPr>
          <a:xfrm flipV="1">
            <a:off x="16219573" y="21483803"/>
            <a:ext cx="877131" cy="467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" name="Shape">
            <a:extLst>
              <a:ext uri="{FF2B5EF4-FFF2-40B4-BE49-F238E27FC236}">
                <a16:creationId xmlns:a16="http://schemas.microsoft.com/office/drawing/2014/main" id="{8F6FF3EF-8B90-97C1-B9DB-1F56E0167BA4}"/>
              </a:ext>
            </a:extLst>
          </p:cNvPr>
          <p:cNvSpPr/>
          <p:nvPr/>
        </p:nvSpPr>
        <p:spPr>
          <a:xfrm>
            <a:off x="21922112" y="21838812"/>
            <a:ext cx="591566" cy="2093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80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76200">
            <a:solidFill>
              <a:srgbClr val="5E5E5E"/>
            </a:solidFill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5" name="Shape">
            <a:extLst>
              <a:ext uri="{FF2B5EF4-FFF2-40B4-BE49-F238E27FC236}">
                <a16:creationId xmlns:a16="http://schemas.microsoft.com/office/drawing/2014/main" id="{865AEFDB-FEF0-9B2B-633F-25216763628F}"/>
              </a:ext>
            </a:extLst>
          </p:cNvPr>
          <p:cNvSpPr/>
          <p:nvPr/>
        </p:nvSpPr>
        <p:spPr>
          <a:xfrm>
            <a:off x="20915220" y="22187804"/>
            <a:ext cx="591566" cy="2093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80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76200">
            <a:solidFill>
              <a:srgbClr val="5E5E5E"/>
            </a:solidFill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6" name="Volcano">
            <a:extLst>
              <a:ext uri="{FF2B5EF4-FFF2-40B4-BE49-F238E27FC236}">
                <a16:creationId xmlns:a16="http://schemas.microsoft.com/office/drawing/2014/main" id="{D68CA139-2A7D-86B8-B00A-0FABB0CB0A74}"/>
              </a:ext>
            </a:extLst>
          </p:cNvPr>
          <p:cNvSpPr/>
          <p:nvPr/>
        </p:nvSpPr>
        <p:spPr>
          <a:xfrm>
            <a:off x="15811881" y="22688387"/>
            <a:ext cx="766355" cy="3294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53" y="0"/>
                </a:moveTo>
                <a:cubicBezTo>
                  <a:pt x="9378" y="0"/>
                  <a:pt x="9303" y="84"/>
                  <a:pt x="9260" y="235"/>
                </a:cubicBezTo>
                <a:cubicBezTo>
                  <a:pt x="5303" y="13781"/>
                  <a:pt x="0" y="21600"/>
                  <a:pt x="0" y="21600"/>
                </a:cubicBezTo>
                <a:lnTo>
                  <a:pt x="21600" y="21600"/>
                </a:lnTo>
                <a:cubicBezTo>
                  <a:pt x="21600" y="21600"/>
                  <a:pt x="16303" y="13781"/>
                  <a:pt x="12340" y="235"/>
                </a:cubicBezTo>
                <a:cubicBezTo>
                  <a:pt x="12297" y="84"/>
                  <a:pt x="12227" y="0"/>
                  <a:pt x="12147" y="0"/>
                </a:cubicBezTo>
                <a:lnTo>
                  <a:pt x="9453" y="0"/>
                </a:lnTo>
                <a:close/>
                <a:moveTo>
                  <a:pt x="9759" y="1223"/>
                </a:moveTo>
                <a:lnTo>
                  <a:pt x="11856" y="1223"/>
                </a:lnTo>
                <a:cubicBezTo>
                  <a:pt x="11931" y="1223"/>
                  <a:pt x="12002" y="1312"/>
                  <a:pt x="12039" y="1462"/>
                </a:cubicBezTo>
                <a:cubicBezTo>
                  <a:pt x="12346" y="2588"/>
                  <a:pt x="12765" y="4040"/>
                  <a:pt x="13034" y="4753"/>
                </a:cubicBezTo>
                <a:cubicBezTo>
                  <a:pt x="13276" y="5391"/>
                  <a:pt x="12921" y="5903"/>
                  <a:pt x="12684" y="5390"/>
                </a:cubicBezTo>
                <a:cubicBezTo>
                  <a:pt x="12475" y="4927"/>
                  <a:pt x="12270" y="4251"/>
                  <a:pt x="12147" y="3838"/>
                </a:cubicBezTo>
                <a:cubicBezTo>
                  <a:pt x="12012" y="3401"/>
                  <a:pt x="11803" y="3587"/>
                  <a:pt x="11846" y="4100"/>
                </a:cubicBezTo>
                <a:cubicBezTo>
                  <a:pt x="11943" y="5276"/>
                  <a:pt x="12416" y="8667"/>
                  <a:pt x="12540" y="9530"/>
                </a:cubicBezTo>
                <a:cubicBezTo>
                  <a:pt x="12669" y="10393"/>
                  <a:pt x="12260" y="10619"/>
                  <a:pt x="12147" y="9944"/>
                </a:cubicBezTo>
                <a:cubicBezTo>
                  <a:pt x="11889" y="8405"/>
                  <a:pt x="11454" y="4966"/>
                  <a:pt x="11303" y="3315"/>
                </a:cubicBezTo>
                <a:cubicBezTo>
                  <a:pt x="11260" y="2802"/>
                  <a:pt x="10974" y="2911"/>
                  <a:pt x="10974" y="3424"/>
                </a:cubicBezTo>
                <a:cubicBezTo>
                  <a:pt x="10974" y="3937"/>
                  <a:pt x="11050" y="5765"/>
                  <a:pt x="11130" y="7716"/>
                </a:cubicBezTo>
                <a:cubicBezTo>
                  <a:pt x="11168" y="8579"/>
                  <a:pt x="10679" y="8730"/>
                  <a:pt x="10646" y="7704"/>
                </a:cubicBezTo>
                <a:cubicBezTo>
                  <a:pt x="10625" y="7004"/>
                  <a:pt x="10599" y="6540"/>
                  <a:pt x="10582" y="5965"/>
                </a:cubicBezTo>
                <a:cubicBezTo>
                  <a:pt x="10561" y="5277"/>
                  <a:pt x="10292" y="5288"/>
                  <a:pt x="10211" y="5863"/>
                </a:cubicBezTo>
                <a:cubicBezTo>
                  <a:pt x="9974" y="7564"/>
                  <a:pt x="9845" y="8130"/>
                  <a:pt x="9710" y="8642"/>
                </a:cubicBezTo>
                <a:cubicBezTo>
                  <a:pt x="9528" y="9343"/>
                  <a:pt x="9183" y="8918"/>
                  <a:pt x="9307" y="8267"/>
                </a:cubicBezTo>
                <a:cubicBezTo>
                  <a:pt x="9495" y="7304"/>
                  <a:pt x="9894" y="4676"/>
                  <a:pt x="10050" y="3287"/>
                </a:cubicBezTo>
                <a:cubicBezTo>
                  <a:pt x="10104" y="2812"/>
                  <a:pt x="9904" y="2526"/>
                  <a:pt x="9759" y="3014"/>
                </a:cubicBezTo>
                <a:cubicBezTo>
                  <a:pt x="9496" y="3889"/>
                  <a:pt x="9394" y="4265"/>
                  <a:pt x="9055" y="5066"/>
                </a:cubicBezTo>
                <a:cubicBezTo>
                  <a:pt x="8856" y="5529"/>
                  <a:pt x="8550" y="5063"/>
                  <a:pt x="8732" y="4413"/>
                </a:cubicBezTo>
                <a:cubicBezTo>
                  <a:pt x="9044" y="3312"/>
                  <a:pt x="9350" y="2399"/>
                  <a:pt x="9571" y="1474"/>
                </a:cubicBezTo>
                <a:cubicBezTo>
                  <a:pt x="9609" y="1311"/>
                  <a:pt x="9684" y="1223"/>
                  <a:pt x="9759" y="1223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7" name="Connection Line">
            <a:extLst>
              <a:ext uri="{FF2B5EF4-FFF2-40B4-BE49-F238E27FC236}">
                <a16:creationId xmlns:a16="http://schemas.microsoft.com/office/drawing/2014/main" id="{DB24D2A6-7E10-1C43-57FF-91773BDE6286}"/>
              </a:ext>
            </a:extLst>
          </p:cNvPr>
          <p:cNvSpPr/>
          <p:nvPr/>
        </p:nvSpPr>
        <p:spPr>
          <a:xfrm>
            <a:off x="15918137" y="21490386"/>
            <a:ext cx="302504" cy="10694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229" h="21600" extrusionOk="0">
                <a:moveTo>
                  <a:pt x="13586" y="21600"/>
                </a:moveTo>
                <a:cubicBezTo>
                  <a:pt x="-5371" y="7994"/>
                  <a:pt x="-4490" y="794"/>
                  <a:pt x="16229" y="0"/>
                </a:cubicBez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Line">
            <a:extLst>
              <a:ext uri="{FF2B5EF4-FFF2-40B4-BE49-F238E27FC236}">
                <a16:creationId xmlns:a16="http://schemas.microsoft.com/office/drawing/2014/main" id="{2C0C7D44-2C7A-A0D2-7AC0-7980F7C6133C}"/>
              </a:ext>
            </a:extLst>
          </p:cNvPr>
          <p:cNvSpPr/>
          <p:nvPr/>
        </p:nvSpPr>
        <p:spPr>
          <a:xfrm flipV="1">
            <a:off x="16907929" y="20828461"/>
            <a:ext cx="516348" cy="2221243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" name="Line">
            <a:extLst>
              <a:ext uri="{FF2B5EF4-FFF2-40B4-BE49-F238E27FC236}">
                <a16:creationId xmlns:a16="http://schemas.microsoft.com/office/drawing/2014/main" id="{69182426-EAA0-4930-327F-2514F9FC8521}"/>
              </a:ext>
            </a:extLst>
          </p:cNvPr>
          <p:cNvSpPr/>
          <p:nvPr/>
        </p:nvSpPr>
        <p:spPr>
          <a:xfrm>
            <a:off x="20081195" y="22387137"/>
            <a:ext cx="265753" cy="643462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" name="Line">
            <a:extLst>
              <a:ext uri="{FF2B5EF4-FFF2-40B4-BE49-F238E27FC236}">
                <a16:creationId xmlns:a16="http://schemas.microsoft.com/office/drawing/2014/main" id="{6F4A0779-273A-A8FF-94A6-B39984276522}"/>
              </a:ext>
            </a:extLst>
          </p:cNvPr>
          <p:cNvSpPr/>
          <p:nvPr/>
        </p:nvSpPr>
        <p:spPr>
          <a:xfrm flipV="1">
            <a:off x="21324503" y="20828459"/>
            <a:ext cx="461206" cy="2201985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ear">
            <a:extLst>
              <a:ext uri="{FF2B5EF4-FFF2-40B4-BE49-F238E27FC236}">
                <a16:creationId xmlns:a16="http://schemas.microsoft.com/office/drawing/2014/main" id="{704399B9-AD55-F691-B69E-E40304485C39}"/>
              </a:ext>
            </a:extLst>
          </p:cNvPr>
          <p:cNvSpPr/>
          <p:nvPr/>
        </p:nvSpPr>
        <p:spPr>
          <a:xfrm>
            <a:off x="19582081" y="21828651"/>
            <a:ext cx="637759" cy="6349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9384" y="0"/>
                </a:moveTo>
                <a:cubicBezTo>
                  <a:pt x="9373" y="0"/>
                  <a:pt x="9237" y="27"/>
                  <a:pt x="9075" y="54"/>
                </a:cubicBezTo>
                <a:lnTo>
                  <a:pt x="7468" y="445"/>
                </a:lnTo>
                <a:cubicBezTo>
                  <a:pt x="7312" y="494"/>
                  <a:pt x="7177" y="531"/>
                  <a:pt x="7166" y="537"/>
                </a:cubicBezTo>
                <a:cubicBezTo>
                  <a:pt x="7161" y="542"/>
                  <a:pt x="7154" y="677"/>
                  <a:pt x="7154" y="840"/>
                </a:cubicBezTo>
                <a:lnTo>
                  <a:pt x="7166" y="1761"/>
                </a:lnTo>
                <a:cubicBezTo>
                  <a:pt x="7166" y="1924"/>
                  <a:pt x="7047" y="2119"/>
                  <a:pt x="6902" y="2190"/>
                </a:cubicBezTo>
                <a:lnTo>
                  <a:pt x="6151" y="2574"/>
                </a:lnTo>
                <a:cubicBezTo>
                  <a:pt x="6006" y="2655"/>
                  <a:pt x="5778" y="2644"/>
                  <a:pt x="5649" y="2547"/>
                </a:cubicBezTo>
                <a:lnTo>
                  <a:pt x="4900" y="2010"/>
                </a:lnTo>
                <a:cubicBezTo>
                  <a:pt x="4765" y="1913"/>
                  <a:pt x="4651" y="1842"/>
                  <a:pt x="4645" y="1848"/>
                </a:cubicBezTo>
                <a:cubicBezTo>
                  <a:pt x="4640" y="1853"/>
                  <a:pt x="4527" y="1941"/>
                  <a:pt x="4398" y="2044"/>
                </a:cubicBezTo>
                <a:lnTo>
                  <a:pt x="3162" y="3116"/>
                </a:lnTo>
                <a:cubicBezTo>
                  <a:pt x="3043" y="3230"/>
                  <a:pt x="2941" y="3327"/>
                  <a:pt x="2936" y="3333"/>
                </a:cubicBezTo>
                <a:cubicBezTo>
                  <a:pt x="2930" y="3338"/>
                  <a:pt x="2990" y="3462"/>
                  <a:pt x="3065" y="3609"/>
                </a:cubicBezTo>
                <a:lnTo>
                  <a:pt x="3490" y="4401"/>
                </a:lnTo>
                <a:cubicBezTo>
                  <a:pt x="3566" y="4548"/>
                  <a:pt x="3551" y="4769"/>
                  <a:pt x="3448" y="4899"/>
                </a:cubicBezTo>
                <a:lnTo>
                  <a:pt x="2909" y="5648"/>
                </a:lnTo>
                <a:cubicBezTo>
                  <a:pt x="2817" y="5783"/>
                  <a:pt x="2612" y="5879"/>
                  <a:pt x="2450" y="5858"/>
                </a:cubicBezTo>
                <a:lnTo>
                  <a:pt x="1548" y="5739"/>
                </a:lnTo>
                <a:cubicBezTo>
                  <a:pt x="1386" y="5717"/>
                  <a:pt x="1251" y="5707"/>
                  <a:pt x="1246" y="5712"/>
                </a:cubicBezTo>
                <a:cubicBezTo>
                  <a:pt x="1241" y="5717"/>
                  <a:pt x="1181" y="5848"/>
                  <a:pt x="1111" y="6000"/>
                </a:cubicBezTo>
                <a:lnTo>
                  <a:pt x="518" y="7483"/>
                </a:lnTo>
                <a:cubicBezTo>
                  <a:pt x="464" y="7640"/>
                  <a:pt x="420" y="7776"/>
                  <a:pt x="415" y="7781"/>
                </a:cubicBezTo>
                <a:cubicBezTo>
                  <a:pt x="415" y="7792"/>
                  <a:pt x="523" y="7874"/>
                  <a:pt x="658" y="7966"/>
                </a:cubicBezTo>
                <a:lnTo>
                  <a:pt x="1381" y="8454"/>
                </a:lnTo>
                <a:cubicBezTo>
                  <a:pt x="1516" y="8546"/>
                  <a:pt x="1602" y="8752"/>
                  <a:pt x="1570" y="8914"/>
                </a:cubicBezTo>
                <a:lnTo>
                  <a:pt x="1420" y="9944"/>
                </a:lnTo>
                <a:cubicBezTo>
                  <a:pt x="1404" y="10106"/>
                  <a:pt x="1263" y="10291"/>
                  <a:pt x="1106" y="10345"/>
                </a:cubicBezTo>
                <a:lnTo>
                  <a:pt x="280" y="10648"/>
                </a:lnTo>
                <a:cubicBezTo>
                  <a:pt x="123" y="10702"/>
                  <a:pt x="0" y="10758"/>
                  <a:pt x="0" y="10769"/>
                </a:cubicBezTo>
                <a:cubicBezTo>
                  <a:pt x="0" y="10779"/>
                  <a:pt x="6" y="10919"/>
                  <a:pt x="17" y="11082"/>
                </a:cubicBezTo>
                <a:lnTo>
                  <a:pt x="167" y="12626"/>
                </a:lnTo>
                <a:cubicBezTo>
                  <a:pt x="194" y="12789"/>
                  <a:pt x="210" y="12930"/>
                  <a:pt x="216" y="12941"/>
                </a:cubicBezTo>
                <a:cubicBezTo>
                  <a:pt x="216" y="12952"/>
                  <a:pt x="350" y="12974"/>
                  <a:pt x="518" y="12990"/>
                </a:cubicBezTo>
                <a:lnTo>
                  <a:pt x="1354" y="13082"/>
                </a:lnTo>
                <a:cubicBezTo>
                  <a:pt x="1516" y="13098"/>
                  <a:pt x="1688" y="13245"/>
                  <a:pt x="1737" y="13402"/>
                </a:cubicBezTo>
                <a:lnTo>
                  <a:pt x="2121" y="14501"/>
                </a:lnTo>
                <a:cubicBezTo>
                  <a:pt x="2181" y="14653"/>
                  <a:pt x="2142" y="14881"/>
                  <a:pt x="2028" y="15000"/>
                </a:cubicBezTo>
                <a:lnTo>
                  <a:pt x="1457" y="15624"/>
                </a:lnTo>
                <a:cubicBezTo>
                  <a:pt x="1349" y="15743"/>
                  <a:pt x="1258" y="15850"/>
                  <a:pt x="1263" y="15856"/>
                </a:cubicBezTo>
                <a:cubicBezTo>
                  <a:pt x="1268" y="15861"/>
                  <a:pt x="1338" y="15986"/>
                  <a:pt x="1425" y="16127"/>
                </a:cubicBezTo>
                <a:lnTo>
                  <a:pt x="2256" y="17380"/>
                </a:lnTo>
                <a:cubicBezTo>
                  <a:pt x="2353" y="17510"/>
                  <a:pt x="2440" y="17623"/>
                  <a:pt x="2445" y="17634"/>
                </a:cubicBezTo>
                <a:cubicBezTo>
                  <a:pt x="2450" y="17639"/>
                  <a:pt x="2579" y="17595"/>
                  <a:pt x="2730" y="17535"/>
                </a:cubicBezTo>
                <a:lnTo>
                  <a:pt x="3490" y="17232"/>
                </a:lnTo>
                <a:cubicBezTo>
                  <a:pt x="3641" y="17173"/>
                  <a:pt x="3863" y="17216"/>
                  <a:pt x="3976" y="17336"/>
                </a:cubicBezTo>
                <a:lnTo>
                  <a:pt x="4905" y="18192"/>
                </a:lnTo>
                <a:cubicBezTo>
                  <a:pt x="5029" y="18295"/>
                  <a:pt x="5100" y="18511"/>
                  <a:pt x="5062" y="18673"/>
                </a:cubicBezTo>
                <a:lnTo>
                  <a:pt x="4851" y="19476"/>
                </a:lnTo>
                <a:cubicBezTo>
                  <a:pt x="4808" y="19633"/>
                  <a:pt x="4780" y="19769"/>
                  <a:pt x="4785" y="19774"/>
                </a:cubicBezTo>
                <a:cubicBezTo>
                  <a:pt x="4791" y="19780"/>
                  <a:pt x="4915" y="19850"/>
                  <a:pt x="5055" y="19937"/>
                </a:cubicBezTo>
                <a:lnTo>
                  <a:pt x="6345" y="20631"/>
                </a:lnTo>
                <a:cubicBezTo>
                  <a:pt x="6491" y="20701"/>
                  <a:pt x="6621" y="20761"/>
                  <a:pt x="6632" y="20766"/>
                </a:cubicBezTo>
                <a:cubicBezTo>
                  <a:pt x="6637" y="20772"/>
                  <a:pt x="6735" y="20668"/>
                  <a:pt x="6843" y="20543"/>
                </a:cubicBezTo>
                <a:lnTo>
                  <a:pt x="7370" y="19932"/>
                </a:lnTo>
                <a:cubicBezTo>
                  <a:pt x="7478" y="19807"/>
                  <a:pt x="7694" y="19742"/>
                  <a:pt x="7851" y="19791"/>
                </a:cubicBezTo>
                <a:lnTo>
                  <a:pt x="9136" y="20116"/>
                </a:lnTo>
                <a:cubicBezTo>
                  <a:pt x="9298" y="20149"/>
                  <a:pt x="9459" y="20306"/>
                  <a:pt x="9497" y="20468"/>
                </a:cubicBezTo>
                <a:lnTo>
                  <a:pt x="9680" y="21259"/>
                </a:lnTo>
                <a:cubicBezTo>
                  <a:pt x="9718" y="21422"/>
                  <a:pt x="9756" y="21552"/>
                  <a:pt x="9761" y="21552"/>
                </a:cubicBezTo>
                <a:cubicBezTo>
                  <a:pt x="9767" y="21552"/>
                  <a:pt x="9911" y="21562"/>
                  <a:pt x="10073" y="21573"/>
                </a:cubicBezTo>
                <a:lnTo>
                  <a:pt x="10500" y="21595"/>
                </a:lnTo>
                <a:cubicBezTo>
                  <a:pt x="10662" y="21600"/>
                  <a:pt x="10931" y="21600"/>
                  <a:pt x="11098" y="21595"/>
                </a:cubicBezTo>
                <a:lnTo>
                  <a:pt x="11525" y="21573"/>
                </a:lnTo>
                <a:cubicBezTo>
                  <a:pt x="11687" y="21562"/>
                  <a:pt x="11828" y="21552"/>
                  <a:pt x="11839" y="21552"/>
                </a:cubicBezTo>
                <a:cubicBezTo>
                  <a:pt x="11849" y="21552"/>
                  <a:pt x="11882" y="21416"/>
                  <a:pt x="11920" y="21259"/>
                </a:cubicBezTo>
                <a:lnTo>
                  <a:pt x="12103" y="20468"/>
                </a:lnTo>
                <a:cubicBezTo>
                  <a:pt x="12141" y="20306"/>
                  <a:pt x="12302" y="20149"/>
                  <a:pt x="12464" y="20116"/>
                </a:cubicBezTo>
                <a:lnTo>
                  <a:pt x="13749" y="19791"/>
                </a:lnTo>
                <a:cubicBezTo>
                  <a:pt x="13906" y="19742"/>
                  <a:pt x="14120" y="19807"/>
                  <a:pt x="14228" y="19932"/>
                </a:cubicBezTo>
                <a:lnTo>
                  <a:pt x="14757" y="20543"/>
                </a:lnTo>
                <a:cubicBezTo>
                  <a:pt x="14865" y="20668"/>
                  <a:pt x="14957" y="20767"/>
                  <a:pt x="14968" y="20766"/>
                </a:cubicBezTo>
                <a:cubicBezTo>
                  <a:pt x="14974" y="20761"/>
                  <a:pt x="15102" y="20701"/>
                  <a:pt x="15253" y="20631"/>
                </a:cubicBezTo>
                <a:lnTo>
                  <a:pt x="16543" y="19937"/>
                </a:lnTo>
                <a:cubicBezTo>
                  <a:pt x="16683" y="19850"/>
                  <a:pt x="16802" y="19780"/>
                  <a:pt x="16813" y="19774"/>
                </a:cubicBezTo>
                <a:cubicBezTo>
                  <a:pt x="16818" y="19769"/>
                  <a:pt x="16792" y="19633"/>
                  <a:pt x="16749" y="19476"/>
                </a:cubicBezTo>
                <a:lnTo>
                  <a:pt x="16538" y="18673"/>
                </a:lnTo>
                <a:cubicBezTo>
                  <a:pt x="16495" y="18516"/>
                  <a:pt x="16565" y="18301"/>
                  <a:pt x="16695" y="18192"/>
                </a:cubicBezTo>
                <a:lnTo>
                  <a:pt x="17622" y="17336"/>
                </a:lnTo>
                <a:cubicBezTo>
                  <a:pt x="17736" y="17216"/>
                  <a:pt x="17957" y="17173"/>
                  <a:pt x="18108" y="17232"/>
                </a:cubicBezTo>
                <a:lnTo>
                  <a:pt x="18868" y="17535"/>
                </a:lnTo>
                <a:cubicBezTo>
                  <a:pt x="19019" y="17595"/>
                  <a:pt x="19150" y="17639"/>
                  <a:pt x="19155" y="17634"/>
                </a:cubicBezTo>
                <a:cubicBezTo>
                  <a:pt x="19160" y="17628"/>
                  <a:pt x="19247" y="17515"/>
                  <a:pt x="19344" y="17380"/>
                </a:cubicBezTo>
                <a:lnTo>
                  <a:pt x="20175" y="16127"/>
                </a:lnTo>
                <a:cubicBezTo>
                  <a:pt x="20262" y="15986"/>
                  <a:pt x="20332" y="15861"/>
                  <a:pt x="20337" y="15856"/>
                </a:cubicBezTo>
                <a:cubicBezTo>
                  <a:pt x="20342" y="15850"/>
                  <a:pt x="20256" y="15743"/>
                  <a:pt x="20143" y="15624"/>
                </a:cubicBezTo>
                <a:lnTo>
                  <a:pt x="19570" y="14989"/>
                </a:lnTo>
                <a:cubicBezTo>
                  <a:pt x="19462" y="14869"/>
                  <a:pt x="19419" y="14642"/>
                  <a:pt x="19479" y="14491"/>
                </a:cubicBezTo>
                <a:lnTo>
                  <a:pt x="19862" y="13390"/>
                </a:lnTo>
                <a:cubicBezTo>
                  <a:pt x="19910" y="13233"/>
                  <a:pt x="20082" y="13088"/>
                  <a:pt x="20244" y="13072"/>
                </a:cubicBezTo>
                <a:lnTo>
                  <a:pt x="21081" y="12978"/>
                </a:lnTo>
                <a:cubicBezTo>
                  <a:pt x="21243" y="12962"/>
                  <a:pt x="21379" y="12940"/>
                  <a:pt x="21384" y="12929"/>
                </a:cubicBezTo>
                <a:cubicBezTo>
                  <a:pt x="21384" y="12918"/>
                  <a:pt x="21404" y="12784"/>
                  <a:pt x="21431" y="12616"/>
                </a:cubicBezTo>
                <a:lnTo>
                  <a:pt x="21583" y="11072"/>
                </a:lnTo>
                <a:cubicBezTo>
                  <a:pt x="21594" y="10909"/>
                  <a:pt x="21600" y="10767"/>
                  <a:pt x="21600" y="10757"/>
                </a:cubicBezTo>
                <a:cubicBezTo>
                  <a:pt x="21584" y="10757"/>
                  <a:pt x="21460" y="10702"/>
                  <a:pt x="21303" y="10648"/>
                </a:cubicBezTo>
                <a:lnTo>
                  <a:pt x="20477" y="10345"/>
                </a:lnTo>
                <a:cubicBezTo>
                  <a:pt x="20321" y="10291"/>
                  <a:pt x="20180" y="10106"/>
                  <a:pt x="20163" y="9944"/>
                </a:cubicBezTo>
                <a:lnTo>
                  <a:pt x="20013" y="8914"/>
                </a:lnTo>
                <a:cubicBezTo>
                  <a:pt x="19981" y="8752"/>
                  <a:pt x="20067" y="8546"/>
                  <a:pt x="20202" y="8454"/>
                </a:cubicBezTo>
                <a:lnTo>
                  <a:pt x="20926" y="7966"/>
                </a:lnTo>
                <a:cubicBezTo>
                  <a:pt x="21060" y="7874"/>
                  <a:pt x="21174" y="7792"/>
                  <a:pt x="21168" y="7781"/>
                </a:cubicBezTo>
                <a:cubicBezTo>
                  <a:pt x="21168" y="7770"/>
                  <a:pt x="21119" y="7640"/>
                  <a:pt x="21065" y="7483"/>
                </a:cubicBezTo>
                <a:lnTo>
                  <a:pt x="20472" y="6000"/>
                </a:lnTo>
                <a:cubicBezTo>
                  <a:pt x="20402" y="5848"/>
                  <a:pt x="20342" y="5723"/>
                  <a:pt x="20337" y="5712"/>
                </a:cubicBezTo>
                <a:cubicBezTo>
                  <a:pt x="20332" y="5701"/>
                  <a:pt x="20197" y="5717"/>
                  <a:pt x="20035" y="5739"/>
                </a:cubicBezTo>
                <a:lnTo>
                  <a:pt x="19133" y="5858"/>
                </a:lnTo>
                <a:cubicBezTo>
                  <a:pt x="18971" y="5879"/>
                  <a:pt x="18761" y="5788"/>
                  <a:pt x="18674" y="5648"/>
                </a:cubicBezTo>
                <a:lnTo>
                  <a:pt x="18135" y="4899"/>
                </a:lnTo>
                <a:cubicBezTo>
                  <a:pt x="18032" y="4769"/>
                  <a:pt x="18017" y="4548"/>
                  <a:pt x="18093" y="4401"/>
                </a:cubicBezTo>
                <a:lnTo>
                  <a:pt x="18518" y="3609"/>
                </a:lnTo>
                <a:cubicBezTo>
                  <a:pt x="18593" y="3462"/>
                  <a:pt x="18653" y="3338"/>
                  <a:pt x="18647" y="3333"/>
                </a:cubicBezTo>
                <a:cubicBezTo>
                  <a:pt x="18642" y="3327"/>
                  <a:pt x="18540" y="3230"/>
                  <a:pt x="18422" y="3116"/>
                </a:cubicBezTo>
                <a:lnTo>
                  <a:pt x="17186" y="2044"/>
                </a:lnTo>
                <a:cubicBezTo>
                  <a:pt x="17056" y="1941"/>
                  <a:pt x="16943" y="1853"/>
                  <a:pt x="16938" y="1848"/>
                </a:cubicBezTo>
                <a:cubicBezTo>
                  <a:pt x="16932" y="1842"/>
                  <a:pt x="16813" y="1918"/>
                  <a:pt x="16683" y="2010"/>
                </a:cubicBezTo>
                <a:lnTo>
                  <a:pt x="15934" y="2547"/>
                </a:lnTo>
                <a:cubicBezTo>
                  <a:pt x="15800" y="2644"/>
                  <a:pt x="15572" y="2655"/>
                  <a:pt x="15432" y="2574"/>
                </a:cubicBezTo>
                <a:lnTo>
                  <a:pt x="14682" y="2190"/>
                </a:lnTo>
                <a:cubicBezTo>
                  <a:pt x="14531" y="2119"/>
                  <a:pt x="14411" y="1929"/>
                  <a:pt x="14417" y="1761"/>
                </a:cubicBezTo>
                <a:lnTo>
                  <a:pt x="14429" y="840"/>
                </a:lnTo>
                <a:cubicBezTo>
                  <a:pt x="14429" y="677"/>
                  <a:pt x="14428" y="537"/>
                  <a:pt x="14417" y="537"/>
                </a:cubicBezTo>
                <a:cubicBezTo>
                  <a:pt x="14411" y="531"/>
                  <a:pt x="14272" y="494"/>
                  <a:pt x="14115" y="445"/>
                </a:cubicBezTo>
                <a:lnTo>
                  <a:pt x="12508" y="54"/>
                </a:lnTo>
                <a:cubicBezTo>
                  <a:pt x="12346" y="22"/>
                  <a:pt x="12205" y="0"/>
                  <a:pt x="12200" y="0"/>
                </a:cubicBezTo>
                <a:cubicBezTo>
                  <a:pt x="12189" y="0"/>
                  <a:pt x="12125" y="120"/>
                  <a:pt x="12049" y="266"/>
                </a:cubicBezTo>
                <a:lnTo>
                  <a:pt x="11628" y="1096"/>
                </a:lnTo>
                <a:cubicBezTo>
                  <a:pt x="11552" y="1242"/>
                  <a:pt x="11358" y="1355"/>
                  <a:pt x="11196" y="1350"/>
                </a:cubicBezTo>
                <a:lnTo>
                  <a:pt x="10387" y="1350"/>
                </a:lnTo>
                <a:cubicBezTo>
                  <a:pt x="10225" y="1355"/>
                  <a:pt x="10025" y="1242"/>
                  <a:pt x="9955" y="1096"/>
                </a:cubicBezTo>
                <a:lnTo>
                  <a:pt x="9534" y="266"/>
                </a:lnTo>
                <a:cubicBezTo>
                  <a:pt x="9458" y="120"/>
                  <a:pt x="9394" y="0"/>
                  <a:pt x="9384" y="0"/>
                </a:cubicBezTo>
                <a:close/>
                <a:moveTo>
                  <a:pt x="10792" y="5820"/>
                </a:moveTo>
                <a:cubicBezTo>
                  <a:pt x="13533" y="5820"/>
                  <a:pt x="15761" y="8053"/>
                  <a:pt x="15761" y="10811"/>
                </a:cubicBezTo>
                <a:cubicBezTo>
                  <a:pt x="15761" y="13569"/>
                  <a:pt x="13533" y="15801"/>
                  <a:pt x="10792" y="15801"/>
                </a:cubicBezTo>
                <a:cubicBezTo>
                  <a:pt x="8051" y="15801"/>
                  <a:pt x="5822" y="13569"/>
                  <a:pt x="5822" y="10811"/>
                </a:cubicBezTo>
                <a:cubicBezTo>
                  <a:pt x="5822" y="8053"/>
                  <a:pt x="8045" y="5820"/>
                  <a:pt x="10792" y="5820"/>
                </a:cubicBezTo>
                <a:close/>
                <a:moveTo>
                  <a:pt x="10792" y="7592"/>
                </a:moveTo>
                <a:cubicBezTo>
                  <a:pt x="9016" y="7592"/>
                  <a:pt x="7581" y="9033"/>
                  <a:pt x="7581" y="10816"/>
                </a:cubicBezTo>
                <a:cubicBezTo>
                  <a:pt x="7581" y="12593"/>
                  <a:pt x="9016" y="14040"/>
                  <a:pt x="10792" y="14040"/>
                </a:cubicBezTo>
                <a:cubicBezTo>
                  <a:pt x="12567" y="14040"/>
                  <a:pt x="14002" y="12599"/>
                  <a:pt x="14002" y="10816"/>
                </a:cubicBezTo>
                <a:cubicBezTo>
                  <a:pt x="14002" y="9033"/>
                  <a:pt x="12567" y="7592"/>
                  <a:pt x="10792" y="7592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8" name="Line">
            <a:extLst>
              <a:ext uri="{FF2B5EF4-FFF2-40B4-BE49-F238E27FC236}">
                <a16:creationId xmlns:a16="http://schemas.microsoft.com/office/drawing/2014/main" id="{EE46582E-EE04-7199-6D96-95C45582E2D2}"/>
              </a:ext>
            </a:extLst>
          </p:cNvPr>
          <p:cNvSpPr/>
          <p:nvPr/>
        </p:nvSpPr>
        <p:spPr>
          <a:xfrm>
            <a:off x="19862860" y="22406071"/>
            <a:ext cx="773018" cy="1939330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" name="Line">
            <a:extLst>
              <a:ext uri="{FF2B5EF4-FFF2-40B4-BE49-F238E27FC236}">
                <a16:creationId xmlns:a16="http://schemas.microsoft.com/office/drawing/2014/main" id="{3264E231-A7ED-8B3B-3145-287E9C5ECE27}"/>
              </a:ext>
            </a:extLst>
          </p:cNvPr>
          <p:cNvSpPr/>
          <p:nvPr/>
        </p:nvSpPr>
        <p:spPr>
          <a:xfrm flipV="1">
            <a:off x="21190742" y="20828456"/>
            <a:ext cx="863051" cy="3891663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 dirty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" name="Gear">
            <a:extLst>
              <a:ext uri="{FF2B5EF4-FFF2-40B4-BE49-F238E27FC236}">
                <a16:creationId xmlns:a16="http://schemas.microsoft.com/office/drawing/2014/main" id="{5934168A-641E-C72B-C33D-B3B6715BEA7F}"/>
              </a:ext>
            </a:extLst>
          </p:cNvPr>
          <p:cNvSpPr/>
          <p:nvPr/>
        </p:nvSpPr>
        <p:spPr>
          <a:xfrm>
            <a:off x="21331463" y="21772956"/>
            <a:ext cx="637756" cy="6349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9384" y="0"/>
                </a:moveTo>
                <a:cubicBezTo>
                  <a:pt x="9373" y="0"/>
                  <a:pt x="9237" y="27"/>
                  <a:pt x="9075" y="54"/>
                </a:cubicBezTo>
                <a:lnTo>
                  <a:pt x="7468" y="445"/>
                </a:lnTo>
                <a:cubicBezTo>
                  <a:pt x="7312" y="494"/>
                  <a:pt x="7177" y="531"/>
                  <a:pt x="7166" y="537"/>
                </a:cubicBezTo>
                <a:cubicBezTo>
                  <a:pt x="7161" y="542"/>
                  <a:pt x="7154" y="677"/>
                  <a:pt x="7154" y="840"/>
                </a:cubicBezTo>
                <a:lnTo>
                  <a:pt x="7166" y="1761"/>
                </a:lnTo>
                <a:cubicBezTo>
                  <a:pt x="7166" y="1924"/>
                  <a:pt x="7047" y="2119"/>
                  <a:pt x="6902" y="2190"/>
                </a:cubicBezTo>
                <a:lnTo>
                  <a:pt x="6151" y="2574"/>
                </a:lnTo>
                <a:cubicBezTo>
                  <a:pt x="6006" y="2655"/>
                  <a:pt x="5778" y="2644"/>
                  <a:pt x="5649" y="2547"/>
                </a:cubicBezTo>
                <a:lnTo>
                  <a:pt x="4900" y="2010"/>
                </a:lnTo>
                <a:cubicBezTo>
                  <a:pt x="4765" y="1913"/>
                  <a:pt x="4651" y="1842"/>
                  <a:pt x="4645" y="1848"/>
                </a:cubicBezTo>
                <a:cubicBezTo>
                  <a:pt x="4640" y="1853"/>
                  <a:pt x="4527" y="1941"/>
                  <a:pt x="4398" y="2044"/>
                </a:cubicBezTo>
                <a:lnTo>
                  <a:pt x="3162" y="3116"/>
                </a:lnTo>
                <a:cubicBezTo>
                  <a:pt x="3043" y="3230"/>
                  <a:pt x="2941" y="3327"/>
                  <a:pt x="2936" y="3333"/>
                </a:cubicBezTo>
                <a:cubicBezTo>
                  <a:pt x="2930" y="3338"/>
                  <a:pt x="2990" y="3462"/>
                  <a:pt x="3065" y="3609"/>
                </a:cubicBezTo>
                <a:lnTo>
                  <a:pt x="3490" y="4401"/>
                </a:lnTo>
                <a:cubicBezTo>
                  <a:pt x="3566" y="4548"/>
                  <a:pt x="3551" y="4769"/>
                  <a:pt x="3448" y="4899"/>
                </a:cubicBezTo>
                <a:lnTo>
                  <a:pt x="2909" y="5648"/>
                </a:lnTo>
                <a:cubicBezTo>
                  <a:pt x="2817" y="5783"/>
                  <a:pt x="2612" y="5879"/>
                  <a:pt x="2450" y="5858"/>
                </a:cubicBezTo>
                <a:lnTo>
                  <a:pt x="1548" y="5739"/>
                </a:lnTo>
                <a:cubicBezTo>
                  <a:pt x="1386" y="5717"/>
                  <a:pt x="1251" y="5707"/>
                  <a:pt x="1246" y="5712"/>
                </a:cubicBezTo>
                <a:cubicBezTo>
                  <a:pt x="1241" y="5717"/>
                  <a:pt x="1181" y="5848"/>
                  <a:pt x="1111" y="6000"/>
                </a:cubicBezTo>
                <a:lnTo>
                  <a:pt x="518" y="7483"/>
                </a:lnTo>
                <a:cubicBezTo>
                  <a:pt x="464" y="7640"/>
                  <a:pt x="420" y="7776"/>
                  <a:pt x="415" y="7781"/>
                </a:cubicBezTo>
                <a:cubicBezTo>
                  <a:pt x="415" y="7792"/>
                  <a:pt x="523" y="7874"/>
                  <a:pt x="658" y="7966"/>
                </a:cubicBezTo>
                <a:lnTo>
                  <a:pt x="1381" y="8454"/>
                </a:lnTo>
                <a:cubicBezTo>
                  <a:pt x="1516" y="8546"/>
                  <a:pt x="1602" y="8752"/>
                  <a:pt x="1570" y="8914"/>
                </a:cubicBezTo>
                <a:lnTo>
                  <a:pt x="1420" y="9944"/>
                </a:lnTo>
                <a:cubicBezTo>
                  <a:pt x="1404" y="10106"/>
                  <a:pt x="1263" y="10291"/>
                  <a:pt x="1106" y="10345"/>
                </a:cubicBezTo>
                <a:lnTo>
                  <a:pt x="280" y="10648"/>
                </a:lnTo>
                <a:cubicBezTo>
                  <a:pt x="123" y="10702"/>
                  <a:pt x="0" y="10758"/>
                  <a:pt x="0" y="10769"/>
                </a:cubicBezTo>
                <a:cubicBezTo>
                  <a:pt x="0" y="10779"/>
                  <a:pt x="6" y="10919"/>
                  <a:pt x="17" y="11082"/>
                </a:cubicBezTo>
                <a:lnTo>
                  <a:pt x="167" y="12626"/>
                </a:lnTo>
                <a:cubicBezTo>
                  <a:pt x="194" y="12789"/>
                  <a:pt x="210" y="12930"/>
                  <a:pt x="216" y="12941"/>
                </a:cubicBezTo>
                <a:cubicBezTo>
                  <a:pt x="216" y="12952"/>
                  <a:pt x="350" y="12974"/>
                  <a:pt x="518" y="12990"/>
                </a:cubicBezTo>
                <a:lnTo>
                  <a:pt x="1354" y="13082"/>
                </a:lnTo>
                <a:cubicBezTo>
                  <a:pt x="1516" y="13098"/>
                  <a:pt x="1688" y="13245"/>
                  <a:pt x="1737" y="13402"/>
                </a:cubicBezTo>
                <a:lnTo>
                  <a:pt x="2121" y="14501"/>
                </a:lnTo>
                <a:cubicBezTo>
                  <a:pt x="2181" y="14653"/>
                  <a:pt x="2142" y="14881"/>
                  <a:pt x="2028" y="15000"/>
                </a:cubicBezTo>
                <a:lnTo>
                  <a:pt x="1457" y="15624"/>
                </a:lnTo>
                <a:cubicBezTo>
                  <a:pt x="1349" y="15743"/>
                  <a:pt x="1258" y="15850"/>
                  <a:pt x="1263" y="15856"/>
                </a:cubicBezTo>
                <a:cubicBezTo>
                  <a:pt x="1268" y="15861"/>
                  <a:pt x="1338" y="15986"/>
                  <a:pt x="1425" y="16127"/>
                </a:cubicBezTo>
                <a:lnTo>
                  <a:pt x="2256" y="17380"/>
                </a:lnTo>
                <a:cubicBezTo>
                  <a:pt x="2353" y="17510"/>
                  <a:pt x="2440" y="17623"/>
                  <a:pt x="2445" y="17634"/>
                </a:cubicBezTo>
                <a:cubicBezTo>
                  <a:pt x="2450" y="17639"/>
                  <a:pt x="2579" y="17595"/>
                  <a:pt x="2730" y="17535"/>
                </a:cubicBezTo>
                <a:lnTo>
                  <a:pt x="3490" y="17232"/>
                </a:lnTo>
                <a:cubicBezTo>
                  <a:pt x="3641" y="17173"/>
                  <a:pt x="3863" y="17216"/>
                  <a:pt x="3976" y="17336"/>
                </a:cubicBezTo>
                <a:lnTo>
                  <a:pt x="4905" y="18192"/>
                </a:lnTo>
                <a:cubicBezTo>
                  <a:pt x="5029" y="18295"/>
                  <a:pt x="5100" y="18511"/>
                  <a:pt x="5062" y="18673"/>
                </a:cubicBezTo>
                <a:lnTo>
                  <a:pt x="4851" y="19476"/>
                </a:lnTo>
                <a:cubicBezTo>
                  <a:pt x="4808" y="19633"/>
                  <a:pt x="4780" y="19769"/>
                  <a:pt x="4785" y="19774"/>
                </a:cubicBezTo>
                <a:cubicBezTo>
                  <a:pt x="4791" y="19780"/>
                  <a:pt x="4915" y="19850"/>
                  <a:pt x="5055" y="19937"/>
                </a:cubicBezTo>
                <a:lnTo>
                  <a:pt x="6345" y="20631"/>
                </a:lnTo>
                <a:cubicBezTo>
                  <a:pt x="6491" y="20701"/>
                  <a:pt x="6621" y="20761"/>
                  <a:pt x="6632" y="20766"/>
                </a:cubicBezTo>
                <a:cubicBezTo>
                  <a:pt x="6637" y="20772"/>
                  <a:pt x="6735" y="20668"/>
                  <a:pt x="6843" y="20543"/>
                </a:cubicBezTo>
                <a:lnTo>
                  <a:pt x="7370" y="19932"/>
                </a:lnTo>
                <a:cubicBezTo>
                  <a:pt x="7478" y="19807"/>
                  <a:pt x="7694" y="19742"/>
                  <a:pt x="7851" y="19791"/>
                </a:cubicBezTo>
                <a:lnTo>
                  <a:pt x="9136" y="20116"/>
                </a:lnTo>
                <a:cubicBezTo>
                  <a:pt x="9298" y="20149"/>
                  <a:pt x="9459" y="20306"/>
                  <a:pt x="9497" y="20468"/>
                </a:cubicBezTo>
                <a:lnTo>
                  <a:pt x="9680" y="21259"/>
                </a:lnTo>
                <a:cubicBezTo>
                  <a:pt x="9718" y="21422"/>
                  <a:pt x="9756" y="21552"/>
                  <a:pt x="9761" y="21552"/>
                </a:cubicBezTo>
                <a:cubicBezTo>
                  <a:pt x="9767" y="21552"/>
                  <a:pt x="9911" y="21562"/>
                  <a:pt x="10073" y="21573"/>
                </a:cubicBezTo>
                <a:lnTo>
                  <a:pt x="10500" y="21595"/>
                </a:lnTo>
                <a:cubicBezTo>
                  <a:pt x="10662" y="21600"/>
                  <a:pt x="10931" y="21600"/>
                  <a:pt x="11098" y="21595"/>
                </a:cubicBezTo>
                <a:lnTo>
                  <a:pt x="11525" y="21573"/>
                </a:lnTo>
                <a:cubicBezTo>
                  <a:pt x="11687" y="21562"/>
                  <a:pt x="11828" y="21552"/>
                  <a:pt x="11839" y="21552"/>
                </a:cubicBezTo>
                <a:cubicBezTo>
                  <a:pt x="11849" y="21552"/>
                  <a:pt x="11882" y="21416"/>
                  <a:pt x="11920" y="21259"/>
                </a:cubicBezTo>
                <a:lnTo>
                  <a:pt x="12103" y="20468"/>
                </a:lnTo>
                <a:cubicBezTo>
                  <a:pt x="12141" y="20306"/>
                  <a:pt x="12302" y="20149"/>
                  <a:pt x="12464" y="20116"/>
                </a:cubicBezTo>
                <a:lnTo>
                  <a:pt x="13749" y="19791"/>
                </a:lnTo>
                <a:cubicBezTo>
                  <a:pt x="13906" y="19742"/>
                  <a:pt x="14120" y="19807"/>
                  <a:pt x="14228" y="19932"/>
                </a:cubicBezTo>
                <a:lnTo>
                  <a:pt x="14757" y="20543"/>
                </a:lnTo>
                <a:cubicBezTo>
                  <a:pt x="14865" y="20668"/>
                  <a:pt x="14957" y="20767"/>
                  <a:pt x="14968" y="20766"/>
                </a:cubicBezTo>
                <a:cubicBezTo>
                  <a:pt x="14974" y="20761"/>
                  <a:pt x="15102" y="20701"/>
                  <a:pt x="15253" y="20631"/>
                </a:cubicBezTo>
                <a:lnTo>
                  <a:pt x="16543" y="19937"/>
                </a:lnTo>
                <a:cubicBezTo>
                  <a:pt x="16683" y="19850"/>
                  <a:pt x="16802" y="19780"/>
                  <a:pt x="16813" y="19774"/>
                </a:cubicBezTo>
                <a:cubicBezTo>
                  <a:pt x="16818" y="19769"/>
                  <a:pt x="16792" y="19633"/>
                  <a:pt x="16749" y="19476"/>
                </a:cubicBezTo>
                <a:lnTo>
                  <a:pt x="16538" y="18673"/>
                </a:lnTo>
                <a:cubicBezTo>
                  <a:pt x="16495" y="18516"/>
                  <a:pt x="16565" y="18301"/>
                  <a:pt x="16695" y="18192"/>
                </a:cubicBezTo>
                <a:lnTo>
                  <a:pt x="17622" y="17336"/>
                </a:lnTo>
                <a:cubicBezTo>
                  <a:pt x="17736" y="17216"/>
                  <a:pt x="17957" y="17173"/>
                  <a:pt x="18108" y="17232"/>
                </a:cubicBezTo>
                <a:lnTo>
                  <a:pt x="18868" y="17535"/>
                </a:lnTo>
                <a:cubicBezTo>
                  <a:pt x="19019" y="17595"/>
                  <a:pt x="19150" y="17639"/>
                  <a:pt x="19155" y="17634"/>
                </a:cubicBezTo>
                <a:cubicBezTo>
                  <a:pt x="19160" y="17628"/>
                  <a:pt x="19247" y="17515"/>
                  <a:pt x="19344" y="17380"/>
                </a:cubicBezTo>
                <a:lnTo>
                  <a:pt x="20175" y="16127"/>
                </a:lnTo>
                <a:cubicBezTo>
                  <a:pt x="20262" y="15986"/>
                  <a:pt x="20332" y="15861"/>
                  <a:pt x="20337" y="15856"/>
                </a:cubicBezTo>
                <a:cubicBezTo>
                  <a:pt x="20342" y="15850"/>
                  <a:pt x="20256" y="15743"/>
                  <a:pt x="20143" y="15624"/>
                </a:cubicBezTo>
                <a:lnTo>
                  <a:pt x="19570" y="14989"/>
                </a:lnTo>
                <a:cubicBezTo>
                  <a:pt x="19462" y="14869"/>
                  <a:pt x="19419" y="14642"/>
                  <a:pt x="19479" y="14491"/>
                </a:cubicBezTo>
                <a:lnTo>
                  <a:pt x="19862" y="13390"/>
                </a:lnTo>
                <a:cubicBezTo>
                  <a:pt x="19910" y="13233"/>
                  <a:pt x="20082" y="13088"/>
                  <a:pt x="20244" y="13072"/>
                </a:cubicBezTo>
                <a:lnTo>
                  <a:pt x="21081" y="12978"/>
                </a:lnTo>
                <a:cubicBezTo>
                  <a:pt x="21243" y="12962"/>
                  <a:pt x="21379" y="12940"/>
                  <a:pt x="21384" y="12929"/>
                </a:cubicBezTo>
                <a:cubicBezTo>
                  <a:pt x="21384" y="12918"/>
                  <a:pt x="21404" y="12784"/>
                  <a:pt x="21431" y="12616"/>
                </a:cubicBezTo>
                <a:lnTo>
                  <a:pt x="21583" y="11072"/>
                </a:lnTo>
                <a:cubicBezTo>
                  <a:pt x="21594" y="10909"/>
                  <a:pt x="21600" y="10767"/>
                  <a:pt x="21600" y="10757"/>
                </a:cubicBezTo>
                <a:cubicBezTo>
                  <a:pt x="21584" y="10757"/>
                  <a:pt x="21460" y="10702"/>
                  <a:pt x="21303" y="10648"/>
                </a:cubicBezTo>
                <a:lnTo>
                  <a:pt x="20477" y="10345"/>
                </a:lnTo>
                <a:cubicBezTo>
                  <a:pt x="20321" y="10291"/>
                  <a:pt x="20180" y="10106"/>
                  <a:pt x="20163" y="9944"/>
                </a:cubicBezTo>
                <a:lnTo>
                  <a:pt x="20013" y="8914"/>
                </a:lnTo>
                <a:cubicBezTo>
                  <a:pt x="19981" y="8752"/>
                  <a:pt x="20067" y="8546"/>
                  <a:pt x="20202" y="8454"/>
                </a:cubicBezTo>
                <a:lnTo>
                  <a:pt x="20926" y="7966"/>
                </a:lnTo>
                <a:cubicBezTo>
                  <a:pt x="21060" y="7874"/>
                  <a:pt x="21174" y="7792"/>
                  <a:pt x="21168" y="7781"/>
                </a:cubicBezTo>
                <a:cubicBezTo>
                  <a:pt x="21168" y="7770"/>
                  <a:pt x="21119" y="7640"/>
                  <a:pt x="21065" y="7483"/>
                </a:cubicBezTo>
                <a:lnTo>
                  <a:pt x="20472" y="6000"/>
                </a:lnTo>
                <a:cubicBezTo>
                  <a:pt x="20402" y="5848"/>
                  <a:pt x="20342" y="5723"/>
                  <a:pt x="20337" y="5712"/>
                </a:cubicBezTo>
                <a:cubicBezTo>
                  <a:pt x="20332" y="5701"/>
                  <a:pt x="20197" y="5717"/>
                  <a:pt x="20035" y="5739"/>
                </a:cubicBezTo>
                <a:lnTo>
                  <a:pt x="19133" y="5858"/>
                </a:lnTo>
                <a:cubicBezTo>
                  <a:pt x="18971" y="5879"/>
                  <a:pt x="18761" y="5788"/>
                  <a:pt x="18674" y="5648"/>
                </a:cubicBezTo>
                <a:lnTo>
                  <a:pt x="18135" y="4899"/>
                </a:lnTo>
                <a:cubicBezTo>
                  <a:pt x="18032" y="4769"/>
                  <a:pt x="18017" y="4548"/>
                  <a:pt x="18093" y="4401"/>
                </a:cubicBezTo>
                <a:lnTo>
                  <a:pt x="18518" y="3609"/>
                </a:lnTo>
                <a:cubicBezTo>
                  <a:pt x="18593" y="3462"/>
                  <a:pt x="18653" y="3338"/>
                  <a:pt x="18647" y="3333"/>
                </a:cubicBezTo>
                <a:cubicBezTo>
                  <a:pt x="18642" y="3327"/>
                  <a:pt x="18540" y="3230"/>
                  <a:pt x="18422" y="3116"/>
                </a:cubicBezTo>
                <a:lnTo>
                  <a:pt x="17186" y="2044"/>
                </a:lnTo>
                <a:cubicBezTo>
                  <a:pt x="17056" y="1941"/>
                  <a:pt x="16943" y="1853"/>
                  <a:pt x="16938" y="1848"/>
                </a:cubicBezTo>
                <a:cubicBezTo>
                  <a:pt x="16932" y="1842"/>
                  <a:pt x="16813" y="1918"/>
                  <a:pt x="16683" y="2010"/>
                </a:cubicBezTo>
                <a:lnTo>
                  <a:pt x="15934" y="2547"/>
                </a:lnTo>
                <a:cubicBezTo>
                  <a:pt x="15800" y="2644"/>
                  <a:pt x="15572" y="2655"/>
                  <a:pt x="15432" y="2574"/>
                </a:cubicBezTo>
                <a:lnTo>
                  <a:pt x="14682" y="2190"/>
                </a:lnTo>
                <a:cubicBezTo>
                  <a:pt x="14531" y="2119"/>
                  <a:pt x="14411" y="1929"/>
                  <a:pt x="14417" y="1761"/>
                </a:cubicBezTo>
                <a:lnTo>
                  <a:pt x="14429" y="840"/>
                </a:lnTo>
                <a:cubicBezTo>
                  <a:pt x="14429" y="677"/>
                  <a:pt x="14428" y="537"/>
                  <a:pt x="14417" y="537"/>
                </a:cubicBezTo>
                <a:cubicBezTo>
                  <a:pt x="14411" y="531"/>
                  <a:pt x="14272" y="494"/>
                  <a:pt x="14115" y="445"/>
                </a:cubicBezTo>
                <a:lnTo>
                  <a:pt x="12508" y="54"/>
                </a:lnTo>
                <a:cubicBezTo>
                  <a:pt x="12346" y="22"/>
                  <a:pt x="12205" y="0"/>
                  <a:pt x="12200" y="0"/>
                </a:cubicBezTo>
                <a:cubicBezTo>
                  <a:pt x="12189" y="0"/>
                  <a:pt x="12125" y="120"/>
                  <a:pt x="12049" y="266"/>
                </a:cubicBezTo>
                <a:lnTo>
                  <a:pt x="11628" y="1096"/>
                </a:lnTo>
                <a:cubicBezTo>
                  <a:pt x="11552" y="1242"/>
                  <a:pt x="11358" y="1355"/>
                  <a:pt x="11196" y="1350"/>
                </a:cubicBezTo>
                <a:lnTo>
                  <a:pt x="10387" y="1350"/>
                </a:lnTo>
                <a:cubicBezTo>
                  <a:pt x="10225" y="1355"/>
                  <a:pt x="10025" y="1242"/>
                  <a:pt x="9955" y="1096"/>
                </a:cubicBezTo>
                <a:lnTo>
                  <a:pt x="9534" y="266"/>
                </a:lnTo>
                <a:cubicBezTo>
                  <a:pt x="9458" y="120"/>
                  <a:pt x="9394" y="0"/>
                  <a:pt x="9384" y="0"/>
                </a:cubicBezTo>
                <a:close/>
                <a:moveTo>
                  <a:pt x="10792" y="5820"/>
                </a:moveTo>
                <a:cubicBezTo>
                  <a:pt x="13533" y="5820"/>
                  <a:pt x="15761" y="8053"/>
                  <a:pt x="15761" y="10811"/>
                </a:cubicBezTo>
                <a:cubicBezTo>
                  <a:pt x="15761" y="13569"/>
                  <a:pt x="13533" y="15801"/>
                  <a:pt x="10792" y="15801"/>
                </a:cubicBezTo>
                <a:cubicBezTo>
                  <a:pt x="8051" y="15801"/>
                  <a:pt x="5822" y="13569"/>
                  <a:pt x="5822" y="10811"/>
                </a:cubicBezTo>
                <a:cubicBezTo>
                  <a:pt x="5822" y="8053"/>
                  <a:pt x="8045" y="5820"/>
                  <a:pt x="10792" y="5820"/>
                </a:cubicBezTo>
                <a:close/>
                <a:moveTo>
                  <a:pt x="10792" y="7592"/>
                </a:moveTo>
                <a:cubicBezTo>
                  <a:pt x="9016" y="7592"/>
                  <a:pt x="7581" y="9033"/>
                  <a:pt x="7581" y="10816"/>
                </a:cubicBezTo>
                <a:cubicBezTo>
                  <a:pt x="7581" y="12593"/>
                  <a:pt x="9016" y="14040"/>
                  <a:pt x="10792" y="14040"/>
                </a:cubicBezTo>
                <a:cubicBezTo>
                  <a:pt x="12567" y="14040"/>
                  <a:pt x="14002" y="12599"/>
                  <a:pt x="14002" y="10816"/>
                </a:cubicBezTo>
                <a:cubicBezTo>
                  <a:pt x="14002" y="9033"/>
                  <a:pt x="12567" y="7592"/>
                  <a:pt x="10792" y="7592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3" name="Land">
            <a:extLst>
              <a:ext uri="{FF2B5EF4-FFF2-40B4-BE49-F238E27FC236}">
                <a16:creationId xmlns:a16="http://schemas.microsoft.com/office/drawing/2014/main" id="{6E7E64FA-BD32-85FE-289B-DD3E164E8A82}"/>
              </a:ext>
            </a:extLst>
          </p:cNvPr>
          <p:cNvSpPr/>
          <p:nvPr/>
        </p:nvSpPr>
        <p:spPr>
          <a:xfrm>
            <a:off x="14907725" y="14722226"/>
            <a:ext cx="3085070" cy="831646"/>
          </a:xfrm>
          <a:prstGeom prst="rect">
            <a:avLst/>
          </a:prstGeom>
          <a:solidFill>
            <a:srgbClr val="00905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 algn="ctr" defTabSz="412750" hangingPunct="0"/>
            <a:r>
              <a:rPr sz="2800" kern="0" dirty="0"/>
              <a:t>Land</a:t>
            </a:r>
          </a:p>
        </p:txBody>
      </p:sp>
      <p:sp>
        <p:nvSpPr>
          <p:cNvPr id="114" name="Surface Ocean">
            <a:extLst>
              <a:ext uri="{FF2B5EF4-FFF2-40B4-BE49-F238E27FC236}">
                <a16:creationId xmlns:a16="http://schemas.microsoft.com/office/drawing/2014/main" id="{BAE726D9-19BC-8903-3F69-993A02EF4617}"/>
              </a:ext>
            </a:extLst>
          </p:cNvPr>
          <p:cNvSpPr/>
          <p:nvPr/>
        </p:nvSpPr>
        <p:spPr>
          <a:xfrm>
            <a:off x="17991272" y="14722226"/>
            <a:ext cx="4349004" cy="831646"/>
          </a:xfrm>
          <a:prstGeom prst="rect">
            <a:avLst/>
          </a:prstGeom>
          <a:solidFill>
            <a:schemeClr val="accent1">
              <a:hueOff val="114395"/>
              <a:lumOff val="-24975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 algn="ctr" defTabSz="412750" hangingPunct="0"/>
            <a:r>
              <a:rPr sz="2800" kern="0" dirty="0"/>
              <a:t>Surface Ocean</a:t>
            </a:r>
          </a:p>
        </p:txBody>
      </p:sp>
      <p:sp>
        <p:nvSpPr>
          <p:cNvPr id="115" name="Rectangle">
            <a:extLst>
              <a:ext uri="{FF2B5EF4-FFF2-40B4-BE49-F238E27FC236}">
                <a16:creationId xmlns:a16="http://schemas.microsoft.com/office/drawing/2014/main" id="{0B1AC90D-30C1-B531-9483-203792B867CE}"/>
              </a:ext>
            </a:extLst>
          </p:cNvPr>
          <p:cNvSpPr/>
          <p:nvPr/>
        </p:nvSpPr>
        <p:spPr>
          <a:xfrm>
            <a:off x="14907725" y="14723767"/>
            <a:ext cx="7436078" cy="828564"/>
          </a:xfrm>
          <a:prstGeom prst="rect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000000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8" name="Line">
            <a:extLst>
              <a:ext uri="{FF2B5EF4-FFF2-40B4-BE49-F238E27FC236}">
                <a16:creationId xmlns:a16="http://schemas.microsoft.com/office/drawing/2014/main" id="{7D84F9D7-D2E7-AD5E-B16C-B57C7587C160}"/>
              </a:ext>
            </a:extLst>
          </p:cNvPr>
          <p:cNvSpPr/>
          <p:nvPr/>
        </p:nvSpPr>
        <p:spPr>
          <a:xfrm>
            <a:off x="14580865" y="12612318"/>
            <a:ext cx="590850" cy="2095450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" name="Shape">
            <a:extLst>
              <a:ext uri="{FF2B5EF4-FFF2-40B4-BE49-F238E27FC236}">
                <a16:creationId xmlns:a16="http://schemas.microsoft.com/office/drawing/2014/main" id="{81974BB9-B78E-838D-FCBD-A81DF85296D8}"/>
              </a:ext>
            </a:extLst>
          </p:cNvPr>
          <p:cNvSpPr/>
          <p:nvPr/>
        </p:nvSpPr>
        <p:spPr>
          <a:xfrm>
            <a:off x="17142679" y="13344795"/>
            <a:ext cx="591566" cy="2093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80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76200">
            <a:solidFill>
              <a:srgbClr val="5E5E5E"/>
            </a:solidFill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1" name="Shape">
            <a:extLst>
              <a:ext uri="{FF2B5EF4-FFF2-40B4-BE49-F238E27FC236}">
                <a16:creationId xmlns:a16="http://schemas.microsoft.com/office/drawing/2014/main" id="{1436D1B9-500E-A126-86CF-24A4F56A203A}"/>
              </a:ext>
            </a:extLst>
          </p:cNvPr>
          <p:cNvSpPr/>
          <p:nvPr/>
        </p:nvSpPr>
        <p:spPr>
          <a:xfrm>
            <a:off x="16699197" y="13822214"/>
            <a:ext cx="591566" cy="2093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80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76200">
            <a:solidFill>
              <a:srgbClr val="5E5E5E"/>
            </a:solidFill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2" name="Volcano">
            <a:extLst>
              <a:ext uri="{FF2B5EF4-FFF2-40B4-BE49-F238E27FC236}">
                <a16:creationId xmlns:a16="http://schemas.microsoft.com/office/drawing/2014/main" id="{550CF53D-8354-9883-C9DB-55FD96880393}"/>
              </a:ext>
            </a:extLst>
          </p:cNvPr>
          <p:cNvSpPr/>
          <p:nvPr/>
        </p:nvSpPr>
        <p:spPr>
          <a:xfrm>
            <a:off x="16043320" y="14337903"/>
            <a:ext cx="766355" cy="3294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53" y="0"/>
                </a:moveTo>
                <a:cubicBezTo>
                  <a:pt x="9378" y="0"/>
                  <a:pt x="9303" y="84"/>
                  <a:pt x="9260" y="235"/>
                </a:cubicBezTo>
                <a:cubicBezTo>
                  <a:pt x="5303" y="13781"/>
                  <a:pt x="0" y="21600"/>
                  <a:pt x="0" y="21600"/>
                </a:cubicBezTo>
                <a:lnTo>
                  <a:pt x="21600" y="21600"/>
                </a:lnTo>
                <a:cubicBezTo>
                  <a:pt x="21600" y="21600"/>
                  <a:pt x="16303" y="13781"/>
                  <a:pt x="12340" y="235"/>
                </a:cubicBezTo>
                <a:cubicBezTo>
                  <a:pt x="12297" y="84"/>
                  <a:pt x="12227" y="0"/>
                  <a:pt x="12147" y="0"/>
                </a:cubicBezTo>
                <a:lnTo>
                  <a:pt x="9453" y="0"/>
                </a:lnTo>
                <a:close/>
                <a:moveTo>
                  <a:pt x="9759" y="1223"/>
                </a:moveTo>
                <a:lnTo>
                  <a:pt x="11856" y="1223"/>
                </a:lnTo>
                <a:cubicBezTo>
                  <a:pt x="11931" y="1223"/>
                  <a:pt x="12002" y="1312"/>
                  <a:pt x="12039" y="1462"/>
                </a:cubicBezTo>
                <a:cubicBezTo>
                  <a:pt x="12346" y="2588"/>
                  <a:pt x="12765" y="4040"/>
                  <a:pt x="13034" y="4753"/>
                </a:cubicBezTo>
                <a:cubicBezTo>
                  <a:pt x="13276" y="5391"/>
                  <a:pt x="12921" y="5903"/>
                  <a:pt x="12684" y="5390"/>
                </a:cubicBezTo>
                <a:cubicBezTo>
                  <a:pt x="12475" y="4927"/>
                  <a:pt x="12270" y="4251"/>
                  <a:pt x="12147" y="3838"/>
                </a:cubicBezTo>
                <a:cubicBezTo>
                  <a:pt x="12012" y="3401"/>
                  <a:pt x="11803" y="3587"/>
                  <a:pt x="11846" y="4100"/>
                </a:cubicBezTo>
                <a:cubicBezTo>
                  <a:pt x="11943" y="5276"/>
                  <a:pt x="12416" y="8667"/>
                  <a:pt x="12540" y="9530"/>
                </a:cubicBezTo>
                <a:cubicBezTo>
                  <a:pt x="12669" y="10393"/>
                  <a:pt x="12260" y="10619"/>
                  <a:pt x="12147" y="9944"/>
                </a:cubicBezTo>
                <a:cubicBezTo>
                  <a:pt x="11889" y="8405"/>
                  <a:pt x="11454" y="4966"/>
                  <a:pt x="11303" y="3315"/>
                </a:cubicBezTo>
                <a:cubicBezTo>
                  <a:pt x="11260" y="2802"/>
                  <a:pt x="10974" y="2911"/>
                  <a:pt x="10974" y="3424"/>
                </a:cubicBezTo>
                <a:cubicBezTo>
                  <a:pt x="10974" y="3937"/>
                  <a:pt x="11050" y="5765"/>
                  <a:pt x="11130" y="7716"/>
                </a:cubicBezTo>
                <a:cubicBezTo>
                  <a:pt x="11168" y="8579"/>
                  <a:pt x="10679" y="8730"/>
                  <a:pt x="10646" y="7704"/>
                </a:cubicBezTo>
                <a:cubicBezTo>
                  <a:pt x="10625" y="7004"/>
                  <a:pt x="10599" y="6540"/>
                  <a:pt x="10582" y="5965"/>
                </a:cubicBezTo>
                <a:cubicBezTo>
                  <a:pt x="10561" y="5277"/>
                  <a:pt x="10292" y="5288"/>
                  <a:pt x="10211" y="5863"/>
                </a:cubicBezTo>
                <a:cubicBezTo>
                  <a:pt x="9974" y="7564"/>
                  <a:pt x="9845" y="8130"/>
                  <a:pt x="9710" y="8642"/>
                </a:cubicBezTo>
                <a:cubicBezTo>
                  <a:pt x="9528" y="9343"/>
                  <a:pt x="9183" y="8918"/>
                  <a:pt x="9307" y="8267"/>
                </a:cubicBezTo>
                <a:cubicBezTo>
                  <a:pt x="9495" y="7304"/>
                  <a:pt x="9894" y="4676"/>
                  <a:pt x="10050" y="3287"/>
                </a:cubicBezTo>
                <a:cubicBezTo>
                  <a:pt x="10104" y="2812"/>
                  <a:pt x="9904" y="2526"/>
                  <a:pt x="9759" y="3014"/>
                </a:cubicBezTo>
                <a:cubicBezTo>
                  <a:pt x="9496" y="3889"/>
                  <a:pt x="9394" y="4265"/>
                  <a:pt x="9055" y="5066"/>
                </a:cubicBezTo>
                <a:cubicBezTo>
                  <a:pt x="8856" y="5529"/>
                  <a:pt x="8550" y="5063"/>
                  <a:pt x="8732" y="4413"/>
                </a:cubicBezTo>
                <a:cubicBezTo>
                  <a:pt x="9044" y="3312"/>
                  <a:pt x="9350" y="2399"/>
                  <a:pt x="9571" y="1474"/>
                </a:cubicBezTo>
                <a:cubicBezTo>
                  <a:pt x="9609" y="1311"/>
                  <a:pt x="9684" y="1223"/>
                  <a:pt x="9759" y="1223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3" name="Connection Line">
            <a:extLst>
              <a:ext uri="{FF2B5EF4-FFF2-40B4-BE49-F238E27FC236}">
                <a16:creationId xmlns:a16="http://schemas.microsoft.com/office/drawing/2014/main" id="{80A2EA6A-DD27-F4B3-E8C0-0DFFDE6D6CDF}"/>
              </a:ext>
            </a:extLst>
          </p:cNvPr>
          <p:cNvSpPr/>
          <p:nvPr/>
        </p:nvSpPr>
        <p:spPr>
          <a:xfrm>
            <a:off x="16140908" y="13116425"/>
            <a:ext cx="302504" cy="10694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229" h="21600" extrusionOk="0">
                <a:moveTo>
                  <a:pt x="13586" y="21600"/>
                </a:moveTo>
                <a:cubicBezTo>
                  <a:pt x="-5371" y="7994"/>
                  <a:pt x="-4490" y="794"/>
                  <a:pt x="16229" y="0"/>
                </a:cubicBez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" name="Line">
            <a:extLst>
              <a:ext uri="{FF2B5EF4-FFF2-40B4-BE49-F238E27FC236}">
                <a16:creationId xmlns:a16="http://schemas.microsoft.com/office/drawing/2014/main" id="{819F2469-A2FA-26AA-D204-87F33946BCC9}"/>
              </a:ext>
            </a:extLst>
          </p:cNvPr>
          <p:cNvSpPr/>
          <p:nvPr/>
        </p:nvSpPr>
        <p:spPr>
          <a:xfrm flipV="1">
            <a:off x="16896055" y="11912196"/>
            <a:ext cx="221566" cy="1012415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" name="Line">
            <a:extLst>
              <a:ext uri="{FF2B5EF4-FFF2-40B4-BE49-F238E27FC236}">
                <a16:creationId xmlns:a16="http://schemas.microsoft.com/office/drawing/2014/main" id="{9E56FC79-9DDB-DCA8-811B-D224F4C8A4BE}"/>
              </a:ext>
            </a:extLst>
          </p:cNvPr>
          <p:cNvSpPr/>
          <p:nvPr/>
        </p:nvSpPr>
        <p:spPr>
          <a:xfrm>
            <a:off x="19245972" y="14021429"/>
            <a:ext cx="157379" cy="659369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6" name="Line">
            <a:extLst>
              <a:ext uri="{FF2B5EF4-FFF2-40B4-BE49-F238E27FC236}">
                <a16:creationId xmlns:a16="http://schemas.microsoft.com/office/drawing/2014/main" id="{FD6F8A13-5AA9-1870-4784-1BFE530F8758}"/>
              </a:ext>
            </a:extLst>
          </p:cNvPr>
          <p:cNvSpPr/>
          <p:nvPr/>
        </p:nvSpPr>
        <p:spPr>
          <a:xfrm flipV="1">
            <a:off x="17004962" y="11910283"/>
            <a:ext cx="598630" cy="2754571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" name="Gear">
            <a:extLst>
              <a:ext uri="{FF2B5EF4-FFF2-40B4-BE49-F238E27FC236}">
                <a16:creationId xmlns:a16="http://schemas.microsoft.com/office/drawing/2014/main" id="{F0E8CF1F-C5DE-38FB-4852-1BA9AC004783}"/>
              </a:ext>
            </a:extLst>
          </p:cNvPr>
          <p:cNvSpPr/>
          <p:nvPr/>
        </p:nvSpPr>
        <p:spPr>
          <a:xfrm>
            <a:off x="17551287" y="14078910"/>
            <a:ext cx="637759" cy="6349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9384" y="0"/>
                </a:moveTo>
                <a:cubicBezTo>
                  <a:pt x="9373" y="0"/>
                  <a:pt x="9237" y="27"/>
                  <a:pt x="9075" y="54"/>
                </a:cubicBezTo>
                <a:lnTo>
                  <a:pt x="7468" y="445"/>
                </a:lnTo>
                <a:cubicBezTo>
                  <a:pt x="7312" y="494"/>
                  <a:pt x="7177" y="531"/>
                  <a:pt x="7166" y="537"/>
                </a:cubicBezTo>
                <a:cubicBezTo>
                  <a:pt x="7161" y="542"/>
                  <a:pt x="7154" y="677"/>
                  <a:pt x="7154" y="840"/>
                </a:cubicBezTo>
                <a:lnTo>
                  <a:pt x="7166" y="1761"/>
                </a:lnTo>
                <a:cubicBezTo>
                  <a:pt x="7166" y="1924"/>
                  <a:pt x="7047" y="2119"/>
                  <a:pt x="6902" y="2190"/>
                </a:cubicBezTo>
                <a:lnTo>
                  <a:pt x="6151" y="2574"/>
                </a:lnTo>
                <a:cubicBezTo>
                  <a:pt x="6006" y="2655"/>
                  <a:pt x="5778" y="2644"/>
                  <a:pt x="5649" y="2547"/>
                </a:cubicBezTo>
                <a:lnTo>
                  <a:pt x="4900" y="2010"/>
                </a:lnTo>
                <a:cubicBezTo>
                  <a:pt x="4765" y="1913"/>
                  <a:pt x="4651" y="1842"/>
                  <a:pt x="4645" y="1848"/>
                </a:cubicBezTo>
                <a:cubicBezTo>
                  <a:pt x="4640" y="1853"/>
                  <a:pt x="4527" y="1941"/>
                  <a:pt x="4398" y="2044"/>
                </a:cubicBezTo>
                <a:lnTo>
                  <a:pt x="3162" y="3116"/>
                </a:lnTo>
                <a:cubicBezTo>
                  <a:pt x="3043" y="3230"/>
                  <a:pt x="2941" y="3327"/>
                  <a:pt x="2936" y="3333"/>
                </a:cubicBezTo>
                <a:cubicBezTo>
                  <a:pt x="2930" y="3338"/>
                  <a:pt x="2990" y="3462"/>
                  <a:pt x="3065" y="3609"/>
                </a:cubicBezTo>
                <a:lnTo>
                  <a:pt x="3490" y="4401"/>
                </a:lnTo>
                <a:cubicBezTo>
                  <a:pt x="3566" y="4548"/>
                  <a:pt x="3551" y="4769"/>
                  <a:pt x="3448" y="4899"/>
                </a:cubicBezTo>
                <a:lnTo>
                  <a:pt x="2909" y="5648"/>
                </a:lnTo>
                <a:cubicBezTo>
                  <a:pt x="2817" y="5783"/>
                  <a:pt x="2612" y="5879"/>
                  <a:pt x="2450" y="5858"/>
                </a:cubicBezTo>
                <a:lnTo>
                  <a:pt x="1548" y="5739"/>
                </a:lnTo>
                <a:cubicBezTo>
                  <a:pt x="1386" y="5717"/>
                  <a:pt x="1251" y="5707"/>
                  <a:pt x="1246" y="5712"/>
                </a:cubicBezTo>
                <a:cubicBezTo>
                  <a:pt x="1241" y="5717"/>
                  <a:pt x="1181" y="5848"/>
                  <a:pt x="1111" y="6000"/>
                </a:cubicBezTo>
                <a:lnTo>
                  <a:pt x="518" y="7483"/>
                </a:lnTo>
                <a:cubicBezTo>
                  <a:pt x="464" y="7640"/>
                  <a:pt x="420" y="7776"/>
                  <a:pt x="415" y="7781"/>
                </a:cubicBezTo>
                <a:cubicBezTo>
                  <a:pt x="415" y="7792"/>
                  <a:pt x="523" y="7874"/>
                  <a:pt x="658" y="7966"/>
                </a:cubicBezTo>
                <a:lnTo>
                  <a:pt x="1381" y="8454"/>
                </a:lnTo>
                <a:cubicBezTo>
                  <a:pt x="1516" y="8546"/>
                  <a:pt x="1602" y="8752"/>
                  <a:pt x="1570" y="8914"/>
                </a:cubicBezTo>
                <a:lnTo>
                  <a:pt x="1420" y="9944"/>
                </a:lnTo>
                <a:cubicBezTo>
                  <a:pt x="1404" y="10106"/>
                  <a:pt x="1263" y="10291"/>
                  <a:pt x="1106" y="10345"/>
                </a:cubicBezTo>
                <a:lnTo>
                  <a:pt x="280" y="10648"/>
                </a:lnTo>
                <a:cubicBezTo>
                  <a:pt x="123" y="10702"/>
                  <a:pt x="0" y="10758"/>
                  <a:pt x="0" y="10769"/>
                </a:cubicBezTo>
                <a:cubicBezTo>
                  <a:pt x="0" y="10779"/>
                  <a:pt x="6" y="10919"/>
                  <a:pt x="17" y="11082"/>
                </a:cubicBezTo>
                <a:lnTo>
                  <a:pt x="167" y="12626"/>
                </a:lnTo>
                <a:cubicBezTo>
                  <a:pt x="194" y="12789"/>
                  <a:pt x="210" y="12930"/>
                  <a:pt x="216" y="12941"/>
                </a:cubicBezTo>
                <a:cubicBezTo>
                  <a:pt x="216" y="12952"/>
                  <a:pt x="350" y="12974"/>
                  <a:pt x="518" y="12990"/>
                </a:cubicBezTo>
                <a:lnTo>
                  <a:pt x="1354" y="13082"/>
                </a:lnTo>
                <a:cubicBezTo>
                  <a:pt x="1516" y="13098"/>
                  <a:pt x="1688" y="13245"/>
                  <a:pt x="1737" y="13402"/>
                </a:cubicBezTo>
                <a:lnTo>
                  <a:pt x="2121" y="14501"/>
                </a:lnTo>
                <a:cubicBezTo>
                  <a:pt x="2181" y="14653"/>
                  <a:pt x="2142" y="14881"/>
                  <a:pt x="2028" y="15000"/>
                </a:cubicBezTo>
                <a:lnTo>
                  <a:pt x="1457" y="15624"/>
                </a:lnTo>
                <a:cubicBezTo>
                  <a:pt x="1349" y="15743"/>
                  <a:pt x="1258" y="15850"/>
                  <a:pt x="1263" y="15856"/>
                </a:cubicBezTo>
                <a:cubicBezTo>
                  <a:pt x="1268" y="15861"/>
                  <a:pt x="1338" y="15986"/>
                  <a:pt x="1425" y="16127"/>
                </a:cubicBezTo>
                <a:lnTo>
                  <a:pt x="2256" y="17380"/>
                </a:lnTo>
                <a:cubicBezTo>
                  <a:pt x="2353" y="17510"/>
                  <a:pt x="2440" y="17623"/>
                  <a:pt x="2445" y="17634"/>
                </a:cubicBezTo>
                <a:cubicBezTo>
                  <a:pt x="2450" y="17639"/>
                  <a:pt x="2579" y="17595"/>
                  <a:pt x="2730" y="17535"/>
                </a:cubicBezTo>
                <a:lnTo>
                  <a:pt x="3490" y="17232"/>
                </a:lnTo>
                <a:cubicBezTo>
                  <a:pt x="3641" y="17173"/>
                  <a:pt x="3863" y="17216"/>
                  <a:pt x="3976" y="17336"/>
                </a:cubicBezTo>
                <a:lnTo>
                  <a:pt x="4905" y="18192"/>
                </a:lnTo>
                <a:cubicBezTo>
                  <a:pt x="5029" y="18295"/>
                  <a:pt x="5100" y="18511"/>
                  <a:pt x="5062" y="18673"/>
                </a:cubicBezTo>
                <a:lnTo>
                  <a:pt x="4851" y="19476"/>
                </a:lnTo>
                <a:cubicBezTo>
                  <a:pt x="4808" y="19633"/>
                  <a:pt x="4780" y="19769"/>
                  <a:pt x="4785" y="19774"/>
                </a:cubicBezTo>
                <a:cubicBezTo>
                  <a:pt x="4791" y="19780"/>
                  <a:pt x="4915" y="19850"/>
                  <a:pt x="5055" y="19937"/>
                </a:cubicBezTo>
                <a:lnTo>
                  <a:pt x="6345" y="20631"/>
                </a:lnTo>
                <a:cubicBezTo>
                  <a:pt x="6491" y="20701"/>
                  <a:pt x="6621" y="20761"/>
                  <a:pt x="6632" y="20766"/>
                </a:cubicBezTo>
                <a:cubicBezTo>
                  <a:pt x="6637" y="20772"/>
                  <a:pt x="6735" y="20668"/>
                  <a:pt x="6843" y="20543"/>
                </a:cubicBezTo>
                <a:lnTo>
                  <a:pt x="7370" y="19932"/>
                </a:lnTo>
                <a:cubicBezTo>
                  <a:pt x="7478" y="19807"/>
                  <a:pt x="7694" y="19742"/>
                  <a:pt x="7851" y="19791"/>
                </a:cubicBezTo>
                <a:lnTo>
                  <a:pt x="9136" y="20116"/>
                </a:lnTo>
                <a:cubicBezTo>
                  <a:pt x="9298" y="20149"/>
                  <a:pt x="9459" y="20306"/>
                  <a:pt x="9497" y="20468"/>
                </a:cubicBezTo>
                <a:lnTo>
                  <a:pt x="9680" y="21259"/>
                </a:lnTo>
                <a:cubicBezTo>
                  <a:pt x="9718" y="21422"/>
                  <a:pt x="9756" y="21552"/>
                  <a:pt x="9761" y="21552"/>
                </a:cubicBezTo>
                <a:cubicBezTo>
                  <a:pt x="9767" y="21552"/>
                  <a:pt x="9911" y="21562"/>
                  <a:pt x="10073" y="21573"/>
                </a:cubicBezTo>
                <a:lnTo>
                  <a:pt x="10500" y="21595"/>
                </a:lnTo>
                <a:cubicBezTo>
                  <a:pt x="10662" y="21600"/>
                  <a:pt x="10931" y="21600"/>
                  <a:pt x="11098" y="21595"/>
                </a:cubicBezTo>
                <a:lnTo>
                  <a:pt x="11525" y="21573"/>
                </a:lnTo>
                <a:cubicBezTo>
                  <a:pt x="11687" y="21562"/>
                  <a:pt x="11828" y="21552"/>
                  <a:pt x="11839" y="21552"/>
                </a:cubicBezTo>
                <a:cubicBezTo>
                  <a:pt x="11849" y="21552"/>
                  <a:pt x="11882" y="21416"/>
                  <a:pt x="11920" y="21259"/>
                </a:cubicBezTo>
                <a:lnTo>
                  <a:pt x="12103" y="20468"/>
                </a:lnTo>
                <a:cubicBezTo>
                  <a:pt x="12141" y="20306"/>
                  <a:pt x="12302" y="20149"/>
                  <a:pt x="12464" y="20116"/>
                </a:cubicBezTo>
                <a:lnTo>
                  <a:pt x="13749" y="19791"/>
                </a:lnTo>
                <a:cubicBezTo>
                  <a:pt x="13906" y="19742"/>
                  <a:pt x="14120" y="19807"/>
                  <a:pt x="14228" y="19932"/>
                </a:cubicBezTo>
                <a:lnTo>
                  <a:pt x="14757" y="20543"/>
                </a:lnTo>
                <a:cubicBezTo>
                  <a:pt x="14865" y="20668"/>
                  <a:pt x="14957" y="20767"/>
                  <a:pt x="14968" y="20766"/>
                </a:cubicBezTo>
                <a:cubicBezTo>
                  <a:pt x="14974" y="20761"/>
                  <a:pt x="15102" y="20701"/>
                  <a:pt x="15253" y="20631"/>
                </a:cubicBezTo>
                <a:lnTo>
                  <a:pt x="16543" y="19937"/>
                </a:lnTo>
                <a:cubicBezTo>
                  <a:pt x="16683" y="19850"/>
                  <a:pt x="16802" y="19780"/>
                  <a:pt x="16813" y="19774"/>
                </a:cubicBezTo>
                <a:cubicBezTo>
                  <a:pt x="16818" y="19769"/>
                  <a:pt x="16792" y="19633"/>
                  <a:pt x="16749" y="19476"/>
                </a:cubicBezTo>
                <a:lnTo>
                  <a:pt x="16538" y="18673"/>
                </a:lnTo>
                <a:cubicBezTo>
                  <a:pt x="16495" y="18516"/>
                  <a:pt x="16565" y="18301"/>
                  <a:pt x="16695" y="18192"/>
                </a:cubicBezTo>
                <a:lnTo>
                  <a:pt x="17622" y="17336"/>
                </a:lnTo>
                <a:cubicBezTo>
                  <a:pt x="17736" y="17216"/>
                  <a:pt x="17957" y="17173"/>
                  <a:pt x="18108" y="17232"/>
                </a:cubicBezTo>
                <a:lnTo>
                  <a:pt x="18868" y="17535"/>
                </a:lnTo>
                <a:cubicBezTo>
                  <a:pt x="19019" y="17595"/>
                  <a:pt x="19150" y="17639"/>
                  <a:pt x="19155" y="17634"/>
                </a:cubicBezTo>
                <a:cubicBezTo>
                  <a:pt x="19160" y="17628"/>
                  <a:pt x="19247" y="17515"/>
                  <a:pt x="19344" y="17380"/>
                </a:cubicBezTo>
                <a:lnTo>
                  <a:pt x="20175" y="16127"/>
                </a:lnTo>
                <a:cubicBezTo>
                  <a:pt x="20262" y="15986"/>
                  <a:pt x="20332" y="15861"/>
                  <a:pt x="20337" y="15856"/>
                </a:cubicBezTo>
                <a:cubicBezTo>
                  <a:pt x="20342" y="15850"/>
                  <a:pt x="20256" y="15743"/>
                  <a:pt x="20143" y="15624"/>
                </a:cubicBezTo>
                <a:lnTo>
                  <a:pt x="19570" y="14989"/>
                </a:lnTo>
                <a:cubicBezTo>
                  <a:pt x="19462" y="14869"/>
                  <a:pt x="19419" y="14642"/>
                  <a:pt x="19479" y="14491"/>
                </a:cubicBezTo>
                <a:lnTo>
                  <a:pt x="19862" y="13390"/>
                </a:lnTo>
                <a:cubicBezTo>
                  <a:pt x="19910" y="13233"/>
                  <a:pt x="20082" y="13088"/>
                  <a:pt x="20244" y="13072"/>
                </a:cubicBezTo>
                <a:lnTo>
                  <a:pt x="21081" y="12978"/>
                </a:lnTo>
                <a:cubicBezTo>
                  <a:pt x="21243" y="12962"/>
                  <a:pt x="21379" y="12940"/>
                  <a:pt x="21384" y="12929"/>
                </a:cubicBezTo>
                <a:cubicBezTo>
                  <a:pt x="21384" y="12918"/>
                  <a:pt x="21404" y="12784"/>
                  <a:pt x="21431" y="12616"/>
                </a:cubicBezTo>
                <a:lnTo>
                  <a:pt x="21583" y="11072"/>
                </a:lnTo>
                <a:cubicBezTo>
                  <a:pt x="21594" y="10909"/>
                  <a:pt x="21600" y="10767"/>
                  <a:pt x="21600" y="10757"/>
                </a:cubicBezTo>
                <a:cubicBezTo>
                  <a:pt x="21584" y="10757"/>
                  <a:pt x="21460" y="10702"/>
                  <a:pt x="21303" y="10648"/>
                </a:cubicBezTo>
                <a:lnTo>
                  <a:pt x="20477" y="10345"/>
                </a:lnTo>
                <a:cubicBezTo>
                  <a:pt x="20321" y="10291"/>
                  <a:pt x="20180" y="10106"/>
                  <a:pt x="20163" y="9944"/>
                </a:cubicBezTo>
                <a:lnTo>
                  <a:pt x="20013" y="8914"/>
                </a:lnTo>
                <a:cubicBezTo>
                  <a:pt x="19981" y="8752"/>
                  <a:pt x="20067" y="8546"/>
                  <a:pt x="20202" y="8454"/>
                </a:cubicBezTo>
                <a:lnTo>
                  <a:pt x="20926" y="7966"/>
                </a:lnTo>
                <a:cubicBezTo>
                  <a:pt x="21060" y="7874"/>
                  <a:pt x="21174" y="7792"/>
                  <a:pt x="21168" y="7781"/>
                </a:cubicBezTo>
                <a:cubicBezTo>
                  <a:pt x="21168" y="7770"/>
                  <a:pt x="21119" y="7640"/>
                  <a:pt x="21065" y="7483"/>
                </a:cubicBezTo>
                <a:lnTo>
                  <a:pt x="20472" y="6000"/>
                </a:lnTo>
                <a:cubicBezTo>
                  <a:pt x="20402" y="5848"/>
                  <a:pt x="20342" y="5723"/>
                  <a:pt x="20337" y="5712"/>
                </a:cubicBezTo>
                <a:cubicBezTo>
                  <a:pt x="20332" y="5701"/>
                  <a:pt x="20197" y="5717"/>
                  <a:pt x="20035" y="5739"/>
                </a:cubicBezTo>
                <a:lnTo>
                  <a:pt x="19133" y="5858"/>
                </a:lnTo>
                <a:cubicBezTo>
                  <a:pt x="18971" y="5879"/>
                  <a:pt x="18761" y="5788"/>
                  <a:pt x="18674" y="5648"/>
                </a:cubicBezTo>
                <a:lnTo>
                  <a:pt x="18135" y="4899"/>
                </a:lnTo>
                <a:cubicBezTo>
                  <a:pt x="18032" y="4769"/>
                  <a:pt x="18017" y="4548"/>
                  <a:pt x="18093" y="4401"/>
                </a:cubicBezTo>
                <a:lnTo>
                  <a:pt x="18518" y="3609"/>
                </a:lnTo>
                <a:cubicBezTo>
                  <a:pt x="18593" y="3462"/>
                  <a:pt x="18653" y="3338"/>
                  <a:pt x="18647" y="3333"/>
                </a:cubicBezTo>
                <a:cubicBezTo>
                  <a:pt x="18642" y="3327"/>
                  <a:pt x="18540" y="3230"/>
                  <a:pt x="18422" y="3116"/>
                </a:cubicBezTo>
                <a:lnTo>
                  <a:pt x="17186" y="2044"/>
                </a:lnTo>
                <a:cubicBezTo>
                  <a:pt x="17056" y="1941"/>
                  <a:pt x="16943" y="1853"/>
                  <a:pt x="16938" y="1848"/>
                </a:cubicBezTo>
                <a:cubicBezTo>
                  <a:pt x="16932" y="1842"/>
                  <a:pt x="16813" y="1918"/>
                  <a:pt x="16683" y="2010"/>
                </a:cubicBezTo>
                <a:lnTo>
                  <a:pt x="15934" y="2547"/>
                </a:lnTo>
                <a:cubicBezTo>
                  <a:pt x="15800" y="2644"/>
                  <a:pt x="15572" y="2655"/>
                  <a:pt x="15432" y="2574"/>
                </a:cubicBezTo>
                <a:lnTo>
                  <a:pt x="14682" y="2190"/>
                </a:lnTo>
                <a:cubicBezTo>
                  <a:pt x="14531" y="2119"/>
                  <a:pt x="14411" y="1929"/>
                  <a:pt x="14417" y="1761"/>
                </a:cubicBezTo>
                <a:lnTo>
                  <a:pt x="14429" y="840"/>
                </a:lnTo>
                <a:cubicBezTo>
                  <a:pt x="14429" y="677"/>
                  <a:pt x="14428" y="537"/>
                  <a:pt x="14417" y="537"/>
                </a:cubicBezTo>
                <a:cubicBezTo>
                  <a:pt x="14411" y="531"/>
                  <a:pt x="14272" y="494"/>
                  <a:pt x="14115" y="445"/>
                </a:cubicBezTo>
                <a:lnTo>
                  <a:pt x="12508" y="54"/>
                </a:lnTo>
                <a:cubicBezTo>
                  <a:pt x="12346" y="22"/>
                  <a:pt x="12205" y="0"/>
                  <a:pt x="12200" y="0"/>
                </a:cubicBezTo>
                <a:cubicBezTo>
                  <a:pt x="12189" y="0"/>
                  <a:pt x="12125" y="120"/>
                  <a:pt x="12049" y="266"/>
                </a:cubicBezTo>
                <a:lnTo>
                  <a:pt x="11628" y="1096"/>
                </a:lnTo>
                <a:cubicBezTo>
                  <a:pt x="11552" y="1242"/>
                  <a:pt x="11358" y="1355"/>
                  <a:pt x="11196" y="1350"/>
                </a:cubicBezTo>
                <a:lnTo>
                  <a:pt x="10387" y="1350"/>
                </a:lnTo>
                <a:cubicBezTo>
                  <a:pt x="10225" y="1355"/>
                  <a:pt x="10025" y="1242"/>
                  <a:pt x="9955" y="1096"/>
                </a:cubicBezTo>
                <a:lnTo>
                  <a:pt x="9534" y="266"/>
                </a:lnTo>
                <a:cubicBezTo>
                  <a:pt x="9458" y="120"/>
                  <a:pt x="9394" y="0"/>
                  <a:pt x="9384" y="0"/>
                </a:cubicBezTo>
                <a:close/>
                <a:moveTo>
                  <a:pt x="10792" y="5820"/>
                </a:moveTo>
                <a:cubicBezTo>
                  <a:pt x="13533" y="5820"/>
                  <a:pt x="15761" y="8053"/>
                  <a:pt x="15761" y="10811"/>
                </a:cubicBezTo>
                <a:cubicBezTo>
                  <a:pt x="15761" y="13569"/>
                  <a:pt x="13533" y="15801"/>
                  <a:pt x="10792" y="15801"/>
                </a:cubicBezTo>
                <a:cubicBezTo>
                  <a:pt x="8051" y="15801"/>
                  <a:pt x="5822" y="13569"/>
                  <a:pt x="5822" y="10811"/>
                </a:cubicBezTo>
                <a:cubicBezTo>
                  <a:pt x="5822" y="8053"/>
                  <a:pt x="8045" y="5820"/>
                  <a:pt x="10792" y="5820"/>
                </a:cubicBezTo>
                <a:close/>
                <a:moveTo>
                  <a:pt x="10792" y="7592"/>
                </a:moveTo>
                <a:cubicBezTo>
                  <a:pt x="9016" y="7592"/>
                  <a:pt x="7581" y="9033"/>
                  <a:pt x="7581" y="10816"/>
                </a:cubicBezTo>
                <a:cubicBezTo>
                  <a:pt x="7581" y="12593"/>
                  <a:pt x="9016" y="14040"/>
                  <a:pt x="10792" y="14040"/>
                </a:cubicBezTo>
                <a:cubicBezTo>
                  <a:pt x="12567" y="14040"/>
                  <a:pt x="14002" y="12599"/>
                  <a:pt x="14002" y="10816"/>
                </a:cubicBezTo>
                <a:cubicBezTo>
                  <a:pt x="14002" y="9033"/>
                  <a:pt x="12567" y="7592"/>
                  <a:pt x="10792" y="7592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4" name="Gear">
            <a:extLst>
              <a:ext uri="{FF2B5EF4-FFF2-40B4-BE49-F238E27FC236}">
                <a16:creationId xmlns:a16="http://schemas.microsoft.com/office/drawing/2014/main" id="{FC768BEA-7EAE-0ECC-371B-5DE937CF4773}"/>
              </a:ext>
            </a:extLst>
          </p:cNvPr>
          <p:cNvSpPr/>
          <p:nvPr/>
        </p:nvSpPr>
        <p:spPr>
          <a:xfrm>
            <a:off x="17114088" y="13485781"/>
            <a:ext cx="637756" cy="6349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9384" y="0"/>
                </a:moveTo>
                <a:cubicBezTo>
                  <a:pt x="9373" y="0"/>
                  <a:pt x="9237" y="27"/>
                  <a:pt x="9075" y="54"/>
                </a:cubicBezTo>
                <a:lnTo>
                  <a:pt x="7468" y="445"/>
                </a:lnTo>
                <a:cubicBezTo>
                  <a:pt x="7312" y="494"/>
                  <a:pt x="7177" y="531"/>
                  <a:pt x="7166" y="537"/>
                </a:cubicBezTo>
                <a:cubicBezTo>
                  <a:pt x="7161" y="542"/>
                  <a:pt x="7154" y="677"/>
                  <a:pt x="7154" y="840"/>
                </a:cubicBezTo>
                <a:lnTo>
                  <a:pt x="7166" y="1761"/>
                </a:lnTo>
                <a:cubicBezTo>
                  <a:pt x="7166" y="1924"/>
                  <a:pt x="7047" y="2119"/>
                  <a:pt x="6902" y="2190"/>
                </a:cubicBezTo>
                <a:lnTo>
                  <a:pt x="6151" y="2574"/>
                </a:lnTo>
                <a:cubicBezTo>
                  <a:pt x="6006" y="2655"/>
                  <a:pt x="5778" y="2644"/>
                  <a:pt x="5649" y="2547"/>
                </a:cubicBezTo>
                <a:lnTo>
                  <a:pt x="4900" y="2010"/>
                </a:lnTo>
                <a:cubicBezTo>
                  <a:pt x="4765" y="1913"/>
                  <a:pt x="4651" y="1842"/>
                  <a:pt x="4645" y="1848"/>
                </a:cubicBezTo>
                <a:cubicBezTo>
                  <a:pt x="4640" y="1853"/>
                  <a:pt x="4527" y="1941"/>
                  <a:pt x="4398" y="2044"/>
                </a:cubicBezTo>
                <a:lnTo>
                  <a:pt x="3162" y="3116"/>
                </a:lnTo>
                <a:cubicBezTo>
                  <a:pt x="3043" y="3230"/>
                  <a:pt x="2941" y="3327"/>
                  <a:pt x="2936" y="3333"/>
                </a:cubicBezTo>
                <a:cubicBezTo>
                  <a:pt x="2930" y="3338"/>
                  <a:pt x="2990" y="3462"/>
                  <a:pt x="3065" y="3609"/>
                </a:cubicBezTo>
                <a:lnTo>
                  <a:pt x="3490" y="4401"/>
                </a:lnTo>
                <a:cubicBezTo>
                  <a:pt x="3566" y="4548"/>
                  <a:pt x="3551" y="4769"/>
                  <a:pt x="3448" y="4899"/>
                </a:cubicBezTo>
                <a:lnTo>
                  <a:pt x="2909" y="5648"/>
                </a:lnTo>
                <a:cubicBezTo>
                  <a:pt x="2817" y="5783"/>
                  <a:pt x="2612" y="5879"/>
                  <a:pt x="2450" y="5858"/>
                </a:cubicBezTo>
                <a:lnTo>
                  <a:pt x="1548" y="5739"/>
                </a:lnTo>
                <a:cubicBezTo>
                  <a:pt x="1386" y="5717"/>
                  <a:pt x="1251" y="5707"/>
                  <a:pt x="1246" y="5712"/>
                </a:cubicBezTo>
                <a:cubicBezTo>
                  <a:pt x="1241" y="5717"/>
                  <a:pt x="1181" y="5848"/>
                  <a:pt x="1111" y="6000"/>
                </a:cubicBezTo>
                <a:lnTo>
                  <a:pt x="518" y="7483"/>
                </a:lnTo>
                <a:cubicBezTo>
                  <a:pt x="464" y="7640"/>
                  <a:pt x="420" y="7776"/>
                  <a:pt x="415" y="7781"/>
                </a:cubicBezTo>
                <a:cubicBezTo>
                  <a:pt x="415" y="7792"/>
                  <a:pt x="523" y="7874"/>
                  <a:pt x="658" y="7966"/>
                </a:cubicBezTo>
                <a:lnTo>
                  <a:pt x="1381" y="8454"/>
                </a:lnTo>
                <a:cubicBezTo>
                  <a:pt x="1516" y="8546"/>
                  <a:pt x="1602" y="8752"/>
                  <a:pt x="1570" y="8914"/>
                </a:cubicBezTo>
                <a:lnTo>
                  <a:pt x="1420" y="9944"/>
                </a:lnTo>
                <a:cubicBezTo>
                  <a:pt x="1404" y="10106"/>
                  <a:pt x="1263" y="10291"/>
                  <a:pt x="1106" y="10345"/>
                </a:cubicBezTo>
                <a:lnTo>
                  <a:pt x="280" y="10648"/>
                </a:lnTo>
                <a:cubicBezTo>
                  <a:pt x="123" y="10702"/>
                  <a:pt x="0" y="10758"/>
                  <a:pt x="0" y="10769"/>
                </a:cubicBezTo>
                <a:cubicBezTo>
                  <a:pt x="0" y="10779"/>
                  <a:pt x="6" y="10919"/>
                  <a:pt x="17" y="11082"/>
                </a:cubicBezTo>
                <a:lnTo>
                  <a:pt x="167" y="12626"/>
                </a:lnTo>
                <a:cubicBezTo>
                  <a:pt x="194" y="12789"/>
                  <a:pt x="210" y="12930"/>
                  <a:pt x="216" y="12941"/>
                </a:cubicBezTo>
                <a:cubicBezTo>
                  <a:pt x="216" y="12952"/>
                  <a:pt x="350" y="12974"/>
                  <a:pt x="518" y="12990"/>
                </a:cubicBezTo>
                <a:lnTo>
                  <a:pt x="1354" y="13082"/>
                </a:lnTo>
                <a:cubicBezTo>
                  <a:pt x="1516" y="13098"/>
                  <a:pt x="1688" y="13245"/>
                  <a:pt x="1737" y="13402"/>
                </a:cubicBezTo>
                <a:lnTo>
                  <a:pt x="2121" y="14501"/>
                </a:lnTo>
                <a:cubicBezTo>
                  <a:pt x="2181" y="14653"/>
                  <a:pt x="2142" y="14881"/>
                  <a:pt x="2028" y="15000"/>
                </a:cubicBezTo>
                <a:lnTo>
                  <a:pt x="1457" y="15624"/>
                </a:lnTo>
                <a:cubicBezTo>
                  <a:pt x="1349" y="15743"/>
                  <a:pt x="1258" y="15850"/>
                  <a:pt x="1263" y="15856"/>
                </a:cubicBezTo>
                <a:cubicBezTo>
                  <a:pt x="1268" y="15861"/>
                  <a:pt x="1338" y="15986"/>
                  <a:pt x="1425" y="16127"/>
                </a:cubicBezTo>
                <a:lnTo>
                  <a:pt x="2256" y="17380"/>
                </a:lnTo>
                <a:cubicBezTo>
                  <a:pt x="2353" y="17510"/>
                  <a:pt x="2440" y="17623"/>
                  <a:pt x="2445" y="17634"/>
                </a:cubicBezTo>
                <a:cubicBezTo>
                  <a:pt x="2450" y="17639"/>
                  <a:pt x="2579" y="17595"/>
                  <a:pt x="2730" y="17535"/>
                </a:cubicBezTo>
                <a:lnTo>
                  <a:pt x="3490" y="17232"/>
                </a:lnTo>
                <a:cubicBezTo>
                  <a:pt x="3641" y="17173"/>
                  <a:pt x="3863" y="17216"/>
                  <a:pt x="3976" y="17336"/>
                </a:cubicBezTo>
                <a:lnTo>
                  <a:pt x="4905" y="18192"/>
                </a:lnTo>
                <a:cubicBezTo>
                  <a:pt x="5029" y="18295"/>
                  <a:pt x="5100" y="18511"/>
                  <a:pt x="5062" y="18673"/>
                </a:cubicBezTo>
                <a:lnTo>
                  <a:pt x="4851" y="19476"/>
                </a:lnTo>
                <a:cubicBezTo>
                  <a:pt x="4808" y="19633"/>
                  <a:pt x="4780" y="19769"/>
                  <a:pt x="4785" y="19774"/>
                </a:cubicBezTo>
                <a:cubicBezTo>
                  <a:pt x="4791" y="19780"/>
                  <a:pt x="4915" y="19850"/>
                  <a:pt x="5055" y="19937"/>
                </a:cubicBezTo>
                <a:lnTo>
                  <a:pt x="6345" y="20631"/>
                </a:lnTo>
                <a:cubicBezTo>
                  <a:pt x="6491" y="20701"/>
                  <a:pt x="6621" y="20761"/>
                  <a:pt x="6632" y="20766"/>
                </a:cubicBezTo>
                <a:cubicBezTo>
                  <a:pt x="6637" y="20772"/>
                  <a:pt x="6735" y="20668"/>
                  <a:pt x="6843" y="20543"/>
                </a:cubicBezTo>
                <a:lnTo>
                  <a:pt x="7370" y="19932"/>
                </a:lnTo>
                <a:cubicBezTo>
                  <a:pt x="7478" y="19807"/>
                  <a:pt x="7694" y="19742"/>
                  <a:pt x="7851" y="19791"/>
                </a:cubicBezTo>
                <a:lnTo>
                  <a:pt x="9136" y="20116"/>
                </a:lnTo>
                <a:cubicBezTo>
                  <a:pt x="9298" y="20149"/>
                  <a:pt x="9459" y="20306"/>
                  <a:pt x="9497" y="20468"/>
                </a:cubicBezTo>
                <a:lnTo>
                  <a:pt x="9680" y="21259"/>
                </a:lnTo>
                <a:cubicBezTo>
                  <a:pt x="9718" y="21422"/>
                  <a:pt x="9756" y="21552"/>
                  <a:pt x="9761" y="21552"/>
                </a:cubicBezTo>
                <a:cubicBezTo>
                  <a:pt x="9767" y="21552"/>
                  <a:pt x="9911" y="21562"/>
                  <a:pt x="10073" y="21573"/>
                </a:cubicBezTo>
                <a:lnTo>
                  <a:pt x="10500" y="21595"/>
                </a:lnTo>
                <a:cubicBezTo>
                  <a:pt x="10662" y="21600"/>
                  <a:pt x="10931" y="21600"/>
                  <a:pt x="11098" y="21595"/>
                </a:cubicBezTo>
                <a:lnTo>
                  <a:pt x="11525" y="21573"/>
                </a:lnTo>
                <a:cubicBezTo>
                  <a:pt x="11687" y="21562"/>
                  <a:pt x="11828" y="21552"/>
                  <a:pt x="11839" y="21552"/>
                </a:cubicBezTo>
                <a:cubicBezTo>
                  <a:pt x="11849" y="21552"/>
                  <a:pt x="11882" y="21416"/>
                  <a:pt x="11920" y="21259"/>
                </a:cubicBezTo>
                <a:lnTo>
                  <a:pt x="12103" y="20468"/>
                </a:lnTo>
                <a:cubicBezTo>
                  <a:pt x="12141" y="20306"/>
                  <a:pt x="12302" y="20149"/>
                  <a:pt x="12464" y="20116"/>
                </a:cubicBezTo>
                <a:lnTo>
                  <a:pt x="13749" y="19791"/>
                </a:lnTo>
                <a:cubicBezTo>
                  <a:pt x="13906" y="19742"/>
                  <a:pt x="14120" y="19807"/>
                  <a:pt x="14228" y="19932"/>
                </a:cubicBezTo>
                <a:lnTo>
                  <a:pt x="14757" y="20543"/>
                </a:lnTo>
                <a:cubicBezTo>
                  <a:pt x="14865" y="20668"/>
                  <a:pt x="14957" y="20767"/>
                  <a:pt x="14968" y="20766"/>
                </a:cubicBezTo>
                <a:cubicBezTo>
                  <a:pt x="14974" y="20761"/>
                  <a:pt x="15102" y="20701"/>
                  <a:pt x="15253" y="20631"/>
                </a:cubicBezTo>
                <a:lnTo>
                  <a:pt x="16543" y="19937"/>
                </a:lnTo>
                <a:cubicBezTo>
                  <a:pt x="16683" y="19850"/>
                  <a:pt x="16802" y="19780"/>
                  <a:pt x="16813" y="19774"/>
                </a:cubicBezTo>
                <a:cubicBezTo>
                  <a:pt x="16818" y="19769"/>
                  <a:pt x="16792" y="19633"/>
                  <a:pt x="16749" y="19476"/>
                </a:cubicBezTo>
                <a:lnTo>
                  <a:pt x="16538" y="18673"/>
                </a:lnTo>
                <a:cubicBezTo>
                  <a:pt x="16495" y="18516"/>
                  <a:pt x="16565" y="18301"/>
                  <a:pt x="16695" y="18192"/>
                </a:cubicBezTo>
                <a:lnTo>
                  <a:pt x="17622" y="17336"/>
                </a:lnTo>
                <a:cubicBezTo>
                  <a:pt x="17736" y="17216"/>
                  <a:pt x="17957" y="17173"/>
                  <a:pt x="18108" y="17232"/>
                </a:cubicBezTo>
                <a:lnTo>
                  <a:pt x="18868" y="17535"/>
                </a:lnTo>
                <a:cubicBezTo>
                  <a:pt x="19019" y="17595"/>
                  <a:pt x="19150" y="17639"/>
                  <a:pt x="19155" y="17634"/>
                </a:cubicBezTo>
                <a:cubicBezTo>
                  <a:pt x="19160" y="17628"/>
                  <a:pt x="19247" y="17515"/>
                  <a:pt x="19344" y="17380"/>
                </a:cubicBezTo>
                <a:lnTo>
                  <a:pt x="20175" y="16127"/>
                </a:lnTo>
                <a:cubicBezTo>
                  <a:pt x="20262" y="15986"/>
                  <a:pt x="20332" y="15861"/>
                  <a:pt x="20337" y="15856"/>
                </a:cubicBezTo>
                <a:cubicBezTo>
                  <a:pt x="20342" y="15850"/>
                  <a:pt x="20256" y="15743"/>
                  <a:pt x="20143" y="15624"/>
                </a:cubicBezTo>
                <a:lnTo>
                  <a:pt x="19570" y="14989"/>
                </a:lnTo>
                <a:cubicBezTo>
                  <a:pt x="19462" y="14869"/>
                  <a:pt x="19419" y="14642"/>
                  <a:pt x="19479" y="14491"/>
                </a:cubicBezTo>
                <a:lnTo>
                  <a:pt x="19862" y="13390"/>
                </a:lnTo>
                <a:cubicBezTo>
                  <a:pt x="19910" y="13233"/>
                  <a:pt x="20082" y="13088"/>
                  <a:pt x="20244" y="13072"/>
                </a:cubicBezTo>
                <a:lnTo>
                  <a:pt x="21081" y="12978"/>
                </a:lnTo>
                <a:cubicBezTo>
                  <a:pt x="21243" y="12962"/>
                  <a:pt x="21379" y="12940"/>
                  <a:pt x="21384" y="12929"/>
                </a:cubicBezTo>
                <a:cubicBezTo>
                  <a:pt x="21384" y="12918"/>
                  <a:pt x="21404" y="12784"/>
                  <a:pt x="21431" y="12616"/>
                </a:cubicBezTo>
                <a:lnTo>
                  <a:pt x="21583" y="11072"/>
                </a:lnTo>
                <a:cubicBezTo>
                  <a:pt x="21594" y="10909"/>
                  <a:pt x="21600" y="10767"/>
                  <a:pt x="21600" y="10757"/>
                </a:cubicBezTo>
                <a:cubicBezTo>
                  <a:pt x="21584" y="10757"/>
                  <a:pt x="21460" y="10702"/>
                  <a:pt x="21303" y="10648"/>
                </a:cubicBezTo>
                <a:lnTo>
                  <a:pt x="20477" y="10345"/>
                </a:lnTo>
                <a:cubicBezTo>
                  <a:pt x="20321" y="10291"/>
                  <a:pt x="20180" y="10106"/>
                  <a:pt x="20163" y="9944"/>
                </a:cubicBezTo>
                <a:lnTo>
                  <a:pt x="20013" y="8914"/>
                </a:lnTo>
                <a:cubicBezTo>
                  <a:pt x="19981" y="8752"/>
                  <a:pt x="20067" y="8546"/>
                  <a:pt x="20202" y="8454"/>
                </a:cubicBezTo>
                <a:lnTo>
                  <a:pt x="20926" y="7966"/>
                </a:lnTo>
                <a:cubicBezTo>
                  <a:pt x="21060" y="7874"/>
                  <a:pt x="21174" y="7792"/>
                  <a:pt x="21168" y="7781"/>
                </a:cubicBezTo>
                <a:cubicBezTo>
                  <a:pt x="21168" y="7770"/>
                  <a:pt x="21119" y="7640"/>
                  <a:pt x="21065" y="7483"/>
                </a:cubicBezTo>
                <a:lnTo>
                  <a:pt x="20472" y="6000"/>
                </a:lnTo>
                <a:cubicBezTo>
                  <a:pt x="20402" y="5848"/>
                  <a:pt x="20342" y="5723"/>
                  <a:pt x="20337" y="5712"/>
                </a:cubicBezTo>
                <a:cubicBezTo>
                  <a:pt x="20332" y="5701"/>
                  <a:pt x="20197" y="5717"/>
                  <a:pt x="20035" y="5739"/>
                </a:cubicBezTo>
                <a:lnTo>
                  <a:pt x="19133" y="5858"/>
                </a:lnTo>
                <a:cubicBezTo>
                  <a:pt x="18971" y="5879"/>
                  <a:pt x="18761" y="5788"/>
                  <a:pt x="18674" y="5648"/>
                </a:cubicBezTo>
                <a:lnTo>
                  <a:pt x="18135" y="4899"/>
                </a:lnTo>
                <a:cubicBezTo>
                  <a:pt x="18032" y="4769"/>
                  <a:pt x="18017" y="4548"/>
                  <a:pt x="18093" y="4401"/>
                </a:cubicBezTo>
                <a:lnTo>
                  <a:pt x="18518" y="3609"/>
                </a:lnTo>
                <a:cubicBezTo>
                  <a:pt x="18593" y="3462"/>
                  <a:pt x="18653" y="3338"/>
                  <a:pt x="18647" y="3333"/>
                </a:cubicBezTo>
                <a:cubicBezTo>
                  <a:pt x="18642" y="3327"/>
                  <a:pt x="18540" y="3230"/>
                  <a:pt x="18422" y="3116"/>
                </a:cubicBezTo>
                <a:lnTo>
                  <a:pt x="17186" y="2044"/>
                </a:lnTo>
                <a:cubicBezTo>
                  <a:pt x="17056" y="1941"/>
                  <a:pt x="16943" y="1853"/>
                  <a:pt x="16938" y="1848"/>
                </a:cubicBezTo>
                <a:cubicBezTo>
                  <a:pt x="16932" y="1842"/>
                  <a:pt x="16813" y="1918"/>
                  <a:pt x="16683" y="2010"/>
                </a:cubicBezTo>
                <a:lnTo>
                  <a:pt x="15934" y="2547"/>
                </a:lnTo>
                <a:cubicBezTo>
                  <a:pt x="15800" y="2644"/>
                  <a:pt x="15572" y="2655"/>
                  <a:pt x="15432" y="2574"/>
                </a:cubicBezTo>
                <a:lnTo>
                  <a:pt x="14682" y="2190"/>
                </a:lnTo>
                <a:cubicBezTo>
                  <a:pt x="14531" y="2119"/>
                  <a:pt x="14411" y="1929"/>
                  <a:pt x="14417" y="1761"/>
                </a:cubicBezTo>
                <a:lnTo>
                  <a:pt x="14429" y="840"/>
                </a:lnTo>
                <a:cubicBezTo>
                  <a:pt x="14429" y="677"/>
                  <a:pt x="14428" y="537"/>
                  <a:pt x="14417" y="537"/>
                </a:cubicBezTo>
                <a:cubicBezTo>
                  <a:pt x="14411" y="531"/>
                  <a:pt x="14272" y="494"/>
                  <a:pt x="14115" y="445"/>
                </a:cubicBezTo>
                <a:lnTo>
                  <a:pt x="12508" y="54"/>
                </a:lnTo>
                <a:cubicBezTo>
                  <a:pt x="12346" y="22"/>
                  <a:pt x="12205" y="0"/>
                  <a:pt x="12200" y="0"/>
                </a:cubicBezTo>
                <a:cubicBezTo>
                  <a:pt x="12189" y="0"/>
                  <a:pt x="12125" y="120"/>
                  <a:pt x="12049" y="266"/>
                </a:cubicBezTo>
                <a:lnTo>
                  <a:pt x="11628" y="1096"/>
                </a:lnTo>
                <a:cubicBezTo>
                  <a:pt x="11552" y="1242"/>
                  <a:pt x="11358" y="1355"/>
                  <a:pt x="11196" y="1350"/>
                </a:cubicBezTo>
                <a:lnTo>
                  <a:pt x="10387" y="1350"/>
                </a:lnTo>
                <a:cubicBezTo>
                  <a:pt x="10225" y="1355"/>
                  <a:pt x="10025" y="1242"/>
                  <a:pt x="9955" y="1096"/>
                </a:cubicBezTo>
                <a:lnTo>
                  <a:pt x="9534" y="266"/>
                </a:lnTo>
                <a:cubicBezTo>
                  <a:pt x="9458" y="120"/>
                  <a:pt x="9394" y="0"/>
                  <a:pt x="9384" y="0"/>
                </a:cubicBezTo>
                <a:close/>
                <a:moveTo>
                  <a:pt x="10792" y="5820"/>
                </a:moveTo>
                <a:cubicBezTo>
                  <a:pt x="13533" y="5820"/>
                  <a:pt x="15761" y="8053"/>
                  <a:pt x="15761" y="10811"/>
                </a:cubicBezTo>
                <a:cubicBezTo>
                  <a:pt x="15761" y="13569"/>
                  <a:pt x="13533" y="15801"/>
                  <a:pt x="10792" y="15801"/>
                </a:cubicBezTo>
                <a:cubicBezTo>
                  <a:pt x="8051" y="15801"/>
                  <a:pt x="5822" y="13569"/>
                  <a:pt x="5822" y="10811"/>
                </a:cubicBezTo>
                <a:cubicBezTo>
                  <a:pt x="5822" y="8053"/>
                  <a:pt x="8045" y="5820"/>
                  <a:pt x="10792" y="5820"/>
                </a:cubicBezTo>
                <a:close/>
                <a:moveTo>
                  <a:pt x="10792" y="7592"/>
                </a:moveTo>
                <a:cubicBezTo>
                  <a:pt x="9016" y="7592"/>
                  <a:pt x="7581" y="9033"/>
                  <a:pt x="7581" y="10816"/>
                </a:cubicBezTo>
                <a:cubicBezTo>
                  <a:pt x="7581" y="12593"/>
                  <a:pt x="9016" y="14040"/>
                  <a:pt x="10792" y="14040"/>
                </a:cubicBezTo>
                <a:cubicBezTo>
                  <a:pt x="12567" y="14040"/>
                  <a:pt x="14002" y="12599"/>
                  <a:pt x="14002" y="10816"/>
                </a:cubicBezTo>
                <a:cubicBezTo>
                  <a:pt x="14002" y="9033"/>
                  <a:pt x="12567" y="7592"/>
                  <a:pt x="10792" y="7592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5" name="Deep Ocean">
            <a:extLst>
              <a:ext uri="{FF2B5EF4-FFF2-40B4-BE49-F238E27FC236}">
                <a16:creationId xmlns:a16="http://schemas.microsoft.com/office/drawing/2014/main" id="{DEB869FE-5A9E-9C2E-8B03-2E34CE3FDDB9}"/>
              </a:ext>
            </a:extLst>
          </p:cNvPr>
          <p:cNvSpPr/>
          <p:nvPr/>
        </p:nvSpPr>
        <p:spPr>
          <a:xfrm>
            <a:off x="16611979" y="15617214"/>
            <a:ext cx="5718297" cy="1023979"/>
          </a:xfrm>
          <a:prstGeom prst="rect">
            <a:avLst/>
          </a:prstGeom>
          <a:solidFill>
            <a:schemeClr val="accent1">
              <a:hueOff val="114395"/>
              <a:lumOff val="-24975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 algn="ctr" defTabSz="412750" hangingPunct="0"/>
            <a:r>
              <a:rPr lang="en-US" sz="2800" kern="0" dirty="0"/>
              <a:t>Middle</a:t>
            </a:r>
            <a:r>
              <a:rPr sz="2800" kern="0" dirty="0"/>
              <a:t> Ocean</a:t>
            </a:r>
          </a:p>
        </p:txBody>
      </p:sp>
      <p:sp>
        <p:nvSpPr>
          <p:cNvPr id="136" name="Line">
            <a:extLst>
              <a:ext uri="{FF2B5EF4-FFF2-40B4-BE49-F238E27FC236}">
                <a16:creationId xmlns:a16="http://schemas.microsoft.com/office/drawing/2014/main" id="{0A1ED825-01AB-2F4A-A62B-658975FFED52}"/>
              </a:ext>
            </a:extLst>
          </p:cNvPr>
          <p:cNvSpPr/>
          <p:nvPr/>
        </p:nvSpPr>
        <p:spPr>
          <a:xfrm>
            <a:off x="21096642" y="15330344"/>
            <a:ext cx="215129" cy="960692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8" name="Deep Ocean">
            <a:extLst>
              <a:ext uri="{FF2B5EF4-FFF2-40B4-BE49-F238E27FC236}">
                <a16:creationId xmlns:a16="http://schemas.microsoft.com/office/drawing/2014/main" id="{84AF6308-04B9-D99E-30EB-F8805DA89BDE}"/>
              </a:ext>
            </a:extLst>
          </p:cNvPr>
          <p:cNvSpPr/>
          <p:nvPr/>
        </p:nvSpPr>
        <p:spPr>
          <a:xfrm>
            <a:off x="15313131" y="16671640"/>
            <a:ext cx="7009563" cy="996770"/>
          </a:xfrm>
          <a:prstGeom prst="rect">
            <a:avLst/>
          </a:prstGeom>
          <a:solidFill>
            <a:schemeClr val="accent1">
              <a:hueOff val="114395"/>
              <a:lumOff val="-24975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 algn="ctr" defTabSz="412750" hangingPunct="0"/>
            <a:r>
              <a:rPr sz="2800" kern="0"/>
              <a:t>Deep Ocean</a:t>
            </a:r>
          </a:p>
        </p:txBody>
      </p:sp>
      <p:sp>
        <p:nvSpPr>
          <p:cNvPr id="139" name="Line">
            <a:extLst>
              <a:ext uri="{FF2B5EF4-FFF2-40B4-BE49-F238E27FC236}">
                <a16:creationId xmlns:a16="http://schemas.microsoft.com/office/drawing/2014/main" id="{758756B2-EC03-A904-3FAA-7C3BA4F52DC4}"/>
              </a:ext>
            </a:extLst>
          </p:cNvPr>
          <p:cNvSpPr/>
          <p:nvPr/>
        </p:nvSpPr>
        <p:spPr>
          <a:xfrm>
            <a:off x="20224602" y="16469199"/>
            <a:ext cx="215129" cy="960692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2D6CDAC0-A28A-9A02-CEEA-8DB2522246EA}"/>
              </a:ext>
            </a:extLst>
          </p:cNvPr>
          <p:cNvSpPr txBox="1"/>
          <p:nvPr/>
        </p:nvSpPr>
        <p:spPr>
          <a:xfrm>
            <a:off x="19463777" y="21283272"/>
            <a:ext cx="12202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GHG</a:t>
            </a:r>
            <a:endParaRPr lang="en-US" sz="3600" baseline="-2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62F05308-32C8-5D5F-74DA-0BC4A092328C}"/>
              </a:ext>
            </a:extLst>
          </p:cNvPr>
          <p:cNvSpPr txBox="1"/>
          <p:nvPr/>
        </p:nvSpPr>
        <p:spPr>
          <a:xfrm>
            <a:off x="22694266" y="6055305"/>
            <a:ext cx="10406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</a:t>
            </a:r>
            <a:r>
              <a:rPr lang="en-US" sz="36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</a:t>
            </a:r>
            <a:endParaRPr lang="en-US" sz="3600" baseline="-2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A4FF003A-8268-EADF-FAD3-11724A5758C6}"/>
              </a:ext>
            </a:extLst>
          </p:cNvPr>
          <p:cNvSpPr txBox="1"/>
          <p:nvPr/>
        </p:nvSpPr>
        <p:spPr>
          <a:xfrm>
            <a:off x="22433747" y="6932239"/>
            <a:ext cx="12202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GHG</a:t>
            </a:r>
            <a:endParaRPr lang="en-US" sz="3600" baseline="-2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46" name="Gear">
            <a:extLst>
              <a:ext uri="{FF2B5EF4-FFF2-40B4-BE49-F238E27FC236}">
                <a16:creationId xmlns:a16="http://schemas.microsoft.com/office/drawing/2014/main" id="{B48746A7-C774-768C-3D13-5FFCD97E91F1}"/>
              </a:ext>
            </a:extLst>
          </p:cNvPr>
          <p:cNvSpPr/>
          <p:nvPr/>
        </p:nvSpPr>
        <p:spPr>
          <a:xfrm>
            <a:off x="16408811" y="12841044"/>
            <a:ext cx="637759" cy="6349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9384" y="0"/>
                </a:moveTo>
                <a:cubicBezTo>
                  <a:pt x="9373" y="0"/>
                  <a:pt x="9237" y="27"/>
                  <a:pt x="9075" y="54"/>
                </a:cubicBezTo>
                <a:lnTo>
                  <a:pt x="7468" y="445"/>
                </a:lnTo>
                <a:cubicBezTo>
                  <a:pt x="7312" y="494"/>
                  <a:pt x="7177" y="531"/>
                  <a:pt x="7166" y="537"/>
                </a:cubicBezTo>
                <a:cubicBezTo>
                  <a:pt x="7161" y="542"/>
                  <a:pt x="7154" y="677"/>
                  <a:pt x="7154" y="840"/>
                </a:cubicBezTo>
                <a:lnTo>
                  <a:pt x="7166" y="1761"/>
                </a:lnTo>
                <a:cubicBezTo>
                  <a:pt x="7166" y="1924"/>
                  <a:pt x="7047" y="2119"/>
                  <a:pt x="6902" y="2190"/>
                </a:cubicBezTo>
                <a:lnTo>
                  <a:pt x="6151" y="2574"/>
                </a:lnTo>
                <a:cubicBezTo>
                  <a:pt x="6006" y="2655"/>
                  <a:pt x="5778" y="2644"/>
                  <a:pt x="5649" y="2547"/>
                </a:cubicBezTo>
                <a:lnTo>
                  <a:pt x="4900" y="2010"/>
                </a:lnTo>
                <a:cubicBezTo>
                  <a:pt x="4765" y="1913"/>
                  <a:pt x="4651" y="1842"/>
                  <a:pt x="4645" y="1848"/>
                </a:cubicBezTo>
                <a:cubicBezTo>
                  <a:pt x="4640" y="1853"/>
                  <a:pt x="4527" y="1941"/>
                  <a:pt x="4398" y="2044"/>
                </a:cubicBezTo>
                <a:lnTo>
                  <a:pt x="3162" y="3116"/>
                </a:lnTo>
                <a:cubicBezTo>
                  <a:pt x="3043" y="3230"/>
                  <a:pt x="2941" y="3327"/>
                  <a:pt x="2936" y="3333"/>
                </a:cubicBezTo>
                <a:cubicBezTo>
                  <a:pt x="2930" y="3338"/>
                  <a:pt x="2990" y="3462"/>
                  <a:pt x="3065" y="3609"/>
                </a:cubicBezTo>
                <a:lnTo>
                  <a:pt x="3490" y="4401"/>
                </a:lnTo>
                <a:cubicBezTo>
                  <a:pt x="3566" y="4548"/>
                  <a:pt x="3551" y="4769"/>
                  <a:pt x="3448" y="4899"/>
                </a:cubicBezTo>
                <a:lnTo>
                  <a:pt x="2909" y="5648"/>
                </a:lnTo>
                <a:cubicBezTo>
                  <a:pt x="2817" y="5783"/>
                  <a:pt x="2612" y="5879"/>
                  <a:pt x="2450" y="5858"/>
                </a:cubicBezTo>
                <a:lnTo>
                  <a:pt x="1548" y="5739"/>
                </a:lnTo>
                <a:cubicBezTo>
                  <a:pt x="1386" y="5717"/>
                  <a:pt x="1251" y="5707"/>
                  <a:pt x="1246" y="5712"/>
                </a:cubicBezTo>
                <a:cubicBezTo>
                  <a:pt x="1241" y="5717"/>
                  <a:pt x="1181" y="5848"/>
                  <a:pt x="1111" y="6000"/>
                </a:cubicBezTo>
                <a:lnTo>
                  <a:pt x="518" y="7483"/>
                </a:lnTo>
                <a:cubicBezTo>
                  <a:pt x="464" y="7640"/>
                  <a:pt x="420" y="7776"/>
                  <a:pt x="415" y="7781"/>
                </a:cubicBezTo>
                <a:cubicBezTo>
                  <a:pt x="415" y="7792"/>
                  <a:pt x="523" y="7874"/>
                  <a:pt x="658" y="7966"/>
                </a:cubicBezTo>
                <a:lnTo>
                  <a:pt x="1381" y="8454"/>
                </a:lnTo>
                <a:cubicBezTo>
                  <a:pt x="1516" y="8546"/>
                  <a:pt x="1602" y="8752"/>
                  <a:pt x="1570" y="8914"/>
                </a:cubicBezTo>
                <a:lnTo>
                  <a:pt x="1420" y="9944"/>
                </a:lnTo>
                <a:cubicBezTo>
                  <a:pt x="1404" y="10106"/>
                  <a:pt x="1263" y="10291"/>
                  <a:pt x="1106" y="10345"/>
                </a:cubicBezTo>
                <a:lnTo>
                  <a:pt x="280" y="10648"/>
                </a:lnTo>
                <a:cubicBezTo>
                  <a:pt x="123" y="10702"/>
                  <a:pt x="0" y="10758"/>
                  <a:pt x="0" y="10769"/>
                </a:cubicBezTo>
                <a:cubicBezTo>
                  <a:pt x="0" y="10779"/>
                  <a:pt x="6" y="10919"/>
                  <a:pt x="17" y="11082"/>
                </a:cubicBezTo>
                <a:lnTo>
                  <a:pt x="167" y="12626"/>
                </a:lnTo>
                <a:cubicBezTo>
                  <a:pt x="194" y="12789"/>
                  <a:pt x="210" y="12930"/>
                  <a:pt x="216" y="12941"/>
                </a:cubicBezTo>
                <a:cubicBezTo>
                  <a:pt x="216" y="12952"/>
                  <a:pt x="350" y="12974"/>
                  <a:pt x="518" y="12990"/>
                </a:cubicBezTo>
                <a:lnTo>
                  <a:pt x="1354" y="13082"/>
                </a:lnTo>
                <a:cubicBezTo>
                  <a:pt x="1516" y="13098"/>
                  <a:pt x="1688" y="13245"/>
                  <a:pt x="1737" y="13402"/>
                </a:cubicBezTo>
                <a:lnTo>
                  <a:pt x="2121" y="14501"/>
                </a:lnTo>
                <a:cubicBezTo>
                  <a:pt x="2181" y="14653"/>
                  <a:pt x="2142" y="14881"/>
                  <a:pt x="2028" y="15000"/>
                </a:cubicBezTo>
                <a:lnTo>
                  <a:pt x="1457" y="15624"/>
                </a:lnTo>
                <a:cubicBezTo>
                  <a:pt x="1349" y="15743"/>
                  <a:pt x="1258" y="15850"/>
                  <a:pt x="1263" y="15856"/>
                </a:cubicBezTo>
                <a:cubicBezTo>
                  <a:pt x="1268" y="15861"/>
                  <a:pt x="1338" y="15986"/>
                  <a:pt x="1425" y="16127"/>
                </a:cubicBezTo>
                <a:lnTo>
                  <a:pt x="2256" y="17380"/>
                </a:lnTo>
                <a:cubicBezTo>
                  <a:pt x="2353" y="17510"/>
                  <a:pt x="2440" y="17623"/>
                  <a:pt x="2445" y="17634"/>
                </a:cubicBezTo>
                <a:cubicBezTo>
                  <a:pt x="2450" y="17639"/>
                  <a:pt x="2579" y="17595"/>
                  <a:pt x="2730" y="17535"/>
                </a:cubicBezTo>
                <a:lnTo>
                  <a:pt x="3490" y="17232"/>
                </a:lnTo>
                <a:cubicBezTo>
                  <a:pt x="3641" y="17173"/>
                  <a:pt x="3863" y="17216"/>
                  <a:pt x="3976" y="17336"/>
                </a:cubicBezTo>
                <a:lnTo>
                  <a:pt x="4905" y="18192"/>
                </a:lnTo>
                <a:cubicBezTo>
                  <a:pt x="5029" y="18295"/>
                  <a:pt x="5100" y="18511"/>
                  <a:pt x="5062" y="18673"/>
                </a:cubicBezTo>
                <a:lnTo>
                  <a:pt x="4851" y="19476"/>
                </a:lnTo>
                <a:cubicBezTo>
                  <a:pt x="4808" y="19633"/>
                  <a:pt x="4780" y="19769"/>
                  <a:pt x="4785" y="19774"/>
                </a:cubicBezTo>
                <a:cubicBezTo>
                  <a:pt x="4791" y="19780"/>
                  <a:pt x="4915" y="19850"/>
                  <a:pt x="5055" y="19937"/>
                </a:cubicBezTo>
                <a:lnTo>
                  <a:pt x="6345" y="20631"/>
                </a:lnTo>
                <a:cubicBezTo>
                  <a:pt x="6491" y="20701"/>
                  <a:pt x="6621" y="20761"/>
                  <a:pt x="6632" y="20766"/>
                </a:cubicBezTo>
                <a:cubicBezTo>
                  <a:pt x="6637" y="20772"/>
                  <a:pt x="6735" y="20668"/>
                  <a:pt x="6843" y="20543"/>
                </a:cubicBezTo>
                <a:lnTo>
                  <a:pt x="7370" y="19932"/>
                </a:lnTo>
                <a:cubicBezTo>
                  <a:pt x="7478" y="19807"/>
                  <a:pt x="7694" y="19742"/>
                  <a:pt x="7851" y="19791"/>
                </a:cubicBezTo>
                <a:lnTo>
                  <a:pt x="9136" y="20116"/>
                </a:lnTo>
                <a:cubicBezTo>
                  <a:pt x="9298" y="20149"/>
                  <a:pt x="9459" y="20306"/>
                  <a:pt x="9497" y="20468"/>
                </a:cubicBezTo>
                <a:lnTo>
                  <a:pt x="9680" y="21259"/>
                </a:lnTo>
                <a:cubicBezTo>
                  <a:pt x="9718" y="21422"/>
                  <a:pt x="9756" y="21552"/>
                  <a:pt x="9761" y="21552"/>
                </a:cubicBezTo>
                <a:cubicBezTo>
                  <a:pt x="9767" y="21552"/>
                  <a:pt x="9911" y="21562"/>
                  <a:pt x="10073" y="21573"/>
                </a:cubicBezTo>
                <a:lnTo>
                  <a:pt x="10500" y="21595"/>
                </a:lnTo>
                <a:cubicBezTo>
                  <a:pt x="10662" y="21600"/>
                  <a:pt x="10931" y="21600"/>
                  <a:pt x="11098" y="21595"/>
                </a:cubicBezTo>
                <a:lnTo>
                  <a:pt x="11525" y="21573"/>
                </a:lnTo>
                <a:cubicBezTo>
                  <a:pt x="11687" y="21562"/>
                  <a:pt x="11828" y="21552"/>
                  <a:pt x="11839" y="21552"/>
                </a:cubicBezTo>
                <a:cubicBezTo>
                  <a:pt x="11849" y="21552"/>
                  <a:pt x="11882" y="21416"/>
                  <a:pt x="11920" y="21259"/>
                </a:cubicBezTo>
                <a:lnTo>
                  <a:pt x="12103" y="20468"/>
                </a:lnTo>
                <a:cubicBezTo>
                  <a:pt x="12141" y="20306"/>
                  <a:pt x="12302" y="20149"/>
                  <a:pt x="12464" y="20116"/>
                </a:cubicBezTo>
                <a:lnTo>
                  <a:pt x="13749" y="19791"/>
                </a:lnTo>
                <a:cubicBezTo>
                  <a:pt x="13906" y="19742"/>
                  <a:pt x="14120" y="19807"/>
                  <a:pt x="14228" y="19932"/>
                </a:cubicBezTo>
                <a:lnTo>
                  <a:pt x="14757" y="20543"/>
                </a:lnTo>
                <a:cubicBezTo>
                  <a:pt x="14865" y="20668"/>
                  <a:pt x="14957" y="20767"/>
                  <a:pt x="14968" y="20766"/>
                </a:cubicBezTo>
                <a:cubicBezTo>
                  <a:pt x="14974" y="20761"/>
                  <a:pt x="15102" y="20701"/>
                  <a:pt x="15253" y="20631"/>
                </a:cubicBezTo>
                <a:lnTo>
                  <a:pt x="16543" y="19937"/>
                </a:lnTo>
                <a:cubicBezTo>
                  <a:pt x="16683" y="19850"/>
                  <a:pt x="16802" y="19780"/>
                  <a:pt x="16813" y="19774"/>
                </a:cubicBezTo>
                <a:cubicBezTo>
                  <a:pt x="16818" y="19769"/>
                  <a:pt x="16792" y="19633"/>
                  <a:pt x="16749" y="19476"/>
                </a:cubicBezTo>
                <a:lnTo>
                  <a:pt x="16538" y="18673"/>
                </a:lnTo>
                <a:cubicBezTo>
                  <a:pt x="16495" y="18516"/>
                  <a:pt x="16565" y="18301"/>
                  <a:pt x="16695" y="18192"/>
                </a:cubicBezTo>
                <a:lnTo>
                  <a:pt x="17622" y="17336"/>
                </a:lnTo>
                <a:cubicBezTo>
                  <a:pt x="17736" y="17216"/>
                  <a:pt x="17957" y="17173"/>
                  <a:pt x="18108" y="17232"/>
                </a:cubicBezTo>
                <a:lnTo>
                  <a:pt x="18868" y="17535"/>
                </a:lnTo>
                <a:cubicBezTo>
                  <a:pt x="19019" y="17595"/>
                  <a:pt x="19150" y="17639"/>
                  <a:pt x="19155" y="17634"/>
                </a:cubicBezTo>
                <a:cubicBezTo>
                  <a:pt x="19160" y="17628"/>
                  <a:pt x="19247" y="17515"/>
                  <a:pt x="19344" y="17380"/>
                </a:cubicBezTo>
                <a:lnTo>
                  <a:pt x="20175" y="16127"/>
                </a:lnTo>
                <a:cubicBezTo>
                  <a:pt x="20262" y="15986"/>
                  <a:pt x="20332" y="15861"/>
                  <a:pt x="20337" y="15856"/>
                </a:cubicBezTo>
                <a:cubicBezTo>
                  <a:pt x="20342" y="15850"/>
                  <a:pt x="20256" y="15743"/>
                  <a:pt x="20143" y="15624"/>
                </a:cubicBezTo>
                <a:lnTo>
                  <a:pt x="19570" y="14989"/>
                </a:lnTo>
                <a:cubicBezTo>
                  <a:pt x="19462" y="14869"/>
                  <a:pt x="19419" y="14642"/>
                  <a:pt x="19479" y="14491"/>
                </a:cubicBezTo>
                <a:lnTo>
                  <a:pt x="19862" y="13390"/>
                </a:lnTo>
                <a:cubicBezTo>
                  <a:pt x="19910" y="13233"/>
                  <a:pt x="20082" y="13088"/>
                  <a:pt x="20244" y="13072"/>
                </a:cubicBezTo>
                <a:lnTo>
                  <a:pt x="21081" y="12978"/>
                </a:lnTo>
                <a:cubicBezTo>
                  <a:pt x="21243" y="12962"/>
                  <a:pt x="21379" y="12940"/>
                  <a:pt x="21384" y="12929"/>
                </a:cubicBezTo>
                <a:cubicBezTo>
                  <a:pt x="21384" y="12918"/>
                  <a:pt x="21404" y="12784"/>
                  <a:pt x="21431" y="12616"/>
                </a:cubicBezTo>
                <a:lnTo>
                  <a:pt x="21583" y="11072"/>
                </a:lnTo>
                <a:cubicBezTo>
                  <a:pt x="21594" y="10909"/>
                  <a:pt x="21600" y="10767"/>
                  <a:pt x="21600" y="10757"/>
                </a:cubicBezTo>
                <a:cubicBezTo>
                  <a:pt x="21584" y="10757"/>
                  <a:pt x="21460" y="10702"/>
                  <a:pt x="21303" y="10648"/>
                </a:cubicBezTo>
                <a:lnTo>
                  <a:pt x="20477" y="10345"/>
                </a:lnTo>
                <a:cubicBezTo>
                  <a:pt x="20321" y="10291"/>
                  <a:pt x="20180" y="10106"/>
                  <a:pt x="20163" y="9944"/>
                </a:cubicBezTo>
                <a:lnTo>
                  <a:pt x="20013" y="8914"/>
                </a:lnTo>
                <a:cubicBezTo>
                  <a:pt x="19981" y="8752"/>
                  <a:pt x="20067" y="8546"/>
                  <a:pt x="20202" y="8454"/>
                </a:cubicBezTo>
                <a:lnTo>
                  <a:pt x="20926" y="7966"/>
                </a:lnTo>
                <a:cubicBezTo>
                  <a:pt x="21060" y="7874"/>
                  <a:pt x="21174" y="7792"/>
                  <a:pt x="21168" y="7781"/>
                </a:cubicBezTo>
                <a:cubicBezTo>
                  <a:pt x="21168" y="7770"/>
                  <a:pt x="21119" y="7640"/>
                  <a:pt x="21065" y="7483"/>
                </a:cubicBezTo>
                <a:lnTo>
                  <a:pt x="20472" y="6000"/>
                </a:lnTo>
                <a:cubicBezTo>
                  <a:pt x="20402" y="5848"/>
                  <a:pt x="20342" y="5723"/>
                  <a:pt x="20337" y="5712"/>
                </a:cubicBezTo>
                <a:cubicBezTo>
                  <a:pt x="20332" y="5701"/>
                  <a:pt x="20197" y="5717"/>
                  <a:pt x="20035" y="5739"/>
                </a:cubicBezTo>
                <a:lnTo>
                  <a:pt x="19133" y="5858"/>
                </a:lnTo>
                <a:cubicBezTo>
                  <a:pt x="18971" y="5879"/>
                  <a:pt x="18761" y="5788"/>
                  <a:pt x="18674" y="5648"/>
                </a:cubicBezTo>
                <a:lnTo>
                  <a:pt x="18135" y="4899"/>
                </a:lnTo>
                <a:cubicBezTo>
                  <a:pt x="18032" y="4769"/>
                  <a:pt x="18017" y="4548"/>
                  <a:pt x="18093" y="4401"/>
                </a:cubicBezTo>
                <a:lnTo>
                  <a:pt x="18518" y="3609"/>
                </a:lnTo>
                <a:cubicBezTo>
                  <a:pt x="18593" y="3462"/>
                  <a:pt x="18653" y="3338"/>
                  <a:pt x="18647" y="3333"/>
                </a:cubicBezTo>
                <a:cubicBezTo>
                  <a:pt x="18642" y="3327"/>
                  <a:pt x="18540" y="3230"/>
                  <a:pt x="18422" y="3116"/>
                </a:cubicBezTo>
                <a:lnTo>
                  <a:pt x="17186" y="2044"/>
                </a:lnTo>
                <a:cubicBezTo>
                  <a:pt x="17056" y="1941"/>
                  <a:pt x="16943" y="1853"/>
                  <a:pt x="16938" y="1848"/>
                </a:cubicBezTo>
                <a:cubicBezTo>
                  <a:pt x="16932" y="1842"/>
                  <a:pt x="16813" y="1918"/>
                  <a:pt x="16683" y="2010"/>
                </a:cubicBezTo>
                <a:lnTo>
                  <a:pt x="15934" y="2547"/>
                </a:lnTo>
                <a:cubicBezTo>
                  <a:pt x="15800" y="2644"/>
                  <a:pt x="15572" y="2655"/>
                  <a:pt x="15432" y="2574"/>
                </a:cubicBezTo>
                <a:lnTo>
                  <a:pt x="14682" y="2190"/>
                </a:lnTo>
                <a:cubicBezTo>
                  <a:pt x="14531" y="2119"/>
                  <a:pt x="14411" y="1929"/>
                  <a:pt x="14417" y="1761"/>
                </a:cubicBezTo>
                <a:lnTo>
                  <a:pt x="14429" y="840"/>
                </a:lnTo>
                <a:cubicBezTo>
                  <a:pt x="14429" y="677"/>
                  <a:pt x="14428" y="537"/>
                  <a:pt x="14417" y="537"/>
                </a:cubicBezTo>
                <a:cubicBezTo>
                  <a:pt x="14411" y="531"/>
                  <a:pt x="14272" y="494"/>
                  <a:pt x="14115" y="445"/>
                </a:cubicBezTo>
                <a:lnTo>
                  <a:pt x="12508" y="54"/>
                </a:lnTo>
                <a:cubicBezTo>
                  <a:pt x="12346" y="22"/>
                  <a:pt x="12205" y="0"/>
                  <a:pt x="12200" y="0"/>
                </a:cubicBezTo>
                <a:cubicBezTo>
                  <a:pt x="12189" y="0"/>
                  <a:pt x="12125" y="120"/>
                  <a:pt x="12049" y="266"/>
                </a:cubicBezTo>
                <a:lnTo>
                  <a:pt x="11628" y="1096"/>
                </a:lnTo>
                <a:cubicBezTo>
                  <a:pt x="11552" y="1242"/>
                  <a:pt x="11358" y="1355"/>
                  <a:pt x="11196" y="1350"/>
                </a:cubicBezTo>
                <a:lnTo>
                  <a:pt x="10387" y="1350"/>
                </a:lnTo>
                <a:cubicBezTo>
                  <a:pt x="10225" y="1355"/>
                  <a:pt x="10025" y="1242"/>
                  <a:pt x="9955" y="1096"/>
                </a:cubicBezTo>
                <a:lnTo>
                  <a:pt x="9534" y="266"/>
                </a:lnTo>
                <a:cubicBezTo>
                  <a:pt x="9458" y="120"/>
                  <a:pt x="9394" y="0"/>
                  <a:pt x="9384" y="0"/>
                </a:cubicBezTo>
                <a:close/>
                <a:moveTo>
                  <a:pt x="10792" y="5820"/>
                </a:moveTo>
                <a:cubicBezTo>
                  <a:pt x="13533" y="5820"/>
                  <a:pt x="15761" y="8053"/>
                  <a:pt x="15761" y="10811"/>
                </a:cubicBezTo>
                <a:cubicBezTo>
                  <a:pt x="15761" y="13569"/>
                  <a:pt x="13533" y="15801"/>
                  <a:pt x="10792" y="15801"/>
                </a:cubicBezTo>
                <a:cubicBezTo>
                  <a:pt x="8051" y="15801"/>
                  <a:pt x="5822" y="13569"/>
                  <a:pt x="5822" y="10811"/>
                </a:cubicBezTo>
                <a:cubicBezTo>
                  <a:pt x="5822" y="8053"/>
                  <a:pt x="8045" y="5820"/>
                  <a:pt x="10792" y="5820"/>
                </a:cubicBezTo>
                <a:close/>
                <a:moveTo>
                  <a:pt x="10792" y="7592"/>
                </a:moveTo>
                <a:cubicBezTo>
                  <a:pt x="9016" y="7592"/>
                  <a:pt x="7581" y="9033"/>
                  <a:pt x="7581" y="10816"/>
                </a:cubicBezTo>
                <a:cubicBezTo>
                  <a:pt x="7581" y="12593"/>
                  <a:pt x="9016" y="14040"/>
                  <a:pt x="10792" y="14040"/>
                </a:cubicBezTo>
                <a:cubicBezTo>
                  <a:pt x="12567" y="14040"/>
                  <a:pt x="14002" y="12599"/>
                  <a:pt x="14002" y="10816"/>
                </a:cubicBezTo>
                <a:cubicBezTo>
                  <a:pt x="14002" y="9033"/>
                  <a:pt x="12567" y="7592"/>
                  <a:pt x="10792" y="7592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2" name="Shape">
            <a:extLst>
              <a:ext uri="{FF2B5EF4-FFF2-40B4-BE49-F238E27FC236}">
                <a16:creationId xmlns:a16="http://schemas.microsoft.com/office/drawing/2014/main" id="{26BD6187-7BB2-534C-E690-BA28A4284A92}"/>
              </a:ext>
            </a:extLst>
          </p:cNvPr>
          <p:cNvSpPr/>
          <p:nvPr/>
        </p:nvSpPr>
        <p:spPr>
          <a:xfrm>
            <a:off x="19651758" y="13208916"/>
            <a:ext cx="591566" cy="1186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80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D5D5D5"/>
          </a:solidFill>
          <a:ln w="50800">
            <a:solidFill>
              <a:srgbClr val="5E5E5E"/>
            </a:solidFill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3" name="Shape">
            <a:extLst>
              <a:ext uri="{FF2B5EF4-FFF2-40B4-BE49-F238E27FC236}">
                <a16:creationId xmlns:a16="http://schemas.microsoft.com/office/drawing/2014/main" id="{2ED84A11-9016-948C-E298-ED4DBBC67278}"/>
              </a:ext>
            </a:extLst>
          </p:cNvPr>
          <p:cNvSpPr/>
          <p:nvPr/>
        </p:nvSpPr>
        <p:spPr>
          <a:xfrm>
            <a:off x="20094742" y="13052109"/>
            <a:ext cx="591566" cy="1186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80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D5D5D5"/>
          </a:solidFill>
          <a:ln w="50800">
            <a:solidFill>
              <a:srgbClr val="5E5E5E"/>
            </a:solidFill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8C86BFB0-2E6E-89FA-3430-A61E26309D89}"/>
              </a:ext>
            </a:extLst>
          </p:cNvPr>
          <p:cNvSpPr txBox="1"/>
          <p:nvPr/>
        </p:nvSpPr>
        <p:spPr>
          <a:xfrm>
            <a:off x="19582415" y="12443405"/>
            <a:ext cx="10406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</a:t>
            </a:r>
            <a:r>
              <a:rPr lang="en-US" sz="36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</a:t>
            </a:r>
            <a:endParaRPr lang="en-US" sz="3600" baseline="-2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57" name="Line">
            <a:extLst>
              <a:ext uri="{FF2B5EF4-FFF2-40B4-BE49-F238E27FC236}">
                <a16:creationId xmlns:a16="http://schemas.microsoft.com/office/drawing/2014/main" id="{A6C98EAA-DAC8-6888-5DF2-AAD0F8BA7E8F}"/>
              </a:ext>
            </a:extLst>
          </p:cNvPr>
          <p:cNvSpPr/>
          <p:nvPr/>
        </p:nvSpPr>
        <p:spPr>
          <a:xfrm flipV="1">
            <a:off x="17991272" y="11912197"/>
            <a:ext cx="371402" cy="1785851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" name="Line">
            <a:extLst>
              <a:ext uri="{FF2B5EF4-FFF2-40B4-BE49-F238E27FC236}">
                <a16:creationId xmlns:a16="http://schemas.microsoft.com/office/drawing/2014/main" id="{F16F51C3-7409-0A08-E934-A3C0A46F7C8C}"/>
              </a:ext>
            </a:extLst>
          </p:cNvPr>
          <p:cNvSpPr/>
          <p:nvPr/>
        </p:nvSpPr>
        <p:spPr>
          <a:xfrm>
            <a:off x="20394542" y="13522959"/>
            <a:ext cx="227073" cy="1122041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0" name="Line">
            <a:extLst>
              <a:ext uri="{FF2B5EF4-FFF2-40B4-BE49-F238E27FC236}">
                <a16:creationId xmlns:a16="http://schemas.microsoft.com/office/drawing/2014/main" id="{A6C09A94-BF8A-8F47-AD5F-6AC4B7E9D759}"/>
              </a:ext>
            </a:extLst>
          </p:cNvPr>
          <p:cNvSpPr/>
          <p:nvPr/>
        </p:nvSpPr>
        <p:spPr>
          <a:xfrm>
            <a:off x="20770203" y="12488375"/>
            <a:ext cx="272052" cy="2141691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DED4A437-9114-6561-13C0-BAFC9E96073C}"/>
              </a:ext>
            </a:extLst>
          </p:cNvPr>
          <p:cNvSpPr txBox="1"/>
          <p:nvPr/>
        </p:nvSpPr>
        <p:spPr>
          <a:xfrm>
            <a:off x="20590442" y="11652234"/>
            <a:ext cx="7072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</a:t>
            </a:r>
            <a:r>
              <a:rPr lang="en-US" sz="36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</a:t>
            </a:r>
          </a:p>
        </p:txBody>
      </p:sp>
      <p:sp>
        <p:nvSpPr>
          <p:cNvPr id="168" name="Freeform 167">
            <a:extLst>
              <a:ext uri="{FF2B5EF4-FFF2-40B4-BE49-F238E27FC236}">
                <a16:creationId xmlns:a16="http://schemas.microsoft.com/office/drawing/2014/main" id="{00D18AD4-4E8C-F510-E91A-28441E59C924}"/>
              </a:ext>
            </a:extLst>
          </p:cNvPr>
          <p:cNvSpPr/>
          <p:nvPr/>
        </p:nvSpPr>
        <p:spPr>
          <a:xfrm rot="6023509" flipH="1" flipV="1">
            <a:off x="18084225" y="13463345"/>
            <a:ext cx="285003" cy="897805"/>
          </a:xfrm>
          <a:custGeom>
            <a:avLst/>
            <a:gdLst>
              <a:gd name="connsiteX0" fmla="*/ 407633 w 663665"/>
              <a:gd name="connsiteY0" fmla="*/ 1975104 h 1975104"/>
              <a:gd name="connsiteX1" fmla="*/ 5297 w 663665"/>
              <a:gd name="connsiteY1" fmla="*/ 914400 h 1975104"/>
              <a:gd name="connsiteX2" fmla="*/ 663665 w 663665"/>
              <a:gd name="connsiteY2" fmla="*/ 0 h 1975104"/>
              <a:gd name="connsiteX0" fmla="*/ 407633 w 407633"/>
              <a:gd name="connsiteY0" fmla="*/ 1910526 h 1910526"/>
              <a:gd name="connsiteX1" fmla="*/ 5297 w 407633"/>
              <a:gd name="connsiteY1" fmla="*/ 849822 h 1910526"/>
              <a:gd name="connsiteX2" fmla="*/ 383296 w 407633"/>
              <a:gd name="connsiteY2" fmla="*/ 0 h 1910526"/>
              <a:gd name="connsiteX0" fmla="*/ 407633 w 447997"/>
              <a:gd name="connsiteY0" fmla="*/ 1652216 h 1652216"/>
              <a:gd name="connsiteX1" fmla="*/ 5297 w 447997"/>
              <a:gd name="connsiteY1" fmla="*/ 591512 h 1652216"/>
              <a:gd name="connsiteX2" fmla="*/ 447997 w 447997"/>
              <a:gd name="connsiteY2" fmla="*/ 0 h 1652216"/>
              <a:gd name="connsiteX0" fmla="*/ 471290 w 471290"/>
              <a:gd name="connsiteY0" fmla="*/ 2427147 h 2427147"/>
              <a:gd name="connsiteX1" fmla="*/ 4254 w 471290"/>
              <a:gd name="connsiteY1" fmla="*/ 591512 h 2427147"/>
              <a:gd name="connsiteX2" fmla="*/ 446954 w 471290"/>
              <a:gd name="connsiteY2" fmla="*/ 0 h 2427147"/>
              <a:gd name="connsiteX0" fmla="*/ 468669 w 535827"/>
              <a:gd name="connsiteY0" fmla="*/ 2427147 h 2427147"/>
              <a:gd name="connsiteX1" fmla="*/ 1633 w 535827"/>
              <a:gd name="connsiteY1" fmla="*/ 591512 h 2427147"/>
              <a:gd name="connsiteX2" fmla="*/ 444333 w 535827"/>
              <a:gd name="connsiteY2" fmla="*/ 0 h 2427147"/>
              <a:gd name="connsiteX0" fmla="*/ 352773 w 428642"/>
              <a:gd name="connsiteY0" fmla="*/ 2427147 h 2427147"/>
              <a:gd name="connsiteX1" fmla="*/ 1897 w 428642"/>
              <a:gd name="connsiteY1" fmla="*/ 561306 h 2427147"/>
              <a:gd name="connsiteX2" fmla="*/ 328437 w 428642"/>
              <a:gd name="connsiteY2" fmla="*/ 0 h 2427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8642" h="2427147">
                <a:moveTo>
                  <a:pt x="352773" y="2427147"/>
                </a:moveTo>
                <a:cubicBezTo>
                  <a:pt x="653744" y="2181960"/>
                  <a:pt x="-40775" y="890490"/>
                  <a:pt x="1897" y="561306"/>
                </a:cubicBezTo>
                <a:cubicBezTo>
                  <a:pt x="44569" y="232122"/>
                  <a:pt x="20589" y="292608"/>
                  <a:pt x="328437" y="0"/>
                </a:cubicBezTo>
              </a:path>
            </a:pathLst>
          </a:custGeom>
          <a:noFill/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9" name="Freeform 168">
            <a:extLst>
              <a:ext uri="{FF2B5EF4-FFF2-40B4-BE49-F238E27FC236}">
                <a16:creationId xmlns:a16="http://schemas.microsoft.com/office/drawing/2014/main" id="{08226338-9321-FCA1-D0B7-BFBA7D57517D}"/>
              </a:ext>
            </a:extLst>
          </p:cNvPr>
          <p:cNvSpPr/>
          <p:nvPr/>
        </p:nvSpPr>
        <p:spPr>
          <a:xfrm rot="3141268">
            <a:off x="19286517" y="11675807"/>
            <a:ext cx="691671" cy="2027233"/>
          </a:xfrm>
          <a:custGeom>
            <a:avLst/>
            <a:gdLst>
              <a:gd name="connsiteX0" fmla="*/ 407633 w 663665"/>
              <a:gd name="connsiteY0" fmla="*/ 1975104 h 1975104"/>
              <a:gd name="connsiteX1" fmla="*/ 5297 w 663665"/>
              <a:gd name="connsiteY1" fmla="*/ 914400 h 1975104"/>
              <a:gd name="connsiteX2" fmla="*/ 663665 w 663665"/>
              <a:gd name="connsiteY2" fmla="*/ 0 h 1975104"/>
              <a:gd name="connsiteX0" fmla="*/ 407633 w 407633"/>
              <a:gd name="connsiteY0" fmla="*/ 1910526 h 1910526"/>
              <a:gd name="connsiteX1" fmla="*/ 5297 w 407633"/>
              <a:gd name="connsiteY1" fmla="*/ 849822 h 1910526"/>
              <a:gd name="connsiteX2" fmla="*/ 383296 w 407633"/>
              <a:gd name="connsiteY2" fmla="*/ 0 h 1910526"/>
              <a:gd name="connsiteX0" fmla="*/ 407633 w 447997"/>
              <a:gd name="connsiteY0" fmla="*/ 1652216 h 1652216"/>
              <a:gd name="connsiteX1" fmla="*/ 5297 w 447997"/>
              <a:gd name="connsiteY1" fmla="*/ 591512 h 1652216"/>
              <a:gd name="connsiteX2" fmla="*/ 447997 w 447997"/>
              <a:gd name="connsiteY2" fmla="*/ 0 h 1652216"/>
              <a:gd name="connsiteX0" fmla="*/ 471290 w 471290"/>
              <a:gd name="connsiteY0" fmla="*/ 2427147 h 2427147"/>
              <a:gd name="connsiteX1" fmla="*/ 4254 w 471290"/>
              <a:gd name="connsiteY1" fmla="*/ 591512 h 2427147"/>
              <a:gd name="connsiteX2" fmla="*/ 446954 w 471290"/>
              <a:gd name="connsiteY2" fmla="*/ 0 h 2427147"/>
              <a:gd name="connsiteX0" fmla="*/ 468669 w 535827"/>
              <a:gd name="connsiteY0" fmla="*/ 2427147 h 2427147"/>
              <a:gd name="connsiteX1" fmla="*/ 1633 w 535827"/>
              <a:gd name="connsiteY1" fmla="*/ 591512 h 2427147"/>
              <a:gd name="connsiteX2" fmla="*/ 444333 w 535827"/>
              <a:gd name="connsiteY2" fmla="*/ 0 h 2427147"/>
              <a:gd name="connsiteX0" fmla="*/ 352773 w 428642"/>
              <a:gd name="connsiteY0" fmla="*/ 2427147 h 2427147"/>
              <a:gd name="connsiteX1" fmla="*/ 1897 w 428642"/>
              <a:gd name="connsiteY1" fmla="*/ 561306 h 2427147"/>
              <a:gd name="connsiteX2" fmla="*/ 328437 w 428642"/>
              <a:gd name="connsiteY2" fmla="*/ 0 h 2427147"/>
              <a:gd name="connsiteX0" fmla="*/ 250178 w 335898"/>
              <a:gd name="connsiteY0" fmla="*/ 2427147 h 2427147"/>
              <a:gd name="connsiteX1" fmla="*/ 2216 w 335898"/>
              <a:gd name="connsiteY1" fmla="*/ 729742 h 2427147"/>
              <a:gd name="connsiteX2" fmla="*/ 225842 w 335898"/>
              <a:gd name="connsiteY2" fmla="*/ 0 h 2427147"/>
              <a:gd name="connsiteX0" fmla="*/ 247962 w 338247"/>
              <a:gd name="connsiteY0" fmla="*/ 2427147 h 2427147"/>
              <a:gd name="connsiteX1" fmla="*/ 0 w 338247"/>
              <a:gd name="connsiteY1" fmla="*/ 729742 h 2427147"/>
              <a:gd name="connsiteX2" fmla="*/ 223626 w 338247"/>
              <a:gd name="connsiteY2" fmla="*/ 0 h 2427147"/>
              <a:gd name="connsiteX0" fmla="*/ 256158 w 346443"/>
              <a:gd name="connsiteY0" fmla="*/ 2427147 h 2427147"/>
              <a:gd name="connsiteX1" fmla="*/ 8196 w 346443"/>
              <a:gd name="connsiteY1" fmla="*/ 729742 h 2427147"/>
              <a:gd name="connsiteX2" fmla="*/ 231822 w 346443"/>
              <a:gd name="connsiteY2" fmla="*/ 0 h 2427147"/>
              <a:gd name="connsiteX0" fmla="*/ 255579 w 345962"/>
              <a:gd name="connsiteY0" fmla="*/ 2427147 h 2427147"/>
              <a:gd name="connsiteX1" fmla="*/ 8435 w 345962"/>
              <a:gd name="connsiteY1" fmla="*/ 744227 h 2427147"/>
              <a:gd name="connsiteX2" fmla="*/ 231243 w 345962"/>
              <a:gd name="connsiteY2" fmla="*/ 0 h 2427147"/>
              <a:gd name="connsiteX0" fmla="*/ 255579 w 350663"/>
              <a:gd name="connsiteY0" fmla="*/ 2427147 h 2427147"/>
              <a:gd name="connsiteX1" fmla="*/ 8435 w 350663"/>
              <a:gd name="connsiteY1" fmla="*/ 744227 h 2427147"/>
              <a:gd name="connsiteX2" fmla="*/ 231243 w 350663"/>
              <a:gd name="connsiteY2" fmla="*/ 0 h 2427147"/>
              <a:gd name="connsiteX0" fmla="*/ 247144 w 342228"/>
              <a:gd name="connsiteY0" fmla="*/ 2427147 h 2427147"/>
              <a:gd name="connsiteX1" fmla="*/ 0 w 342228"/>
              <a:gd name="connsiteY1" fmla="*/ 744227 h 2427147"/>
              <a:gd name="connsiteX2" fmla="*/ 222808 w 342228"/>
              <a:gd name="connsiteY2" fmla="*/ 0 h 2427147"/>
              <a:gd name="connsiteX0" fmla="*/ 380813 w 461050"/>
              <a:gd name="connsiteY0" fmla="*/ 2427147 h 2427147"/>
              <a:gd name="connsiteX1" fmla="*/ 0 w 461050"/>
              <a:gd name="connsiteY1" fmla="*/ 886751 h 2427147"/>
              <a:gd name="connsiteX2" fmla="*/ 356477 w 461050"/>
              <a:gd name="connsiteY2" fmla="*/ 0 h 2427147"/>
              <a:gd name="connsiteX0" fmla="*/ 380813 w 459673"/>
              <a:gd name="connsiteY0" fmla="*/ 2427147 h 2427147"/>
              <a:gd name="connsiteX1" fmla="*/ 0 w 459673"/>
              <a:gd name="connsiteY1" fmla="*/ 886751 h 2427147"/>
              <a:gd name="connsiteX2" fmla="*/ 356477 w 459673"/>
              <a:gd name="connsiteY2" fmla="*/ 0 h 2427147"/>
              <a:gd name="connsiteX0" fmla="*/ 232323 w 327434"/>
              <a:gd name="connsiteY0" fmla="*/ 2427147 h 2427147"/>
              <a:gd name="connsiteX1" fmla="*/ 0 w 327434"/>
              <a:gd name="connsiteY1" fmla="*/ 835575 h 2427147"/>
              <a:gd name="connsiteX2" fmla="*/ 207987 w 327434"/>
              <a:gd name="connsiteY2" fmla="*/ 0 h 2427147"/>
              <a:gd name="connsiteX0" fmla="*/ 232536 w 327647"/>
              <a:gd name="connsiteY0" fmla="*/ 2427147 h 2427147"/>
              <a:gd name="connsiteX1" fmla="*/ 213 w 327647"/>
              <a:gd name="connsiteY1" fmla="*/ 835575 h 2427147"/>
              <a:gd name="connsiteX2" fmla="*/ 208200 w 327647"/>
              <a:gd name="connsiteY2" fmla="*/ 0 h 2427147"/>
              <a:gd name="connsiteX0" fmla="*/ 243110 w 336838"/>
              <a:gd name="connsiteY0" fmla="*/ 2427147 h 2427147"/>
              <a:gd name="connsiteX1" fmla="*/ 139 w 336838"/>
              <a:gd name="connsiteY1" fmla="*/ 949259 h 2427147"/>
              <a:gd name="connsiteX2" fmla="*/ 218774 w 336838"/>
              <a:gd name="connsiteY2" fmla="*/ 0 h 2427147"/>
              <a:gd name="connsiteX0" fmla="*/ 243110 w 334178"/>
              <a:gd name="connsiteY0" fmla="*/ 2427147 h 2427147"/>
              <a:gd name="connsiteX1" fmla="*/ 139 w 334178"/>
              <a:gd name="connsiteY1" fmla="*/ 949259 h 2427147"/>
              <a:gd name="connsiteX2" fmla="*/ 218774 w 334178"/>
              <a:gd name="connsiteY2" fmla="*/ 0 h 2427147"/>
              <a:gd name="connsiteX0" fmla="*/ 243033 w 334101"/>
              <a:gd name="connsiteY0" fmla="*/ 2427147 h 2427147"/>
              <a:gd name="connsiteX1" fmla="*/ 62 w 334101"/>
              <a:gd name="connsiteY1" fmla="*/ 949259 h 2427147"/>
              <a:gd name="connsiteX2" fmla="*/ 218697 w 334101"/>
              <a:gd name="connsiteY2" fmla="*/ 0 h 2427147"/>
              <a:gd name="connsiteX0" fmla="*/ 248108 w 339176"/>
              <a:gd name="connsiteY0" fmla="*/ 2427147 h 2427147"/>
              <a:gd name="connsiteX1" fmla="*/ 5137 w 339176"/>
              <a:gd name="connsiteY1" fmla="*/ 949259 h 2427147"/>
              <a:gd name="connsiteX2" fmla="*/ 223772 w 339176"/>
              <a:gd name="connsiteY2" fmla="*/ 0 h 2427147"/>
              <a:gd name="connsiteX0" fmla="*/ 242971 w 334039"/>
              <a:gd name="connsiteY0" fmla="*/ 2427147 h 2427147"/>
              <a:gd name="connsiteX1" fmla="*/ 0 w 334039"/>
              <a:gd name="connsiteY1" fmla="*/ 949259 h 2427147"/>
              <a:gd name="connsiteX2" fmla="*/ 218635 w 334039"/>
              <a:gd name="connsiteY2" fmla="*/ 0 h 2427147"/>
              <a:gd name="connsiteX0" fmla="*/ 242971 w 339682"/>
              <a:gd name="connsiteY0" fmla="*/ 2427147 h 2427147"/>
              <a:gd name="connsiteX1" fmla="*/ 0 w 339682"/>
              <a:gd name="connsiteY1" fmla="*/ 949259 h 2427147"/>
              <a:gd name="connsiteX2" fmla="*/ 218635 w 339682"/>
              <a:gd name="connsiteY2" fmla="*/ 0 h 2427147"/>
              <a:gd name="connsiteX0" fmla="*/ 249122 w 345833"/>
              <a:gd name="connsiteY0" fmla="*/ 2427147 h 2427147"/>
              <a:gd name="connsiteX1" fmla="*/ 6151 w 345833"/>
              <a:gd name="connsiteY1" fmla="*/ 949259 h 2427147"/>
              <a:gd name="connsiteX2" fmla="*/ 224786 w 345833"/>
              <a:gd name="connsiteY2" fmla="*/ 0 h 2427147"/>
              <a:gd name="connsiteX0" fmla="*/ 308833 w 398065"/>
              <a:gd name="connsiteY0" fmla="*/ 2335353 h 2335353"/>
              <a:gd name="connsiteX1" fmla="*/ 6151 w 398065"/>
              <a:gd name="connsiteY1" fmla="*/ 949259 h 2335353"/>
              <a:gd name="connsiteX2" fmla="*/ 224786 w 398065"/>
              <a:gd name="connsiteY2" fmla="*/ 0 h 2335353"/>
              <a:gd name="connsiteX0" fmla="*/ 308833 w 348545"/>
              <a:gd name="connsiteY0" fmla="*/ 2335353 h 2335353"/>
              <a:gd name="connsiteX1" fmla="*/ 6151 w 348545"/>
              <a:gd name="connsiteY1" fmla="*/ 949259 h 2335353"/>
              <a:gd name="connsiteX2" fmla="*/ 224786 w 348545"/>
              <a:gd name="connsiteY2" fmla="*/ 0 h 2335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8545" h="2335353">
                <a:moveTo>
                  <a:pt x="308833" y="2335353"/>
                </a:moveTo>
                <a:cubicBezTo>
                  <a:pt x="477576" y="2226538"/>
                  <a:pt x="57125" y="1525730"/>
                  <a:pt x="6151" y="949259"/>
                </a:cubicBezTo>
                <a:cubicBezTo>
                  <a:pt x="-18451" y="707243"/>
                  <a:pt x="26081" y="172047"/>
                  <a:pt x="224786" y="0"/>
                </a:cubicBezTo>
              </a:path>
            </a:pathLst>
          </a:custGeom>
          <a:noFill/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0" name="Freeform 169">
            <a:extLst>
              <a:ext uri="{FF2B5EF4-FFF2-40B4-BE49-F238E27FC236}">
                <a16:creationId xmlns:a16="http://schemas.microsoft.com/office/drawing/2014/main" id="{E28CFC08-C3E8-4F88-B789-B05E99CCAE13}"/>
              </a:ext>
            </a:extLst>
          </p:cNvPr>
          <p:cNvSpPr/>
          <p:nvPr/>
        </p:nvSpPr>
        <p:spPr>
          <a:xfrm rot="3611288">
            <a:off x="19152215" y="12773414"/>
            <a:ext cx="424917" cy="934074"/>
          </a:xfrm>
          <a:custGeom>
            <a:avLst/>
            <a:gdLst>
              <a:gd name="connsiteX0" fmla="*/ 407633 w 663665"/>
              <a:gd name="connsiteY0" fmla="*/ 1975104 h 1975104"/>
              <a:gd name="connsiteX1" fmla="*/ 5297 w 663665"/>
              <a:gd name="connsiteY1" fmla="*/ 914400 h 1975104"/>
              <a:gd name="connsiteX2" fmla="*/ 663665 w 663665"/>
              <a:gd name="connsiteY2" fmla="*/ 0 h 1975104"/>
              <a:gd name="connsiteX0" fmla="*/ 407633 w 407633"/>
              <a:gd name="connsiteY0" fmla="*/ 1910526 h 1910526"/>
              <a:gd name="connsiteX1" fmla="*/ 5297 w 407633"/>
              <a:gd name="connsiteY1" fmla="*/ 849822 h 1910526"/>
              <a:gd name="connsiteX2" fmla="*/ 383296 w 407633"/>
              <a:gd name="connsiteY2" fmla="*/ 0 h 1910526"/>
              <a:gd name="connsiteX0" fmla="*/ 407633 w 447997"/>
              <a:gd name="connsiteY0" fmla="*/ 1652216 h 1652216"/>
              <a:gd name="connsiteX1" fmla="*/ 5297 w 447997"/>
              <a:gd name="connsiteY1" fmla="*/ 591512 h 1652216"/>
              <a:gd name="connsiteX2" fmla="*/ 447997 w 447997"/>
              <a:gd name="connsiteY2" fmla="*/ 0 h 1652216"/>
              <a:gd name="connsiteX0" fmla="*/ 471290 w 471290"/>
              <a:gd name="connsiteY0" fmla="*/ 2427147 h 2427147"/>
              <a:gd name="connsiteX1" fmla="*/ 4254 w 471290"/>
              <a:gd name="connsiteY1" fmla="*/ 591512 h 2427147"/>
              <a:gd name="connsiteX2" fmla="*/ 446954 w 471290"/>
              <a:gd name="connsiteY2" fmla="*/ 0 h 2427147"/>
              <a:gd name="connsiteX0" fmla="*/ 468669 w 535827"/>
              <a:gd name="connsiteY0" fmla="*/ 2427147 h 2427147"/>
              <a:gd name="connsiteX1" fmla="*/ 1633 w 535827"/>
              <a:gd name="connsiteY1" fmla="*/ 591512 h 2427147"/>
              <a:gd name="connsiteX2" fmla="*/ 444333 w 535827"/>
              <a:gd name="connsiteY2" fmla="*/ 0 h 2427147"/>
              <a:gd name="connsiteX0" fmla="*/ 352773 w 428642"/>
              <a:gd name="connsiteY0" fmla="*/ 2427147 h 2427147"/>
              <a:gd name="connsiteX1" fmla="*/ 1897 w 428642"/>
              <a:gd name="connsiteY1" fmla="*/ 561306 h 2427147"/>
              <a:gd name="connsiteX2" fmla="*/ 328437 w 428642"/>
              <a:gd name="connsiteY2" fmla="*/ 0 h 2427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8642" h="2427147">
                <a:moveTo>
                  <a:pt x="352773" y="2427147"/>
                </a:moveTo>
                <a:cubicBezTo>
                  <a:pt x="653744" y="2181960"/>
                  <a:pt x="-40775" y="890490"/>
                  <a:pt x="1897" y="561306"/>
                </a:cubicBezTo>
                <a:cubicBezTo>
                  <a:pt x="44569" y="232122"/>
                  <a:pt x="20589" y="292608"/>
                  <a:pt x="328437" y="0"/>
                </a:cubicBezTo>
              </a:path>
            </a:pathLst>
          </a:custGeom>
          <a:noFill/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4FA56957-375B-056D-FF27-3C32EC5948B4}"/>
              </a:ext>
            </a:extLst>
          </p:cNvPr>
          <p:cNvCxnSpPr/>
          <p:nvPr/>
        </p:nvCxnSpPr>
        <p:spPr>
          <a:xfrm>
            <a:off x="17723068" y="13729042"/>
            <a:ext cx="397798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4" name="Graphic 173" descr="Airplane with solid fill">
            <a:extLst>
              <a:ext uri="{FF2B5EF4-FFF2-40B4-BE49-F238E27FC236}">
                <a16:creationId xmlns:a16="http://schemas.microsoft.com/office/drawing/2014/main" id="{2C59B8CA-DB1B-2F65-03BF-0042CDD2A6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21722322" y="12455432"/>
            <a:ext cx="623709" cy="914400"/>
          </a:xfrm>
          <a:prstGeom prst="rect">
            <a:avLst/>
          </a:prstGeom>
        </p:spPr>
      </p:pic>
      <p:sp>
        <p:nvSpPr>
          <p:cNvPr id="175" name="Line">
            <a:extLst>
              <a:ext uri="{FF2B5EF4-FFF2-40B4-BE49-F238E27FC236}">
                <a16:creationId xmlns:a16="http://schemas.microsoft.com/office/drawing/2014/main" id="{E2D927AF-64DF-CB57-7814-5A1948B3A064}"/>
              </a:ext>
            </a:extLst>
          </p:cNvPr>
          <p:cNvSpPr/>
          <p:nvPr/>
        </p:nvSpPr>
        <p:spPr>
          <a:xfrm>
            <a:off x="21529001" y="13430523"/>
            <a:ext cx="193987" cy="1207214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6C95F00D-D92A-7B0E-962F-CA3C4F179C0E}"/>
              </a:ext>
            </a:extLst>
          </p:cNvPr>
          <p:cNvCxnSpPr>
            <a:cxnSpLocks/>
          </p:cNvCxnSpPr>
          <p:nvPr/>
        </p:nvCxnSpPr>
        <p:spPr>
          <a:xfrm>
            <a:off x="21042255" y="12752462"/>
            <a:ext cx="894205" cy="3741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26672D54-016F-8560-7794-81A67909C528}"/>
              </a:ext>
            </a:extLst>
          </p:cNvPr>
          <p:cNvCxnSpPr>
            <a:cxnSpLocks/>
          </p:cNvCxnSpPr>
          <p:nvPr/>
        </p:nvCxnSpPr>
        <p:spPr>
          <a:xfrm>
            <a:off x="20979096" y="13054674"/>
            <a:ext cx="986571" cy="0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Freeform 180">
            <a:extLst>
              <a:ext uri="{FF2B5EF4-FFF2-40B4-BE49-F238E27FC236}">
                <a16:creationId xmlns:a16="http://schemas.microsoft.com/office/drawing/2014/main" id="{25E0900B-8A88-CCD6-9024-F42F0B9EA2B8}"/>
              </a:ext>
            </a:extLst>
          </p:cNvPr>
          <p:cNvSpPr/>
          <p:nvPr/>
        </p:nvSpPr>
        <p:spPr>
          <a:xfrm rot="20209053" flipV="1">
            <a:off x="17312040" y="14003542"/>
            <a:ext cx="150495" cy="672847"/>
          </a:xfrm>
          <a:custGeom>
            <a:avLst/>
            <a:gdLst>
              <a:gd name="connsiteX0" fmla="*/ 407633 w 663665"/>
              <a:gd name="connsiteY0" fmla="*/ 1975104 h 1975104"/>
              <a:gd name="connsiteX1" fmla="*/ 5297 w 663665"/>
              <a:gd name="connsiteY1" fmla="*/ 914400 h 1975104"/>
              <a:gd name="connsiteX2" fmla="*/ 663665 w 663665"/>
              <a:gd name="connsiteY2" fmla="*/ 0 h 1975104"/>
              <a:gd name="connsiteX0" fmla="*/ 407633 w 407633"/>
              <a:gd name="connsiteY0" fmla="*/ 1910526 h 1910526"/>
              <a:gd name="connsiteX1" fmla="*/ 5297 w 407633"/>
              <a:gd name="connsiteY1" fmla="*/ 849822 h 1910526"/>
              <a:gd name="connsiteX2" fmla="*/ 383296 w 407633"/>
              <a:gd name="connsiteY2" fmla="*/ 0 h 1910526"/>
              <a:gd name="connsiteX0" fmla="*/ 407633 w 447997"/>
              <a:gd name="connsiteY0" fmla="*/ 1652216 h 1652216"/>
              <a:gd name="connsiteX1" fmla="*/ 5297 w 447997"/>
              <a:gd name="connsiteY1" fmla="*/ 591512 h 1652216"/>
              <a:gd name="connsiteX2" fmla="*/ 447997 w 447997"/>
              <a:gd name="connsiteY2" fmla="*/ 0 h 1652216"/>
              <a:gd name="connsiteX0" fmla="*/ 471290 w 471290"/>
              <a:gd name="connsiteY0" fmla="*/ 2427147 h 2427147"/>
              <a:gd name="connsiteX1" fmla="*/ 4254 w 471290"/>
              <a:gd name="connsiteY1" fmla="*/ 591512 h 2427147"/>
              <a:gd name="connsiteX2" fmla="*/ 446954 w 471290"/>
              <a:gd name="connsiteY2" fmla="*/ 0 h 2427147"/>
              <a:gd name="connsiteX0" fmla="*/ 468669 w 535827"/>
              <a:gd name="connsiteY0" fmla="*/ 2427147 h 2427147"/>
              <a:gd name="connsiteX1" fmla="*/ 1633 w 535827"/>
              <a:gd name="connsiteY1" fmla="*/ 591512 h 2427147"/>
              <a:gd name="connsiteX2" fmla="*/ 444333 w 535827"/>
              <a:gd name="connsiteY2" fmla="*/ 0 h 2427147"/>
              <a:gd name="connsiteX0" fmla="*/ 352773 w 428642"/>
              <a:gd name="connsiteY0" fmla="*/ 2427147 h 2427147"/>
              <a:gd name="connsiteX1" fmla="*/ 1897 w 428642"/>
              <a:gd name="connsiteY1" fmla="*/ 561306 h 2427147"/>
              <a:gd name="connsiteX2" fmla="*/ 328437 w 428642"/>
              <a:gd name="connsiteY2" fmla="*/ 0 h 2427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8642" h="2427147">
                <a:moveTo>
                  <a:pt x="352773" y="2427147"/>
                </a:moveTo>
                <a:cubicBezTo>
                  <a:pt x="653744" y="2181960"/>
                  <a:pt x="-40775" y="890490"/>
                  <a:pt x="1897" y="561306"/>
                </a:cubicBezTo>
                <a:cubicBezTo>
                  <a:pt x="44569" y="232122"/>
                  <a:pt x="20589" y="292608"/>
                  <a:pt x="328437" y="0"/>
                </a:cubicBezTo>
              </a:path>
            </a:pathLst>
          </a:custGeom>
          <a:noFill/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7" name="Gear">
            <a:extLst>
              <a:ext uri="{FF2B5EF4-FFF2-40B4-BE49-F238E27FC236}">
                <a16:creationId xmlns:a16="http://schemas.microsoft.com/office/drawing/2014/main" id="{04E6B84F-C345-B967-EE68-93D8505C8D2A}"/>
              </a:ext>
            </a:extLst>
          </p:cNvPr>
          <p:cNvSpPr/>
          <p:nvPr/>
        </p:nvSpPr>
        <p:spPr>
          <a:xfrm>
            <a:off x="18612232" y="13469739"/>
            <a:ext cx="637759" cy="6349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9384" y="0"/>
                </a:moveTo>
                <a:cubicBezTo>
                  <a:pt x="9373" y="0"/>
                  <a:pt x="9237" y="27"/>
                  <a:pt x="9075" y="54"/>
                </a:cubicBezTo>
                <a:lnTo>
                  <a:pt x="7468" y="445"/>
                </a:lnTo>
                <a:cubicBezTo>
                  <a:pt x="7312" y="494"/>
                  <a:pt x="7177" y="531"/>
                  <a:pt x="7166" y="537"/>
                </a:cubicBezTo>
                <a:cubicBezTo>
                  <a:pt x="7161" y="542"/>
                  <a:pt x="7154" y="677"/>
                  <a:pt x="7154" y="840"/>
                </a:cubicBezTo>
                <a:lnTo>
                  <a:pt x="7166" y="1761"/>
                </a:lnTo>
                <a:cubicBezTo>
                  <a:pt x="7166" y="1924"/>
                  <a:pt x="7047" y="2119"/>
                  <a:pt x="6902" y="2190"/>
                </a:cubicBezTo>
                <a:lnTo>
                  <a:pt x="6151" y="2574"/>
                </a:lnTo>
                <a:cubicBezTo>
                  <a:pt x="6006" y="2655"/>
                  <a:pt x="5778" y="2644"/>
                  <a:pt x="5649" y="2547"/>
                </a:cubicBezTo>
                <a:lnTo>
                  <a:pt x="4900" y="2010"/>
                </a:lnTo>
                <a:cubicBezTo>
                  <a:pt x="4765" y="1913"/>
                  <a:pt x="4651" y="1842"/>
                  <a:pt x="4645" y="1848"/>
                </a:cubicBezTo>
                <a:cubicBezTo>
                  <a:pt x="4640" y="1853"/>
                  <a:pt x="4527" y="1941"/>
                  <a:pt x="4398" y="2044"/>
                </a:cubicBezTo>
                <a:lnTo>
                  <a:pt x="3162" y="3116"/>
                </a:lnTo>
                <a:cubicBezTo>
                  <a:pt x="3043" y="3230"/>
                  <a:pt x="2941" y="3327"/>
                  <a:pt x="2936" y="3333"/>
                </a:cubicBezTo>
                <a:cubicBezTo>
                  <a:pt x="2930" y="3338"/>
                  <a:pt x="2990" y="3462"/>
                  <a:pt x="3065" y="3609"/>
                </a:cubicBezTo>
                <a:lnTo>
                  <a:pt x="3490" y="4401"/>
                </a:lnTo>
                <a:cubicBezTo>
                  <a:pt x="3566" y="4548"/>
                  <a:pt x="3551" y="4769"/>
                  <a:pt x="3448" y="4899"/>
                </a:cubicBezTo>
                <a:lnTo>
                  <a:pt x="2909" y="5648"/>
                </a:lnTo>
                <a:cubicBezTo>
                  <a:pt x="2817" y="5783"/>
                  <a:pt x="2612" y="5879"/>
                  <a:pt x="2450" y="5858"/>
                </a:cubicBezTo>
                <a:lnTo>
                  <a:pt x="1548" y="5739"/>
                </a:lnTo>
                <a:cubicBezTo>
                  <a:pt x="1386" y="5717"/>
                  <a:pt x="1251" y="5707"/>
                  <a:pt x="1246" y="5712"/>
                </a:cubicBezTo>
                <a:cubicBezTo>
                  <a:pt x="1241" y="5717"/>
                  <a:pt x="1181" y="5848"/>
                  <a:pt x="1111" y="6000"/>
                </a:cubicBezTo>
                <a:lnTo>
                  <a:pt x="518" y="7483"/>
                </a:lnTo>
                <a:cubicBezTo>
                  <a:pt x="464" y="7640"/>
                  <a:pt x="420" y="7776"/>
                  <a:pt x="415" y="7781"/>
                </a:cubicBezTo>
                <a:cubicBezTo>
                  <a:pt x="415" y="7792"/>
                  <a:pt x="523" y="7874"/>
                  <a:pt x="658" y="7966"/>
                </a:cubicBezTo>
                <a:lnTo>
                  <a:pt x="1381" y="8454"/>
                </a:lnTo>
                <a:cubicBezTo>
                  <a:pt x="1516" y="8546"/>
                  <a:pt x="1602" y="8752"/>
                  <a:pt x="1570" y="8914"/>
                </a:cubicBezTo>
                <a:lnTo>
                  <a:pt x="1420" y="9944"/>
                </a:lnTo>
                <a:cubicBezTo>
                  <a:pt x="1404" y="10106"/>
                  <a:pt x="1263" y="10291"/>
                  <a:pt x="1106" y="10345"/>
                </a:cubicBezTo>
                <a:lnTo>
                  <a:pt x="280" y="10648"/>
                </a:lnTo>
                <a:cubicBezTo>
                  <a:pt x="123" y="10702"/>
                  <a:pt x="0" y="10758"/>
                  <a:pt x="0" y="10769"/>
                </a:cubicBezTo>
                <a:cubicBezTo>
                  <a:pt x="0" y="10779"/>
                  <a:pt x="6" y="10919"/>
                  <a:pt x="17" y="11082"/>
                </a:cubicBezTo>
                <a:lnTo>
                  <a:pt x="167" y="12626"/>
                </a:lnTo>
                <a:cubicBezTo>
                  <a:pt x="194" y="12789"/>
                  <a:pt x="210" y="12930"/>
                  <a:pt x="216" y="12941"/>
                </a:cubicBezTo>
                <a:cubicBezTo>
                  <a:pt x="216" y="12952"/>
                  <a:pt x="350" y="12974"/>
                  <a:pt x="518" y="12990"/>
                </a:cubicBezTo>
                <a:lnTo>
                  <a:pt x="1354" y="13082"/>
                </a:lnTo>
                <a:cubicBezTo>
                  <a:pt x="1516" y="13098"/>
                  <a:pt x="1688" y="13245"/>
                  <a:pt x="1737" y="13402"/>
                </a:cubicBezTo>
                <a:lnTo>
                  <a:pt x="2121" y="14501"/>
                </a:lnTo>
                <a:cubicBezTo>
                  <a:pt x="2181" y="14653"/>
                  <a:pt x="2142" y="14881"/>
                  <a:pt x="2028" y="15000"/>
                </a:cubicBezTo>
                <a:lnTo>
                  <a:pt x="1457" y="15624"/>
                </a:lnTo>
                <a:cubicBezTo>
                  <a:pt x="1349" y="15743"/>
                  <a:pt x="1258" y="15850"/>
                  <a:pt x="1263" y="15856"/>
                </a:cubicBezTo>
                <a:cubicBezTo>
                  <a:pt x="1268" y="15861"/>
                  <a:pt x="1338" y="15986"/>
                  <a:pt x="1425" y="16127"/>
                </a:cubicBezTo>
                <a:lnTo>
                  <a:pt x="2256" y="17380"/>
                </a:lnTo>
                <a:cubicBezTo>
                  <a:pt x="2353" y="17510"/>
                  <a:pt x="2440" y="17623"/>
                  <a:pt x="2445" y="17634"/>
                </a:cubicBezTo>
                <a:cubicBezTo>
                  <a:pt x="2450" y="17639"/>
                  <a:pt x="2579" y="17595"/>
                  <a:pt x="2730" y="17535"/>
                </a:cubicBezTo>
                <a:lnTo>
                  <a:pt x="3490" y="17232"/>
                </a:lnTo>
                <a:cubicBezTo>
                  <a:pt x="3641" y="17173"/>
                  <a:pt x="3863" y="17216"/>
                  <a:pt x="3976" y="17336"/>
                </a:cubicBezTo>
                <a:lnTo>
                  <a:pt x="4905" y="18192"/>
                </a:lnTo>
                <a:cubicBezTo>
                  <a:pt x="5029" y="18295"/>
                  <a:pt x="5100" y="18511"/>
                  <a:pt x="5062" y="18673"/>
                </a:cubicBezTo>
                <a:lnTo>
                  <a:pt x="4851" y="19476"/>
                </a:lnTo>
                <a:cubicBezTo>
                  <a:pt x="4808" y="19633"/>
                  <a:pt x="4780" y="19769"/>
                  <a:pt x="4785" y="19774"/>
                </a:cubicBezTo>
                <a:cubicBezTo>
                  <a:pt x="4791" y="19780"/>
                  <a:pt x="4915" y="19850"/>
                  <a:pt x="5055" y="19937"/>
                </a:cubicBezTo>
                <a:lnTo>
                  <a:pt x="6345" y="20631"/>
                </a:lnTo>
                <a:cubicBezTo>
                  <a:pt x="6491" y="20701"/>
                  <a:pt x="6621" y="20761"/>
                  <a:pt x="6632" y="20766"/>
                </a:cubicBezTo>
                <a:cubicBezTo>
                  <a:pt x="6637" y="20772"/>
                  <a:pt x="6735" y="20668"/>
                  <a:pt x="6843" y="20543"/>
                </a:cubicBezTo>
                <a:lnTo>
                  <a:pt x="7370" y="19932"/>
                </a:lnTo>
                <a:cubicBezTo>
                  <a:pt x="7478" y="19807"/>
                  <a:pt x="7694" y="19742"/>
                  <a:pt x="7851" y="19791"/>
                </a:cubicBezTo>
                <a:lnTo>
                  <a:pt x="9136" y="20116"/>
                </a:lnTo>
                <a:cubicBezTo>
                  <a:pt x="9298" y="20149"/>
                  <a:pt x="9459" y="20306"/>
                  <a:pt x="9497" y="20468"/>
                </a:cubicBezTo>
                <a:lnTo>
                  <a:pt x="9680" y="21259"/>
                </a:lnTo>
                <a:cubicBezTo>
                  <a:pt x="9718" y="21422"/>
                  <a:pt x="9756" y="21552"/>
                  <a:pt x="9761" y="21552"/>
                </a:cubicBezTo>
                <a:cubicBezTo>
                  <a:pt x="9767" y="21552"/>
                  <a:pt x="9911" y="21562"/>
                  <a:pt x="10073" y="21573"/>
                </a:cubicBezTo>
                <a:lnTo>
                  <a:pt x="10500" y="21595"/>
                </a:lnTo>
                <a:cubicBezTo>
                  <a:pt x="10662" y="21600"/>
                  <a:pt x="10931" y="21600"/>
                  <a:pt x="11098" y="21595"/>
                </a:cubicBezTo>
                <a:lnTo>
                  <a:pt x="11525" y="21573"/>
                </a:lnTo>
                <a:cubicBezTo>
                  <a:pt x="11687" y="21562"/>
                  <a:pt x="11828" y="21552"/>
                  <a:pt x="11839" y="21552"/>
                </a:cubicBezTo>
                <a:cubicBezTo>
                  <a:pt x="11849" y="21552"/>
                  <a:pt x="11882" y="21416"/>
                  <a:pt x="11920" y="21259"/>
                </a:cubicBezTo>
                <a:lnTo>
                  <a:pt x="12103" y="20468"/>
                </a:lnTo>
                <a:cubicBezTo>
                  <a:pt x="12141" y="20306"/>
                  <a:pt x="12302" y="20149"/>
                  <a:pt x="12464" y="20116"/>
                </a:cubicBezTo>
                <a:lnTo>
                  <a:pt x="13749" y="19791"/>
                </a:lnTo>
                <a:cubicBezTo>
                  <a:pt x="13906" y="19742"/>
                  <a:pt x="14120" y="19807"/>
                  <a:pt x="14228" y="19932"/>
                </a:cubicBezTo>
                <a:lnTo>
                  <a:pt x="14757" y="20543"/>
                </a:lnTo>
                <a:cubicBezTo>
                  <a:pt x="14865" y="20668"/>
                  <a:pt x="14957" y="20767"/>
                  <a:pt x="14968" y="20766"/>
                </a:cubicBezTo>
                <a:cubicBezTo>
                  <a:pt x="14974" y="20761"/>
                  <a:pt x="15102" y="20701"/>
                  <a:pt x="15253" y="20631"/>
                </a:cubicBezTo>
                <a:lnTo>
                  <a:pt x="16543" y="19937"/>
                </a:lnTo>
                <a:cubicBezTo>
                  <a:pt x="16683" y="19850"/>
                  <a:pt x="16802" y="19780"/>
                  <a:pt x="16813" y="19774"/>
                </a:cubicBezTo>
                <a:cubicBezTo>
                  <a:pt x="16818" y="19769"/>
                  <a:pt x="16792" y="19633"/>
                  <a:pt x="16749" y="19476"/>
                </a:cubicBezTo>
                <a:lnTo>
                  <a:pt x="16538" y="18673"/>
                </a:lnTo>
                <a:cubicBezTo>
                  <a:pt x="16495" y="18516"/>
                  <a:pt x="16565" y="18301"/>
                  <a:pt x="16695" y="18192"/>
                </a:cubicBezTo>
                <a:lnTo>
                  <a:pt x="17622" y="17336"/>
                </a:lnTo>
                <a:cubicBezTo>
                  <a:pt x="17736" y="17216"/>
                  <a:pt x="17957" y="17173"/>
                  <a:pt x="18108" y="17232"/>
                </a:cubicBezTo>
                <a:lnTo>
                  <a:pt x="18868" y="17535"/>
                </a:lnTo>
                <a:cubicBezTo>
                  <a:pt x="19019" y="17595"/>
                  <a:pt x="19150" y="17639"/>
                  <a:pt x="19155" y="17634"/>
                </a:cubicBezTo>
                <a:cubicBezTo>
                  <a:pt x="19160" y="17628"/>
                  <a:pt x="19247" y="17515"/>
                  <a:pt x="19344" y="17380"/>
                </a:cubicBezTo>
                <a:lnTo>
                  <a:pt x="20175" y="16127"/>
                </a:lnTo>
                <a:cubicBezTo>
                  <a:pt x="20262" y="15986"/>
                  <a:pt x="20332" y="15861"/>
                  <a:pt x="20337" y="15856"/>
                </a:cubicBezTo>
                <a:cubicBezTo>
                  <a:pt x="20342" y="15850"/>
                  <a:pt x="20256" y="15743"/>
                  <a:pt x="20143" y="15624"/>
                </a:cubicBezTo>
                <a:lnTo>
                  <a:pt x="19570" y="14989"/>
                </a:lnTo>
                <a:cubicBezTo>
                  <a:pt x="19462" y="14869"/>
                  <a:pt x="19419" y="14642"/>
                  <a:pt x="19479" y="14491"/>
                </a:cubicBezTo>
                <a:lnTo>
                  <a:pt x="19862" y="13390"/>
                </a:lnTo>
                <a:cubicBezTo>
                  <a:pt x="19910" y="13233"/>
                  <a:pt x="20082" y="13088"/>
                  <a:pt x="20244" y="13072"/>
                </a:cubicBezTo>
                <a:lnTo>
                  <a:pt x="21081" y="12978"/>
                </a:lnTo>
                <a:cubicBezTo>
                  <a:pt x="21243" y="12962"/>
                  <a:pt x="21379" y="12940"/>
                  <a:pt x="21384" y="12929"/>
                </a:cubicBezTo>
                <a:cubicBezTo>
                  <a:pt x="21384" y="12918"/>
                  <a:pt x="21404" y="12784"/>
                  <a:pt x="21431" y="12616"/>
                </a:cubicBezTo>
                <a:lnTo>
                  <a:pt x="21583" y="11072"/>
                </a:lnTo>
                <a:cubicBezTo>
                  <a:pt x="21594" y="10909"/>
                  <a:pt x="21600" y="10767"/>
                  <a:pt x="21600" y="10757"/>
                </a:cubicBezTo>
                <a:cubicBezTo>
                  <a:pt x="21584" y="10757"/>
                  <a:pt x="21460" y="10702"/>
                  <a:pt x="21303" y="10648"/>
                </a:cubicBezTo>
                <a:lnTo>
                  <a:pt x="20477" y="10345"/>
                </a:lnTo>
                <a:cubicBezTo>
                  <a:pt x="20321" y="10291"/>
                  <a:pt x="20180" y="10106"/>
                  <a:pt x="20163" y="9944"/>
                </a:cubicBezTo>
                <a:lnTo>
                  <a:pt x="20013" y="8914"/>
                </a:lnTo>
                <a:cubicBezTo>
                  <a:pt x="19981" y="8752"/>
                  <a:pt x="20067" y="8546"/>
                  <a:pt x="20202" y="8454"/>
                </a:cubicBezTo>
                <a:lnTo>
                  <a:pt x="20926" y="7966"/>
                </a:lnTo>
                <a:cubicBezTo>
                  <a:pt x="21060" y="7874"/>
                  <a:pt x="21174" y="7792"/>
                  <a:pt x="21168" y="7781"/>
                </a:cubicBezTo>
                <a:cubicBezTo>
                  <a:pt x="21168" y="7770"/>
                  <a:pt x="21119" y="7640"/>
                  <a:pt x="21065" y="7483"/>
                </a:cubicBezTo>
                <a:lnTo>
                  <a:pt x="20472" y="6000"/>
                </a:lnTo>
                <a:cubicBezTo>
                  <a:pt x="20402" y="5848"/>
                  <a:pt x="20342" y="5723"/>
                  <a:pt x="20337" y="5712"/>
                </a:cubicBezTo>
                <a:cubicBezTo>
                  <a:pt x="20332" y="5701"/>
                  <a:pt x="20197" y="5717"/>
                  <a:pt x="20035" y="5739"/>
                </a:cubicBezTo>
                <a:lnTo>
                  <a:pt x="19133" y="5858"/>
                </a:lnTo>
                <a:cubicBezTo>
                  <a:pt x="18971" y="5879"/>
                  <a:pt x="18761" y="5788"/>
                  <a:pt x="18674" y="5648"/>
                </a:cubicBezTo>
                <a:lnTo>
                  <a:pt x="18135" y="4899"/>
                </a:lnTo>
                <a:cubicBezTo>
                  <a:pt x="18032" y="4769"/>
                  <a:pt x="18017" y="4548"/>
                  <a:pt x="18093" y="4401"/>
                </a:cubicBezTo>
                <a:lnTo>
                  <a:pt x="18518" y="3609"/>
                </a:lnTo>
                <a:cubicBezTo>
                  <a:pt x="18593" y="3462"/>
                  <a:pt x="18653" y="3338"/>
                  <a:pt x="18647" y="3333"/>
                </a:cubicBezTo>
                <a:cubicBezTo>
                  <a:pt x="18642" y="3327"/>
                  <a:pt x="18540" y="3230"/>
                  <a:pt x="18422" y="3116"/>
                </a:cubicBezTo>
                <a:lnTo>
                  <a:pt x="17186" y="2044"/>
                </a:lnTo>
                <a:cubicBezTo>
                  <a:pt x="17056" y="1941"/>
                  <a:pt x="16943" y="1853"/>
                  <a:pt x="16938" y="1848"/>
                </a:cubicBezTo>
                <a:cubicBezTo>
                  <a:pt x="16932" y="1842"/>
                  <a:pt x="16813" y="1918"/>
                  <a:pt x="16683" y="2010"/>
                </a:cubicBezTo>
                <a:lnTo>
                  <a:pt x="15934" y="2547"/>
                </a:lnTo>
                <a:cubicBezTo>
                  <a:pt x="15800" y="2644"/>
                  <a:pt x="15572" y="2655"/>
                  <a:pt x="15432" y="2574"/>
                </a:cubicBezTo>
                <a:lnTo>
                  <a:pt x="14682" y="2190"/>
                </a:lnTo>
                <a:cubicBezTo>
                  <a:pt x="14531" y="2119"/>
                  <a:pt x="14411" y="1929"/>
                  <a:pt x="14417" y="1761"/>
                </a:cubicBezTo>
                <a:lnTo>
                  <a:pt x="14429" y="840"/>
                </a:lnTo>
                <a:cubicBezTo>
                  <a:pt x="14429" y="677"/>
                  <a:pt x="14428" y="537"/>
                  <a:pt x="14417" y="537"/>
                </a:cubicBezTo>
                <a:cubicBezTo>
                  <a:pt x="14411" y="531"/>
                  <a:pt x="14272" y="494"/>
                  <a:pt x="14115" y="445"/>
                </a:cubicBezTo>
                <a:lnTo>
                  <a:pt x="12508" y="54"/>
                </a:lnTo>
                <a:cubicBezTo>
                  <a:pt x="12346" y="22"/>
                  <a:pt x="12205" y="0"/>
                  <a:pt x="12200" y="0"/>
                </a:cubicBezTo>
                <a:cubicBezTo>
                  <a:pt x="12189" y="0"/>
                  <a:pt x="12125" y="120"/>
                  <a:pt x="12049" y="266"/>
                </a:cubicBezTo>
                <a:lnTo>
                  <a:pt x="11628" y="1096"/>
                </a:lnTo>
                <a:cubicBezTo>
                  <a:pt x="11552" y="1242"/>
                  <a:pt x="11358" y="1355"/>
                  <a:pt x="11196" y="1350"/>
                </a:cubicBezTo>
                <a:lnTo>
                  <a:pt x="10387" y="1350"/>
                </a:lnTo>
                <a:cubicBezTo>
                  <a:pt x="10225" y="1355"/>
                  <a:pt x="10025" y="1242"/>
                  <a:pt x="9955" y="1096"/>
                </a:cubicBezTo>
                <a:lnTo>
                  <a:pt x="9534" y="266"/>
                </a:lnTo>
                <a:cubicBezTo>
                  <a:pt x="9458" y="120"/>
                  <a:pt x="9394" y="0"/>
                  <a:pt x="9384" y="0"/>
                </a:cubicBezTo>
                <a:close/>
                <a:moveTo>
                  <a:pt x="10792" y="5820"/>
                </a:moveTo>
                <a:cubicBezTo>
                  <a:pt x="13533" y="5820"/>
                  <a:pt x="15761" y="8053"/>
                  <a:pt x="15761" y="10811"/>
                </a:cubicBezTo>
                <a:cubicBezTo>
                  <a:pt x="15761" y="13569"/>
                  <a:pt x="13533" y="15801"/>
                  <a:pt x="10792" y="15801"/>
                </a:cubicBezTo>
                <a:cubicBezTo>
                  <a:pt x="8051" y="15801"/>
                  <a:pt x="5822" y="13569"/>
                  <a:pt x="5822" y="10811"/>
                </a:cubicBezTo>
                <a:cubicBezTo>
                  <a:pt x="5822" y="8053"/>
                  <a:pt x="8045" y="5820"/>
                  <a:pt x="10792" y="5820"/>
                </a:cubicBezTo>
                <a:close/>
                <a:moveTo>
                  <a:pt x="10792" y="7592"/>
                </a:moveTo>
                <a:cubicBezTo>
                  <a:pt x="9016" y="7592"/>
                  <a:pt x="7581" y="9033"/>
                  <a:pt x="7581" y="10816"/>
                </a:cubicBezTo>
                <a:cubicBezTo>
                  <a:pt x="7581" y="12593"/>
                  <a:pt x="9016" y="14040"/>
                  <a:pt x="10792" y="14040"/>
                </a:cubicBezTo>
                <a:cubicBezTo>
                  <a:pt x="12567" y="14040"/>
                  <a:pt x="14002" y="12599"/>
                  <a:pt x="14002" y="10816"/>
                </a:cubicBezTo>
                <a:cubicBezTo>
                  <a:pt x="14002" y="9033"/>
                  <a:pt x="12567" y="7592"/>
                  <a:pt x="10792" y="7592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6D53688D-B85D-8E84-1E47-A73695E1EDEA}"/>
              </a:ext>
            </a:extLst>
          </p:cNvPr>
          <p:cNvSpPr txBox="1"/>
          <p:nvPr/>
        </p:nvSpPr>
        <p:spPr>
          <a:xfrm>
            <a:off x="21761931" y="22052325"/>
            <a:ext cx="886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Aer</a:t>
            </a:r>
            <a:endParaRPr lang="en-US" sz="3600" baseline="-2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B9E5816E-A94D-5F3E-53F4-ACED2843BB7D}"/>
              </a:ext>
            </a:extLst>
          </p:cNvPr>
          <p:cNvSpPr txBox="1"/>
          <p:nvPr/>
        </p:nvSpPr>
        <p:spPr>
          <a:xfrm>
            <a:off x="18046995" y="6379248"/>
            <a:ext cx="886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Aer</a:t>
            </a:r>
            <a:endParaRPr lang="en-US" sz="3600" baseline="-2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152A74CD-0D65-800C-508E-69935CD3F90F}"/>
              </a:ext>
            </a:extLst>
          </p:cNvPr>
          <p:cNvSpPr txBox="1"/>
          <p:nvPr/>
        </p:nvSpPr>
        <p:spPr>
          <a:xfrm>
            <a:off x="17266209" y="12810473"/>
            <a:ext cx="886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Aer</a:t>
            </a:r>
            <a:endParaRPr lang="en-US" sz="3600" baseline="-2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5" name="Line">
            <a:extLst>
              <a:ext uri="{FF2B5EF4-FFF2-40B4-BE49-F238E27FC236}">
                <a16:creationId xmlns:a16="http://schemas.microsoft.com/office/drawing/2014/main" id="{8C7FA5F9-6FF5-339B-3B8A-C71AFDE2EA5F}"/>
              </a:ext>
            </a:extLst>
          </p:cNvPr>
          <p:cNvSpPr/>
          <p:nvPr/>
        </p:nvSpPr>
        <p:spPr>
          <a:xfrm flipV="1">
            <a:off x="15718883" y="11821922"/>
            <a:ext cx="440370" cy="2185208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6" name="-">
            <a:extLst>
              <a:ext uri="{FF2B5EF4-FFF2-40B4-BE49-F238E27FC236}">
                <a16:creationId xmlns:a16="http://schemas.microsoft.com/office/drawing/2014/main" id="{2C4ACBC2-FDC9-DEEF-B131-BB23ED161283}"/>
              </a:ext>
            </a:extLst>
          </p:cNvPr>
          <p:cNvSpPr txBox="1"/>
          <p:nvPr/>
        </p:nvSpPr>
        <p:spPr>
          <a:xfrm>
            <a:off x="15578815" y="13990649"/>
            <a:ext cx="250069" cy="666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algn="ctr" defTabSz="1219169" hangingPunct="0"/>
            <a:r>
              <a:rPr sz="4000" kern="0" dirty="0">
                <a:latin typeface="Helvetica Neue"/>
                <a:ea typeface="Helvetica Neue"/>
                <a:cs typeface="Helvetica Neue"/>
                <a:sym typeface="Helvetica Neue"/>
              </a:rPr>
              <a:t>-</a:t>
            </a:r>
          </a:p>
        </p:txBody>
      </p:sp>
      <p:sp>
        <p:nvSpPr>
          <p:cNvPr id="187" name="Arrow 2">
            <a:extLst>
              <a:ext uri="{FF2B5EF4-FFF2-40B4-BE49-F238E27FC236}">
                <a16:creationId xmlns:a16="http://schemas.microsoft.com/office/drawing/2014/main" id="{4B93CCAA-DF2C-3C56-F3E4-C8D855AEDB87}"/>
              </a:ext>
            </a:extLst>
          </p:cNvPr>
          <p:cNvSpPr/>
          <p:nvPr/>
        </p:nvSpPr>
        <p:spPr>
          <a:xfrm>
            <a:off x="15313131" y="14035818"/>
            <a:ext cx="813585" cy="6551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49" y="0"/>
                </a:moveTo>
                <a:cubicBezTo>
                  <a:pt x="8457" y="0"/>
                  <a:pt x="6373" y="1103"/>
                  <a:pt x="4819" y="2903"/>
                </a:cubicBezTo>
                <a:lnTo>
                  <a:pt x="6744" y="6147"/>
                </a:lnTo>
                <a:cubicBezTo>
                  <a:pt x="7744" y="4819"/>
                  <a:pt x="9169" y="3989"/>
                  <a:pt x="10749" y="3989"/>
                </a:cubicBezTo>
                <a:cubicBezTo>
                  <a:pt x="13751" y="3989"/>
                  <a:pt x="16189" y="6985"/>
                  <a:pt x="16232" y="10700"/>
                </a:cubicBezTo>
                <a:lnTo>
                  <a:pt x="14265" y="10700"/>
                </a:lnTo>
                <a:lnTo>
                  <a:pt x="17933" y="16883"/>
                </a:lnTo>
                <a:lnTo>
                  <a:pt x="21600" y="10700"/>
                </a:lnTo>
                <a:lnTo>
                  <a:pt x="19444" y="10700"/>
                </a:lnTo>
                <a:cubicBezTo>
                  <a:pt x="19401" y="4782"/>
                  <a:pt x="15525" y="0"/>
                  <a:pt x="10749" y="0"/>
                </a:cubicBezTo>
                <a:close/>
                <a:moveTo>
                  <a:pt x="3667" y="4515"/>
                </a:moveTo>
                <a:lnTo>
                  <a:pt x="0" y="10700"/>
                </a:lnTo>
                <a:lnTo>
                  <a:pt x="2054" y="10700"/>
                </a:lnTo>
                <a:cubicBezTo>
                  <a:pt x="2053" y="10733"/>
                  <a:pt x="2054" y="10767"/>
                  <a:pt x="2054" y="10801"/>
                </a:cubicBezTo>
                <a:cubicBezTo>
                  <a:pt x="2054" y="16766"/>
                  <a:pt x="5946" y="21600"/>
                  <a:pt x="10749" y="21600"/>
                </a:cubicBezTo>
                <a:cubicBezTo>
                  <a:pt x="13080" y="21600"/>
                  <a:pt x="15197" y="20461"/>
                  <a:pt x="16759" y="18607"/>
                </a:cubicBezTo>
                <a:lnTo>
                  <a:pt x="14814" y="15375"/>
                </a:lnTo>
                <a:cubicBezTo>
                  <a:pt x="13811" y="16749"/>
                  <a:pt x="12360" y="17611"/>
                  <a:pt x="10749" y="17611"/>
                </a:cubicBezTo>
                <a:cubicBezTo>
                  <a:pt x="7720" y="17611"/>
                  <a:pt x="5266" y="14563"/>
                  <a:pt x="5266" y="10801"/>
                </a:cubicBezTo>
                <a:cubicBezTo>
                  <a:pt x="5266" y="10767"/>
                  <a:pt x="5265" y="10733"/>
                  <a:pt x="5266" y="10700"/>
                </a:cubicBezTo>
                <a:lnTo>
                  <a:pt x="7335" y="10700"/>
                </a:lnTo>
                <a:lnTo>
                  <a:pt x="3667" y="4515"/>
                </a:lnTo>
                <a:close/>
              </a:path>
            </a:pathLst>
          </a:custGeom>
          <a:solidFill>
            <a:srgbClr val="C0000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8" name="Gear">
            <a:extLst>
              <a:ext uri="{FF2B5EF4-FFF2-40B4-BE49-F238E27FC236}">
                <a16:creationId xmlns:a16="http://schemas.microsoft.com/office/drawing/2014/main" id="{ABC97C62-8DEB-F428-1E28-62F5BDF4BDCC}"/>
              </a:ext>
            </a:extLst>
          </p:cNvPr>
          <p:cNvSpPr/>
          <p:nvPr/>
        </p:nvSpPr>
        <p:spPr>
          <a:xfrm>
            <a:off x="21221029" y="13136301"/>
            <a:ext cx="637759" cy="6349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9384" y="0"/>
                </a:moveTo>
                <a:cubicBezTo>
                  <a:pt x="9373" y="0"/>
                  <a:pt x="9237" y="27"/>
                  <a:pt x="9075" y="54"/>
                </a:cubicBezTo>
                <a:lnTo>
                  <a:pt x="7468" y="445"/>
                </a:lnTo>
                <a:cubicBezTo>
                  <a:pt x="7312" y="494"/>
                  <a:pt x="7177" y="531"/>
                  <a:pt x="7166" y="537"/>
                </a:cubicBezTo>
                <a:cubicBezTo>
                  <a:pt x="7161" y="542"/>
                  <a:pt x="7154" y="677"/>
                  <a:pt x="7154" y="840"/>
                </a:cubicBezTo>
                <a:lnTo>
                  <a:pt x="7166" y="1761"/>
                </a:lnTo>
                <a:cubicBezTo>
                  <a:pt x="7166" y="1924"/>
                  <a:pt x="7047" y="2119"/>
                  <a:pt x="6902" y="2190"/>
                </a:cubicBezTo>
                <a:lnTo>
                  <a:pt x="6151" y="2574"/>
                </a:lnTo>
                <a:cubicBezTo>
                  <a:pt x="6006" y="2655"/>
                  <a:pt x="5778" y="2644"/>
                  <a:pt x="5649" y="2547"/>
                </a:cubicBezTo>
                <a:lnTo>
                  <a:pt x="4900" y="2010"/>
                </a:lnTo>
                <a:cubicBezTo>
                  <a:pt x="4765" y="1913"/>
                  <a:pt x="4651" y="1842"/>
                  <a:pt x="4645" y="1848"/>
                </a:cubicBezTo>
                <a:cubicBezTo>
                  <a:pt x="4640" y="1853"/>
                  <a:pt x="4527" y="1941"/>
                  <a:pt x="4398" y="2044"/>
                </a:cubicBezTo>
                <a:lnTo>
                  <a:pt x="3162" y="3116"/>
                </a:lnTo>
                <a:cubicBezTo>
                  <a:pt x="3043" y="3230"/>
                  <a:pt x="2941" y="3327"/>
                  <a:pt x="2936" y="3333"/>
                </a:cubicBezTo>
                <a:cubicBezTo>
                  <a:pt x="2930" y="3338"/>
                  <a:pt x="2990" y="3462"/>
                  <a:pt x="3065" y="3609"/>
                </a:cubicBezTo>
                <a:lnTo>
                  <a:pt x="3490" y="4401"/>
                </a:lnTo>
                <a:cubicBezTo>
                  <a:pt x="3566" y="4548"/>
                  <a:pt x="3551" y="4769"/>
                  <a:pt x="3448" y="4899"/>
                </a:cubicBezTo>
                <a:lnTo>
                  <a:pt x="2909" y="5648"/>
                </a:lnTo>
                <a:cubicBezTo>
                  <a:pt x="2817" y="5783"/>
                  <a:pt x="2612" y="5879"/>
                  <a:pt x="2450" y="5858"/>
                </a:cubicBezTo>
                <a:lnTo>
                  <a:pt x="1548" y="5739"/>
                </a:lnTo>
                <a:cubicBezTo>
                  <a:pt x="1386" y="5717"/>
                  <a:pt x="1251" y="5707"/>
                  <a:pt x="1246" y="5712"/>
                </a:cubicBezTo>
                <a:cubicBezTo>
                  <a:pt x="1241" y="5717"/>
                  <a:pt x="1181" y="5848"/>
                  <a:pt x="1111" y="6000"/>
                </a:cubicBezTo>
                <a:lnTo>
                  <a:pt x="518" y="7483"/>
                </a:lnTo>
                <a:cubicBezTo>
                  <a:pt x="464" y="7640"/>
                  <a:pt x="420" y="7776"/>
                  <a:pt x="415" y="7781"/>
                </a:cubicBezTo>
                <a:cubicBezTo>
                  <a:pt x="415" y="7792"/>
                  <a:pt x="523" y="7874"/>
                  <a:pt x="658" y="7966"/>
                </a:cubicBezTo>
                <a:lnTo>
                  <a:pt x="1381" y="8454"/>
                </a:lnTo>
                <a:cubicBezTo>
                  <a:pt x="1516" y="8546"/>
                  <a:pt x="1602" y="8752"/>
                  <a:pt x="1570" y="8914"/>
                </a:cubicBezTo>
                <a:lnTo>
                  <a:pt x="1420" y="9944"/>
                </a:lnTo>
                <a:cubicBezTo>
                  <a:pt x="1404" y="10106"/>
                  <a:pt x="1263" y="10291"/>
                  <a:pt x="1106" y="10345"/>
                </a:cubicBezTo>
                <a:lnTo>
                  <a:pt x="280" y="10648"/>
                </a:lnTo>
                <a:cubicBezTo>
                  <a:pt x="123" y="10702"/>
                  <a:pt x="0" y="10758"/>
                  <a:pt x="0" y="10769"/>
                </a:cubicBezTo>
                <a:cubicBezTo>
                  <a:pt x="0" y="10779"/>
                  <a:pt x="6" y="10919"/>
                  <a:pt x="17" y="11082"/>
                </a:cubicBezTo>
                <a:lnTo>
                  <a:pt x="167" y="12626"/>
                </a:lnTo>
                <a:cubicBezTo>
                  <a:pt x="194" y="12789"/>
                  <a:pt x="210" y="12930"/>
                  <a:pt x="216" y="12941"/>
                </a:cubicBezTo>
                <a:cubicBezTo>
                  <a:pt x="216" y="12952"/>
                  <a:pt x="350" y="12974"/>
                  <a:pt x="518" y="12990"/>
                </a:cubicBezTo>
                <a:lnTo>
                  <a:pt x="1354" y="13082"/>
                </a:lnTo>
                <a:cubicBezTo>
                  <a:pt x="1516" y="13098"/>
                  <a:pt x="1688" y="13245"/>
                  <a:pt x="1737" y="13402"/>
                </a:cubicBezTo>
                <a:lnTo>
                  <a:pt x="2121" y="14501"/>
                </a:lnTo>
                <a:cubicBezTo>
                  <a:pt x="2181" y="14653"/>
                  <a:pt x="2142" y="14881"/>
                  <a:pt x="2028" y="15000"/>
                </a:cubicBezTo>
                <a:lnTo>
                  <a:pt x="1457" y="15624"/>
                </a:lnTo>
                <a:cubicBezTo>
                  <a:pt x="1349" y="15743"/>
                  <a:pt x="1258" y="15850"/>
                  <a:pt x="1263" y="15856"/>
                </a:cubicBezTo>
                <a:cubicBezTo>
                  <a:pt x="1268" y="15861"/>
                  <a:pt x="1338" y="15986"/>
                  <a:pt x="1425" y="16127"/>
                </a:cubicBezTo>
                <a:lnTo>
                  <a:pt x="2256" y="17380"/>
                </a:lnTo>
                <a:cubicBezTo>
                  <a:pt x="2353" y="17510"/>
                  <a:pt x="2440" y="17623"/>
                  <a:pt x="2445" y="17634"/>
                </a:cubicBezTo>
                <a:cubicBezTo>
                  <a:pt x="2450" y="17639"/>
                  <a:pt x="2579" y="17595"/>
                  <a:pt x="2730" y="17535"/>
                </a:cubicBezTo>
                <a:lnTo>
                  <a:pt x="3490" y="17232"/>
                </a:lnTo>
                <a:cubicBezTo>
                  <a:pt x="3641" y="17173"/>
                  <a:pt x="3863" y="17216"/>
                  <a:pt x="3976" y="17336"/>
                </a:cubicBezTo>
                <a:lnTo>
                  <a:pt x="4905" y="18192"/>
                </a:lnTo>
                <a:cubicBezTo>
                  <a:pt x="5029" y="18295"/>
                  <a:pt x="5100" y="18511"/>
                  <a:pt x="5062" y="18673"/>
                </a:cubicBezTo>
                <a:lnTo>
                  <a:pt x="4851" y="19476"/>
                </a:lnTo>
                <a:cubicBezTo>
                  <a:pt x="4808" y="19633"/>
                  <a:pt x="4780" y="19769"/>
                  <a:pt x="4785" y="19774"/>
                </a:cubicBezTo>
                <a:cubicBezTo>
                  <a:pt x="4791" y="19780"/>
                  <a:pt x="4915" y="19850"/>
                  <a:pt x="5055" y="19937"/>
                </a:cubicBezTo>
                <a:lnTo>
                  <a:pt x="6345" y="20631"/>
                </a:lnTo>
                <a:cubicBezTo>
                  <a:pt x="6491" y="20701"/>
                  <a:pt x="6621" y="20761"/>
                  <a:pt x="6632" y="20766"/>
                </a:cubicBezTo>
                <a:cubicBezTo>
                  <a:pt x="6637" y="20772"/>
                  <a:pt x="6735" y="20668"/>
                  <a:pt x="6843" y="20543"/>
                </a:cubicBezTo>
                <a:lnTo>
                  <a:pt x="7370" y="19932"/>
                </a:lnTo>
                <a:cubicBezTo>
                  <a:pt x="7478" y="19807"/>
                  <a:pt x="7694" y="19742"/>
                  <a:pt x="7851" y="19791"/>
                </a:cubicBezTo>
                <a:lnTo>
                  <a:pt x="9136" y="20116"/>
                </a:lnTo>
                <a:cubicBezTo>
                  <a:pt x="9298" y="20149"/>
                  <a:pt x="9459" y="20306"/>
                  <a:pt x="9497" y="20468"/>
                </a:cubicBezTo>
                <a:lnTo>
                  <a:pt x="9680" y="21259"/>
                </a:lnTo>
                <a:cubicBezTo>
                  <a:pt x="9718" y="21422"/>
                  <a:pt x="9756" y="21552"/>
                  <a:pt x="9761" y="21552"/>
                </a:cubicBezTo>
                <a:cubicBezTo>
                  <a:pt x="9767" y="21552"/>
                  <a:pt x="9911" y="21562"/>
                  <a:pt x="10073" y="21573"/>
                </a:cubicBezTo>
                <a:lnTo>
                  <a:pt x="10500" y="21595"/>
                </a:lnTo>
                <a:cubicBezTo>
                  <a:pt x="10662" y="21600"/>
                  <a:pt x="10931" y="21600"/>
                  <a:pt x="11098" y="21595"/>
                </a:cubicBezTo>
                <a:lnTo>
                  <a:pt x="11525" y="21573"/>
                </a:lnTo>
                <a:cubicBezTo>
                  <a:pt x="11687" y="21562"/>
                  <a:pt x="11828" y="21552"/>
                  <a:pt x="11839" y="21552"/>
                </a:cubicBezTo>
                <a:cubicBezTo>
                  <a:pt x="11849" y="21552"/>
                  <a:pt x="11882" y="21416"/>
                  <a:pt x="11920" y="21259"/>
                </a:cubicBezTo>
                <a:lnTo>
                  <a:pt x="12103" y="20468"/>
                </a:lnTo>
                <a:cubicBezTo>
                  <a:pt x="12141" y="20306"/>
                  <a:pt x="12302" y="20149"/>
                  <a:pt x="12464" y="20116"/>
                </a:cubicBezTo>
                <a:lnTo>
                  <a:pt x="13749" y="19791"/>
                </a:lnTo>
                <a:cubicBezTo>
                  <a:pt x="13906" y="19742"/>
                  <a:pt x="14120" y="19807"/>
                  <a:pt x="14228" y="19932"/>
                </a:cubicBezTo>
                <a:lnTo>
                  <a:pt x="14757" y="20543"/>
                </a:lnTo>
                <a:cubicBezTo>
                  <a:pt x="14865" y="20668"/>
                  <a:pt x="14957" y="20767"/>
                  <a:pt x="14968" y="20766"/>
                </a:cubicBezTo>
                <a:cubicBezTo>
                  <a:pt x="14974" y="20761"/>
                  <a:pt x="15102" y="20701"/>
                  <a:pt x="15253" y="20631"/>
                </a:cubicBezTo>
                <a:lnTo>
                  <a:pt x="16543" y="19937"/>
                </a:lnTo>
                <a:cubicBezTo>
                  <a:pt x="16683" y="19850"/>
                  <a:pt x="16802" y="19780"/>
                  <a:pt x="16813" y="19774"/>
                </a:cubicBezTo>
                <a:cubicBezTo>
                  <a:pt x="16818" y="19769"/>
                  <a:pt x="16792" y="19633"/>
                  <a:pt x="16749" y="19476"/>
                </a:cubicBezTo>
                <a:lnTo>
                  <a:pt x="16538" y="18673"/>
                </a:lnTo>
                <a:cubicBezTo>
                  <a:pt x="16495" y="18516"/>
                  <a:pt x="16565" y="18301"/>
                  <a:pt x="16695" y="18192"/>
                </a:cubicBezTo>
                <a:lnTo>
                  <a:pt x="17622" y="17336"/>
                </a:lnTo>
                <a:cubicBezTo>
                  <a:pt x="17736" y="17216"/>
                  <a:pt x="17957" y="17173"/>
                  <a:pt x="18108" y="17232"/>
                </a:cubicBezTo>
                <a:lnTo>
                  <a:pt x="18868" y="17535"/>
                </a:lnTo>
                <a:cubicBezTo>
                  <a:pt x="19019" y="17595"/>
                  <a:pt x="19150" y="17639"/>
                  <a:pt x="19155" y="17634"/>
                </a:cubicBezTo>
                <a:cubicBezTo>
                  <a:pt x="19160" y="17628"/>
                  <a:pt x="19247" y="17515"/>
                  <a:pt x="19344" y="17380"/>
                </a:cubicBezTo>
                <a:lnTo>
                  <a:pt x="20175" y="16127"/>
                </a:lnTo>
                <a:cubicBezTo>
                  <a:pt x="20262" y="15986"/>
                  <a:pt x="20332" y="15861"/>
                  <a:pt x="20337" y="15856"/>
                </a:cubicBezTo>
                <a:cubicBezTo>
                  <a:pt x="20342" y="15850"/>
                  <a:pt x="20256" y="15743"/>
                  <a:pt x="20143" y="15624"/>
                </a:cubicBezTo>
                <a:lnTo>
                  <a:pt x="19570" y="14989"/>
                </a:lnTo>
                <a:cubicBezTo>
                  <a:pt x="19462" y="14869"/>
                  <a:pt x="19419" y="14642"/>
                  <a:pt x="19479" y="14491"/>
                </a:cubicBezTo>
                <a:lnTo>
                  <a:pt x="19862" y="13390"/>
                </a:lnTo>
                <a:cubicBezTo>
                  <a:pt x="19910" y="13233"/>
                  <a:pt x="20082" y="13088"/>
                  <a:pt x="20244" y="13072"/>
                </a:cubicBezTo>
                <a:lnTo>
                  <a:pt x="21081" y="12978"/>
                </a:lnTo>
                <a:cubicBezTo>
                  <a:pt x="21243" y="12962"/>
                  <a:pt x="21379" y="12940"/>
                  <a:pt x="21384" y="12929"/>
                </a:cubicBezTo>
                <a:cubicBezTo>
                  <a:pt x="21384" y="12918"/>
                  <a:pt x="21404" y="12784"/>
                  <a:pt x="21431" y="12616"/>
                </a:cubicBezTo>
                <a:lnTo>
                  <a:pt x="21583" y="11072"/>
                </a:lnTo>
                <a:cubicBezTo>
                  <a:pt x="21594" y="10909"/>
                  <a:pt x="21600" y="10767"/>
                  <a:pt x="21600" y="10757"/>
                </a:cubicBezTo>
                <a:cubicBezTo>
                  <a:pt x="21584" y="10757"/>
                  <a:pt x="21460" y="10702"/>
                  <a:pt x="21303" y="10648"/>
                </a:cubicBezTo>
                <a:lnTo>
                  <a:pt x="20477" y="10345"/>
                </a:lnTo>
                <a:cubicBezTo>
                  <a:pt x="20321" y="10291"/>
                  <a:pt x="20180" y="10106"/>
                  <a:pt x="20163" y="9944"/>
                </a:cubicBezTo>
                <a:lnTo>
                  <a:pt x="20013" y="8914"/>
                </a:lnTo>
                <a:cubicBezTo>
                  <a:pt x="19981" y="8752"/>
                  <a:pt x="20067" y="8546"/>
                  <a:pt x="20202" y="8454"/>
                </a:cubicBezTo>
                <a:lnTo>
                  <a:pt x="20926" y="7966"/>
                </a:lnTo>
                <a:cubicBezTo>
                  <a:pt x="21060" y="7874"/>
                  <a:pt x="21174" y="7792"/>
                  <a:pt x="21168" y="7781"/>
                </a:cubicBezTo>
                <a:cubicBezTo>
                  <a:pt x="21168" y="7770"/>
                  <a:pt x="21119" y="7640"/>
                  <a:pt x="21065" y="7483"/>
                </a:cubicBezTo>
                <a:lnTo>
                  <a:pt x="20472" y="6000"/>
                </a:lnTo>
                <a:cubicBezTo>
                  <a:pt x="20402" y="5848"/>
                  <a:pt x="20342" y="5723"/>
                  <a:pt x="20337" y="5712"/>
                </a:cubicBezTo>
                <a:cubicBezTo>
                  <a:pt x="20332" y="5701"/>
                  <a:pt x="20197" y="5717"/>
                  <a:pt x="20035" y="5739"/>
                </a:cubicBezTo>
                <a:lnTo>
                  <a:pt x="19133" y="5858"/>
                </a:lnTo>
                <a:cubicBezTo>
                  <a:pt x="18971" y="5879"/>
                  <a:pt x="18761" y="5788"/>
                  <a:pt x="18674" y="5648"/>
                </a:cubicBezTo>
                <a:lnTo>
                  <a:pt x="18135" y="4899"/>
                </a:lnTo>
                <a:cubicBezTo>
                  <a:pt x="18032" y="4769"/>
                  <a:pt x="18017" y="4548"/>
                  <a:pt x="18093" y="4401"/>
                </a:cubicBezTo>
                <a:lnTo>
                  <a:pt x="18518" y="3609"/>
                </a:lnTo>
                <a:cubicBezTo>
                  <a:pt x="18593" y="3462"/>
                  <a:pt x="18653" y="3338"/>
                  <a:pt x="18647" y="3333"/>
                </a:cubicBezTo>
                <a:cubicBezTo>
                  <a:pt x="18642" y="3327"/>
                  <a:pt x="18540" y="3230"/>
                  <a:pt x="18422" y="3116"/>
                </a:cubicBezTo>
                <a:lnTo>
                  <a:pt x="17186" y="2044"/>
                </a:lnTo>
                <a:cubicBezTo>
                  <a:pt x="17056" y="1941"/>
                  <a:pt x="16943" y="1853"/>
                  <a:pt x="16938" y="1848"/>
                </a:cubicBezTo>
                <a:cubicBezTo>
                  <a:pt x="16932" y="1842"/>
                  <a:pt x="16813" y="1918"/>
                  <a:pt x="16683" y="2010"/>
                </a:cubicBezTo>
                <a:lnTo>
                  <a:pt x="15934" y="2547"/>
                </a:lnTo>
                <a:cubicBezTo>
                  <a:pt x="15800" y="2644"/>
                  <a:pt x="15572" y="2655"/>
                  <a:pt x="15432" y="2574"/>
                </a:cubicBezTo>
                <a:lnTo>
                  <a:pt x="14682" y="2190"/>
                </a:lnTo>
                <a:cubicBezTo>
                  <a:pt x="14531" y="2119"/>
                  <a:pt x="14411" y="1929"/>
                  <a:pt x="14417" y="1761"/>
                </a:cubicBezTo>
                <a:lnTo>
                  <a:pt x="14429" y="840"/>
                </a:lnTo>
                <a:cubicBezTo>
                  <a:pt x="14429" y="677"/>
                  <a:pt x="14428" y="537"/>
                  <a:pt x="14417" y="537"/>
                </a:cubicBezTo>
                <a:cubicBezTo>
                  <a:pt x="14411" y="531"/>
                  <a:pt x="14272" y="494"/>
                  <a:pt x="14115" y="445"/>
                </a:cubicBezTo>
                <a:lnTo>
                  <a:pt x="12508" y="54"/>
                </a:lnTo>
                <a:cubicBezTo>
                  <a:pt x="12346" y="22"/>
                  <a:pt x="12205" y="0"/>
                  <a:pt x="12200" y="0"/>
                </a:cubicBezTo>
                <a:cubicBezTo>
                  <a:pt x="12189" y="0"/>
                  <a:pt x="12125" y="120"/>
                  <a:pt x="12049" y="266"/>
                </a:cubicBezTo>
                <a:lnTo>
                  <a:pt x="11628" y="1096"/>
                </a:lnTo>
                <a:cubicBezTo>
                  <a:pt x="11552" y="1242"/>
                  <a:pt x="11358" y="1355"/>
                  <a:pt x="11196" y="1350"/>
                </a:cubicBezTo>
                <a:lnTo>
                  <a:pt x="10387" y="1350"/>
                </a:lnTo>
                <a:cubicBezTo>
                  <a:pt x="10225" y="1355"/>
                  <a:pt x="10025" y="1242"/>
                  <a:pt x="9955" y="1096"/>
                </a:cubicBezTo>
                <a:lnTo>
                  <a:pt x="9534" y="266"/>
                </a:lnTo>
                <a:cubicBezTo>
                  <a:pt x="9458" y="120"/>
                  <a:pt x="9394" y="0"/>
                  <a:pt x="9384" y="0"/>
                </a:cubicBezTo>
                <a:close/>
                <a:moveTo>
                  <a:pt x="10792" y="5820"/>
                </a:moveTo>
                <a:cubicBezTo>
                  <a:pt x="13533" y="5820"/>
                  <a:pt x="15761" y="8053"/>
                  <a:pt x="15761" y="10811"/>
                </a:cubicBezTo>
                <a:cubicBezTo>
                  <a:pt x="15761" y="13569"/>
                  <a:pt x="13533" y="15801"/>
                  <a:pt x="10792" y="15801"/>
                </a:cubicBezTo>
                <a:cubicBezTo>
                  <a:pt x="8051" y="15801"/>
                  <a:pt x="5822" y="13569"/>
                  <a:pt x="5822" y="10811"/>
                </a:cubicBezTo>
                <a:cubicBezTo>
                  <a:pt x="5822" y="8053"/>
                  <a:pt x="8045" y="5820"/>
                  <a:pt x="10792" y="5820"/>
                </a:cubicBezTo>
                <a:close/>
                <a:moveTo>
                  <a:pt x="10792" y="7592"/>
                </a:moveTo>
                <a:cubicBezTo>
                  <a:pt x="9016" y="7592"/>
                  <a:pt x="7581" y="9033"/>
                  <a:pt x="7581" y="10816"/>
                </a:cubicBezTo>
                <a:cubicBezTo>
                  <a:pt x="7581" y="12593"/>
                  <a:pt x="9016" y="14040"/>
                  <a:pt x="10792" y="14040"/>
                </a:cubicBezTo>
                <a:cubicBezTo>
                  <a:pt x="12567" y="14040"/>
                  <a:pt x="14002" y="12599"/>
                  <a:pt x="14002" y="10816"/>
                </a:cubicBezTo>
                <a:cubicBezTo>
                  <a:pt x="14002" y="9033"/>
                  <a:pt x="12567" y="7592"/>
                  <a:pt x="10792" y="7592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9" name="Gear">
            <a:extLst>
              <a:ext uri="{FF2B5EF4-FFF2-40B4-BE49-F238E27FC236}">
                <a16:creationId xmlns:a16="http://schemas.microsoft.com/office/drawing/2014/main" id="{D22B0B60-FECA-60D3-C94B-13F024A14901}"/>
              </a:ext>
            </a:extLst>
          </p:cNvPr>
          <p:cNvSpPr/>
          <p:nvPr/>
        </p:nvSpPr>
        <p:spPr>
          <a:xfrm>
            <a:off x="20458593" y="12182005"/>
            <a:ext cx="637759" cy="6349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9384" y="0"/>
                </a:moveTo>
                <a:cubicBezTo>
                  <a:pt x="9373" y="0"/>
                  <a:pt x="9237" y="27"/>
                  <a:pt x="9075" y="54"/>
                </a:cubicBezTo>
                <a:lnTo>
                  <a:pt x="7468" y="445"/>
                </a:lnTo>
                <a:cubicBezTo>
                  <a:pt x="7312" y="494"/>
                  <a:pt x="7177" y="531"/>
                  <a:pt x="7166" y="537"/>
                </a:cubicBezTo>
                <a:cubicBezTo>
                  <a:pt x="7161" y="542"/>
                  <a:pt x="7154" y="677"/>
                  <a:pt x="7154" y="840"/>
                </a:cubicBezTo>
                <a:lnTo>
                  <a:pt x="7166" y="1761"/>
                </a:lnTo>
                <a:cubicBezTo>
                  <a:pt x="7166" y="1924"/>
                  <a:pt x="7047" y="2119"/>
                  <a:pt x="6902" y="2190"/>
                </a:cubicBezTo>
                <a:lnTo>
                  <a:pt x="6151" y="2574"/>
                </a:lnTo>
                <a:cubicBezTo>
                  <a:pt x="6006" y="2655"/>
                  <a:pt x="5778" y="2644"/>
                  <a:pt x="5649" y="2547"/>
                </a:cubicBezTo>
                <a:lnTo>
                  <a:pt x="4900" y="2010"/>
                </a:lnTo>
                <a:cubicBezTo>
                  <a:pt x="4765" y="1913"/>
                  <a:pt x="4651" y="1842"/>
                  <a:pt x="4645" y="1848"/>
                </a:cubicBezTo>
                <a:cubicBezTo>
                  <a:pt x="4640" y="1853"/>
                  <a:pt x="4527" y="1941"/>
                  <a:pt x="4398" y="2044"/>
                </a:cubicBezTo>
                <a:lnTo>
                  <a:pt x="3162" y="3116"/>
                </a:lnTo>
                <a:cubicBezTo>
                  <a:pt x="3043" y="3230"/>
                  <a:pt x="2941" y="3327"/>
                  <a:pt x="2936" y="3333"/>
                </a:cubicBezTo>
                <a:cubicBezTo>
                  <a:pt x="2930" y="3338"/>
                  <a:pt x="2990" y="3462"/>
                  <a:pt x="3065" y="3609"/>
                </a:cubicBezTo>
                <a:lnTo>
                  <a:pt x="3490" y="4401"/>
                </a:lnTo>
                <a:cubicBezTo>
                  <a:pt x="3566" y="4548"/>
                  <a:pt x="3551" y="4769"/>
                  <a:pt x="3448" y="4899"/>
                </a:cubicBezTo>
                <a:lnTo>
                  <a:pt x="2909" y="5648"/>
                </a:lnTo>
                <a:cubicBezTo>
                  <a:pt x="2817" y="5783"/>
                  <a:pt x="2612" y="5879"/>
                  <a:pt x="2450" y="5858"/>
                </a:cubicBezTo>
                <a:lnTo>
                  <a:pt x="1548" y="5739"/>
                </a:lnTo>
                <a:cubicBezTo>
                  <a:pt x="1386" y="5717"/>
                  <a:pt x="1251" y="5707"/>
                  <a:pt x="1246" y="5712"/>
                </a:cubicBezTo>
                <a:cubicBezTo>
                  <a:pt x="1241" y="5717"/>
                  <a:pt x="1181" y="5848"/>
                  <a:pt x="1111" y="6000"/>
                </a:cubicBezTo>
                <a:lnTo>
                  <a:pt x="518" y="7483"/>
                </a:lnTo>
                <a:cubicBezTo>
                  <a:pt x="464" y="7640"/>
                  <a:pt x="420" y="7776"/>
                  <a:pt x="415" y="7781"/>
                </a:cubicBezTo>
                <a:cubicBezTo>
                  <a:pt x="415" y="7792"/>
                  <a:pt x="523" y="7874"/>
                  <a:pt x="658" y="7966"/>
                </a:cubicBezTo>
                <a:lnTo>
                  <a:pt x="1381" y="8454"/>
                </a:lnTo>
                <a:cubicBezTo>
                  <a:pt x="1516" y="8546"/>
                  <a:pt x="1602" y="8752"/>
                  <a:pt x="1570" y="8914"/>
                </a:cubicBezTo>
                <a:lnTo>
                  <a:pt x="1420" y="9944"/>
                </a:lnTo>
                <a:cubicBezTo>
                  <a:pt x="1404" y="10106"/>
                  <a:pt x="1263" y="10291"/>
                  <a:pt x="1106" y="10345"/>
                </a:cubicBezTo>
                <a:lnTo>
                  <a:pt x="280" y="10648"/>
                </a:lnTo>
                <a:cubicBezTo>
                  <a:pt x="123" y="10702"/>
                  <a:pt x="0" y="10758"/>
                  <a:pt x="0" y="10769"/>
                </a:cubicBezTo>
                <a:cubicBezTo>
                  <a:pt x="0" y="10779"/>
                  <a:pt x="6" y="10919"/>
                  <a:pt x="17" y="11082"/>
                </a:cubicBezTo>
                <a:lnTo>
                  <a:pt x="167" y="12626"/>
                </a:lnTo>
                <a:cubicBezTo>
                  <a:pt x="194" y="12789"/>
                  <a:pt x="210" y="12930"/>
                  <a:pt x="216" y="12941"/>
                </a:cubicBezTo>
                <a:cubicBezTo>
                  <a:pt x="216" y="12952"/>
                  <a:pt x="350" y="12974"/>
                  <a:pt x="518" y="12990"/>
                </a:cubicBezTo>
                <a:lnTo>
                  <a:pt x="1354" y="13082"/>
                </a:lnTo>
                <a:cubicBezTo>
                  <a:pt x="1516" y="13098"/>
                  <a:pt x="1688" y="13245"/>
                  <a:pt x="1737" y="13402"/>
                </a:cubicBezTo>
                <a:lnTo>
                  <a:pt x="2121" y="14501"/>
                </a:lnTo>
                <a:cubicBezTo>
                  <a:pt x="2181" y="14653"/>
                  <a:pt x="2142" y="14881"/>
                  <a:pt x="2028" y="15000"/>
                </a:cubicBezTo>
                <a:lnTo>
                  <a:pt x="1457" y="15624"/>
                </a:lnTo>
                <a:cubicBezTo>
                  <a:pt x="1349" y="15743"/>
                  <a:pt x="1258" y="15850"/>
                  <a:pt x="1263" y="15856"/>
                </a:cubicBezTo>
                <a:cubicBezTo>
                  <a:pt x="1268" y="15861"/>
                  <a:pt x="1338" y="15986"/>
                  <a:pt x="1425" y="16127"/>
                </a:cubicBezTo>
                <a:lnTo>
                  <a:pt x="2256" y="17380"/>
                </a:lnTo>
                <a:cubicBezTo>
                  <a:pt x="2353" y="17510"/>
                  <a:pt x="2440" y="17623"/>
                  <a:pt x="2445" y="17634"/>
                </a:cubicBezTo>
                <a:cubicBezTo>
                  <a:pt x="2450" y="17639"/>
                  <a:pt x="2579" y="17595"/>
                  <a:pt x="2730" y="17535"/>
                </a:cubicBezTo>
                <a:lnTo>
                  <a:pt x="3490" y="17232"/>
                </a:lnTo>
                <a:cubicBezTo>
                  <a:pt x="3641" y="17173"/>
                  <a:pt x="3863" y="17216"/>
                  <a:pt x="3976" y="17336"/>
                </a:cubicBezTo>
                <a:lnTo>
                  <a:pt x="4905" y="18192"/>
                </a:lnTo>
                <a:cubicBezTo>
                  <a:pt x="5029" y="18295"/>
                  <a:pt x="5100" y="18511"/>
                  <a:pt x="5062" y="18673"/>
                </a:cubicBezTo>
                <a:lnTo>
                  <a:pt x="4851" y="19476"/>
                </a:lnTo>
                <a:cubicBezTo>
                  <a:pt x="4808" y="19633"/>
                  <a:pt x="4780" y="19769"/>
                  <a:pt x="4785" y="19774"/>
                </a:cubicBezTo>
                <a:cubicBezTo>
                  <a:pt x="4791" y="19780"/>
                  <a:pt x="4915" y="19850"/>
                  <a:pt x="5055" y="19937"/>
                </a:cubicBezTo>
                <a:lnTo>
                  <a:pt x="6345" y="20631"/>
                </a:lnTo>
                <a:cubicBezTo>
                  <a:pt x="6491" y="20701"/>
                  <a:pt x="6621" y="20761"/>
                  <a:pt x="6632" y="20766"/>
                </a:cubicBezTo>
                <a:cubicBezTo>
                  <a:pt x="6637" y="20772"/>
                  <a:pt x="6735" y="20668"/>
                  <a:pt x="6843" y="20543"/>
                </a:cubicBezTo>
                <a:lnTo>
                  <a:pt x="7370" y="19932"/>
                </a:lnTo>
                <a:cubicBezTo>
                  <a:pt x="7478" y="19807"/>
                  <a:pt x="7694" y="19742"/>
                  <a:pt x="7851" y="19791"/>
                </a:cubicBezTo>
                <a:lnTo>
                  <a:pt x="9136" y="20116"/>
                </a:lnTo>
                <a:cubicBezTo>
                  <a:pt x="9298" y="20149"/>
                  <a:pt x="9459" y="20306"/>
                  <a:pt x="9497" y="20468"/>
                </a:cubicBezTo>
                <a:lnTo>
                  <a:pt x="9680" y="21259"/>
                </a:lnTo>
                <a:cubicBezTo>
                  <a:pt x="9718" y="21422"/>
                  <a:pt x="9756" y="21552"/>
                  <a:pt x="9761" y="21552"/>
                </a:cubicBezTo>
                <a:cubicBezTo>
                  <a:pt x="9767" y="21552"/>
                  <a:pt x="9911" y="21562"/>
                  <a:pt x="10073" y="21573"/>
                </a:cubicBezTo>
                <a:lnTo>
                  <a:pt x="10500" y="21595"/>
                </a:lnTo>
                <a:cubicBezTo>
                  <a:pt x="10662" y="21600"/>
                  <a:pt x="10931" y="21600"/>
                  <a:pt x="11098" y="21595"/>
                </a:cubicBezTo>
                <a:lnTo>
                  <a:pt x="11525" y="21573"/>
                </a:lnTo>
                <a:cubicBezTo>
                  <a:pt x="11687" y="21562"/>
                  <a:pt x="11828" y="21552"/>
                  <a:pt x="11839" y="21552"/>
                </a:cubicBezTo>
                <a:cubicBezTo>
                  <a:pt x="11849" y="21552"/>
                  <a:pt x="11882" y="21416"/>
                  <a:pt x="11920" y="21259"/>
                </a:cubicBezTo>
                <a:lnTo>
                  <a:pt x="12103" y="20468"/>
                </a:lnTo>
                <a:cubicBezTo>
                  <a:pt x="12141" y="20306"/>
                  <a:pt x="12302" y="20149"/>
                  <a:pt x="12464" y="20116"/>
                </a:cubicBezTo>
                <a:lnTo>
                  <a:pt x="13749" y="19791"/>
                </a:lnTo>
                <a:cubicBezTo>
                  <a:pt x="13906" y="19742"/>
                  <a:pt x="14120" y="19807"/>
                  <a:pt x="14228" y="19932"/>
                </a:cubicBezTo>
                <a:lnTo>
                  <a:pt x="14757" y="20543"/>
                </a:lnTo>
                <a:cubicBezTo>
                  <a:pt x="14865" y="20668"/>
                  <a:pt x="14957" y="20767"/>
                  <a:pt x="14968" y="20766"/>
                </a:cubicBezTo>
                <a:cubicBezTo>
                  <a:pt x="14974" y="20761"/>
                  <a:pt x="15102" y="20701"/>
                  <a:pt x="15253" y="20631"/>
                </a:cubicBezTo>
                <a:lnTo>
                  <a:pt x="16543" y="19937"/>
                </a:lnTo>
                <a:cubicBezTo>
                  <a:pt x="16683" y="19850"/>
                  <a:pt x="16802" y="19780"/>
                  <a:pt x="16813" y="19774"/>
                </a:cubicBezTo>
                <a:cubicBezTo>
                  <a:pt x="16818" y="19769"/>
                  <a:pt x="16792" y="19633"/>
                  <a:pt x="16749" y="19476"/>
                </a:cubicBezTo>
                <a:lnTo>
                  <a:pt x="16538" y="18673"/>
                </a:lnTo>
                <a:cubicBezTo>
                  <a:pt x="16495" y="18516"/>
                  <a:pt x="16565" y="18301"/>
                  <a:pt x="16695" y="18192"/>
                </a:cubicBezTo>
                <a:lnTo>
                  <a:pt x="17622" y="17336"/>
                </a:lnTo>
                <a:cubicBezTo>
                  <a:pt x="17736" y="17216"/>
                  <a:pt x="17957" y="17173"/>
                  <a:pt x="18108" y="17232"/>
                </a:cubicBezTo>
                <a:lnTo>
                  <a:pt x="18868" y="17535"/>
                </a:lnTo>
                <a:cubicBezTo>
                  <a:pt x="19019" y="17595"/>
                  <a:pt x="19150" y="17639"/>
                  <a:pt x="19155" y="17634"/>
                </a:cubicBezTo>
                <a:cubicBezTo>
                  <a:pt x="19160" y="17628"/>
                  <a:pt x="19247" y="17515"/>
                  <a:pt x="19344" y="17380"/>
                </a:cubicBezTo>
                <a:lnTo>
                  <a:pt x="20175" y="16127"/>
                </a:lnTo>
                <a:cubicBezTo>
                  <a:pt x="20262" y="15986"/>
                  <a:pt x="20332" y="15861"/>
                  <a:pt x="20337" y="15856"/>
                </a:cubicBezTo>
                <a:cubicBezTo>
                  <a:pt x="20342" y="15850"/>
                  <a:pt x="20256" y="15743"/>
                  <a:pt x="20143" y="15624"/>
                </a:cubicBezTo>
                <a:lnTo>
                  <a:pt x="19570" y="14989"/>
                </a:lnTo>
                <a:cubicBezTo>
                  <a:pt x="19462" y="14869"/>
                  <a:pt x="19419" y="14642"/>
                  <a:pt x="19479" y="14491"/>
                </a:cubicBezTo>
                <a:lnTo>
                  <a:pt x="19862" y="13390"/>
                </a:lnTo>
                <a:cubicBezTo>
                  <a:pt x="19910" y="13233"/>
                  <a:pt x="20082" y="13088"/>
                  <a:pt x="20244" y="13072"/>
                </a:cubicBezTo>
                <a:lnTo>
                  <a:pt x="21081" y="12978"/>
                </a:lnTo>
                <a:cubicBezTo>
                  <a:pt x="21243" y="12962"/>
                  <a:pt x="21379" y="12940"/>
                  <a:pt x="21384" y="12929"/>
                </a:cubicBezTo>
                <a:cubicBezTo>
                  <a:pt x="21384" y="12918"/>
                  <a:pt x="21404" y="12784"/>
                  <a:pt x="21431" y="12616"/>
                </a:cubicBezTo>
                <a:lnTo>
                  <a:pt x="21583" y="11072"/>
                </a:lnTo>
                <a:cubicBezTo>
                  <a:pt x="21594" y="10909"/>
                  <a:pt x="21600" y="10767"/>
                  <a:pt x="21600" y="10757"/>
                </a:cubicBezTo>
                <a:cubicBezTo>
                  <a:pt x="21584" y="10757"/>
                  <a:pt x="21460" y="10702"/>
                  <a:pt x="21303" y="10648"/>
                </a:cubicBezTo>
                <a:lnTo>
                  <a:pt x="20477" y="10345"/>
                </a:lnTo>
                <a:cubicBezTo>
                  <a:pt x="20321" y="10291"/>
                  <a:pt x="20180" y="10106"/>
                  <a:pt x="20163" y="9944"/>
                </a:cubicBezTo>
                <a:lnTo>
                  <a:pt x="20013" y="8914"/>
                </a:lnTo>
                <a:cubicBezTo>
                  <a:pt x="19981" y="8752"/>
                  <a:pt x="20067" y="8546"/>
                  <a:pt x="20202" y="8454"/>
                </a:cubicBezTo>
                <a:lnTo>
                  <a:pt x="20926" y="7966"/>
                </a:lnTo>
                <a:cubicBezTo>
                  <a:pt x="21060" y="7874"/>
                  <a:pt x="21174" y="7792"/>
                  <a:pt x="21168" y="7781"/>
                </a:cubicBezTo>
                <a:cubicBezTo>
                  <a:pt x="21168" y="7770"/>
                  <a:pt x="21119" y="7640"/>
                  <a:pt x="21065" y="7483"/>
                </a:cubicBezTo>
                <a:lnTo>
                  <a:pt x="20472" y="6000"/>
                </a:lnTo>
                <a:cubicBezTo>
                  <a:pt x="20402" y="5848"/>
                  <a:pt x="20342" y="5723"/>
                  <a:pt x="20337" y="5712"/>
                </a:cubicBezTo>
                <a:cubicBezTo>
                  <a:pt x="20332" y="5701"/>
                  <a:pt x="20197" y="5717"/>
                  <a:pt x="20035" y="5739"/>
                </a:cubicBezTo>
                <a:lnTo>
                  <a:pt x="19133" y="5858"/>
                </a:lnTo>
                <a:cubicBezTo>
                  <a:pt x="18971" y="5879"/>
                  <a:pt x="18761" y="5788"/>
                  <a:pt x="18674" y="5648"/>
                </a:cubicBezTo>
                <a:lnTo>
                  <a:pt x="18135" y="4899"/>
                </a:lnTo>
                <a:cubicBezTo>
                  <a:pt x="18032" y="4769"/>
                  <a:pt x="18017" y="4548"/>
                  <a:pt x="18093" y="4401"/>
                </a:cubicBezTo>
                <a:lnTo>
                  <a:pt x="18518" y="3609"/>
                </a:lnTo>
                <a:cubicBezTo>
                  <a:pt x="18593" y="3462"/>
                  <a:pt x="18653" y="3338"/>
                  <a:pt x="18647" y="3333"/>
                </a:cubicBezTo>
                <a:cubicBezTo>
                  <a:pt x="18642" y="3327"/>
                  <a:pt x="18540" y="3230"/>
                  <a:pt x="18422" y="3116"/>
                </a:cubicBezTo>
                <a:lnTo>
                  <a:pt x="17186" y="2044"/>
                </a:lnTo>
                <a:cubicBezTo>
                  <a:pt x="17056" y="1941"/>
                  <a:pt x="16943" y="1853"/>
                  <a:pt x="16938" y="1848"/>
                </a:cubicBezTo>
                <a:cubicBezTo>
                  <a:pt x="16932" y="1842"/>
                  <a:pt x="16813" y="1918"/>
                  <a:pt x="16683" y="2010"/>
                </a:cubicBezTo>
                <a:lnTo>
                  <a:pt x="15934" y="2547"/>
                </a:lnTo>
                <a:cubicBezTo>
                  <a:pt x="15800" y="2644"/>
                  <a:pt x="15572" y="2655"/>
                  <a:pt x="15432" y="2574"/>
                </a:cubicBezTo>
                <a:lnTo>
                  <a:pt x="14682" y="2190"/>
                </a:lnTo>
                <a:cubicBezTo>
                  <a:pt x="14531" y="2119"/>
                  <a:pt x="14411" y="1929"/>
                  <a:pt x="14417" y="1761"/>
                </a:cubicBezTo>
                <a:lnTo>
                  <a:pt x="14429" y="840"/>
                </a:lnTo>
                <a:cubicBezTo>
                  <a:pt x="14429" y="677"/>
                  <a:pt x="14428" y="537"/>
                  <a:pt x="14417" y="537"/>
                </a:cubicBezTo>
                <a:cubicBezTo>
                  <a:pt x="14411" y="531"/>
                  <a:pt x="14272" y="494"/>
                  <a:pt x="14115" y="445"/>
                </a:cubicBezTo>
                <a:lnTo>
                  <a:pt x="12508" y="54"/>
                </a:lnTo>
                <a:cubicBezTo>
                  <a:pt x="12346" y="22"/>
                  <a:pt x="12205" y="0"/>
                  <a:pt x="12200" y="0"/>
                </a:cubicBezTo>
                <a:cubicBezTo>
                  <a:pt x="12189" y="0"/>
                  <a:pt x="12125" y="120"/>
                  <a:pt x="12049" y="266"/>
                </a:cubicBezTo>
                <a:lnTo>
                  <a:pt x="11628" y="1096"/>
                </a:lnTo>
                <a:cubicBezTo>
                  <a:pt x="11552" y="1242"/>
                  <a:pt x="11358" y="1355"/>
                  <a:pt x="11196" y="1350"/>
                </a:cubicBezTo>
                <a:lnTo>
                  <a:pt x="10387" y="1350"/>
                </a:lnTo>
                <a:cubicBezTo>
                  <a:pt x="10225" y="1355"/>
                  <a:pt x="10025" y="1242"/>
                  <a:pt x="9955" y="1096"/>
                </a:cubicBezTo>
                <a:lnTo>
                  <a:pt x="9534" y="266"/>
                </a:lnTo>
                <a:cubicBezTo>
                  <a:pt x="9458" y="120"/>
                  <a:pt x="9394" y="0"/>
                  <a:pt x="9384" y="0"/>
                </a:cubicBezTo>
                <a:close/>
                <a:moveTo>
                  <a:pt x="10792" y="5820"/>
                </a:moveTo>
                <a:cubicBezTo>
                  <a:pt x="13533" y="5820"/>
                  <a:pt x="15761" y="8053"/>
                  <a:pt x="15761" y="10811"/>
                </a:cubicBezTo>
                <a:cubicBezTo>
                  <a:pt x="15761" y="13569"/>
                  <a:pt x="13533" y="15801"/>
                  <a:pt x="10792" y="15801"/>
                </a:cubicBezTo>
                <a:cubicBezTo>
                  <a:pt x="8051" y="15801"/>
                  <a:pt x="5822" y="13569"/>
                  <a:pt x="5822" y="10811"/>
                </a:cubicBezTo>
                <a:cubicBezTo>
                  <a:pt x="5822" y="8053"/>
                  <a:pt x="8045" y="5820"/>
                  <a:pt x="10792" y="5820"/>
                </a:cubicBezTo>
                <a:close/>
                <a:moveTo>
                  <a:pt x="10792" y="7592"/>
                </a:moveTo>
                <a:cubicBezTo>
                  <a:pt x="9016" y="7592"/>
                  <a:pt x="7581" y="9033"/>
                  <a:pt x="7581" y="10816"/>
                </a:cubicBezTo>
                <a:cubicBezTo>
                  <a:pt x="7581" y="12593"/>
                  <a:pt x="9016" y="14040"/>
                  <a:pt x="10792" y="14040"/>
                </a:cubicBezTo>
                <a:cubicBezTo>
                  <a:pt x="12567" y="14040"/>
                  <a:pt x="14002" y="12599"/>
                  <a:pt x="14002" y="10816"/>
                </a:cubicBezTo>
                <a:cubicBezTo>
                  <a:pt x="14002" y="9033"/>
                  <a:pt x="12567" y="7592"/>
                  <a:pt x="10792" y="7592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0" name="Gear">
            <a:extLst>
              <a:ext uri="{FF2B5EF4-FFF2-40B4-BE49-F238E27FC236}">
                <a16:creationId xmlns:a16="http://schemas.microsoft.com/office/drawing/2014/main" id="{3786EE9F-8DCF-F7E6-58A0-3B31676412A1}"/>
              </a:ext>
            </a:extLst>
          </p:cNvPr>
          <p:cNvSpPr/>
          <p:nvPr/>
        </p:nvSpPr>
        <p:spPr>
          <a:xfrm>
            <a:off x="20098609" y="13181563"/>
            <a:ext cx="637759" cy="6349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9384" y="0"/>
                </a:moveTo>
                <a:cubicBezTo>
                  <a:pt x="9373" y="0"/>
                  <a:pt x="9237" y="27"/>
                  <a:pt x="9075" y="54"/>
                </a:cubicBezTo>
                <a:lnTo>
                  <a:pt x="7468" y="445"/>
                </a:lnTo>
                <a:cubicBezTo>
                  <a:pt x="7312" y="494"/>
                  <a:pt x="7177" y="531"/>
                  <a:pt x="7166" y="537"/>
                </a:cubicBezTo>
                <a:cubicBezTo>
                  <a:pt x="7161" y="542"/>
                  <a:pt x="7154" y="677"/>
                  <a:pt x="7154" y="840"/>
                </a:cubicBezTo>
                <a:lnTo>
                  <a:pt x="7166" y="1761"/>
                </a:lnTo>
                <a:cubicBezTo>
                  <a:pt x="7166" y="1924"/>
                  <a:pt x="7047" y="2119"/>
                  <a:pt x="6902" y="2190"/>
                </a:cubicBezTo>
                <a:lnTo>
                  <a:pt x="6151" y="2574"/>
                </a:lnTo>
                <a:cubicBezTo>
                  <a:pt x="6006" y="2655"/>
                  <a:pt x="5778" y="2644"/>
                  <a:pt x="5649" y="2547"/>
                </a:cubicBezTo>
                <a:lnTo>
                  <a:pt x="4900" y="2010"/>
                </a:lnTo>
                <a:cubicBezTo>
                  <a:pt x="4765" y="1913"/>
                  <a:pt x="4651" y="1842"/>
                  <a:pt x="4645" y="1848"/>
                </a:cubicBezTo>
                <a:cubicBezTo>
                  <a:pt x="4640" y="1853"/>
                  <a:pt x="4527" y="1941"/>
                  <a:pt x="4398" y="2044"/>
                </a:cubicBezTo>
                <a:lnTo>
                  <a:pt x="3162" y="3116"/>
                </a:lnTo>
                <a:cubicBezTo>
                  <a:pt x="3043" y="3230"/>
                  <a:pt x="2941" y="3327"/>
                  <a:pt x="2936" y="3333"/>
                </a:cubicBezTo>
                <a:cubicBezTo>
                  <a:pt x="2930" y="3338"/>
                  <a:pt x="2990" y="3462"/>
                  <a:pt x="3065" y="3609"/>
                </a:cubicBezTo>
                <a:lnTo>
                  <a:pt x="3490" y="4401"/>
                </a:lnTo>
                <a:cubicBezTo>
                  <a:pt x="3566" y="4548"/>
                  <a:pt x="3551" y="4769"/>
                  <a:pt x="3448" y="4899"/>
                </a:cubicBezTo>
                <a:lnTo>
                  <a:pt x="2909" y="5648"/>
                </a:lnTo>
                <a:cubicBezTo>
                  <a:pt x="2817" y="5783"/>
                  <a:pt x="2612" y="5879"/>
                  <a:pt x="2450" y="5858"/>
                </a:cubicBezTo>
                <a:lnTo>
                  <a:pt x="1548" y="5739"/>
                </a:lnTo>
                <a:cubicBezTo>
                  <a:pt x="1386" y="5717"/>
                  <a:pt x="1251" y="5707"/>
                  <a:pt x="1246" y="5712"/>
                </a:cubicBezTo>
                <a:cubicBezTo>
                  <a:pt x="1241" y="5717"/>
                  <a:pt x="1181" y="5848"/>
                  <a:pt x="1111" y="6000"/>
                </a:cubicBezTo>
                <a:lnTo>
                  <a:pt x="518" y="7483"/>
                </a:lnTo>
                <a:cubicBezTo>
                  <a:pt x="464" y="7640"/>
                  <a:pt x="420" y="7776"/>
                  <a:pt x="415" y="7781"/>
                </a:cubicBezTo>
                <a:cubicBezTo>
                  <a:pt x="415" y="7792"/>
                  <a:pt x="523" y="7874"/>
                  <a:pt x="658" y="7966"/>
                </a:cubicBezTo>
                <a:lnTo>
                  <a:pt x="1381" y="8454"/>
                </a:lnTo>
                <a:cubicBezTo>
                  <a:pt x="1516" y="8546"/>
                  <a:pt x="1602" y="8752"/>
                  <a:pt x="1570" y="8914"/>
                </a:cubicBezTo>
                <a:lnTo>
                  <a:pt x="1420" y="9944"/>
                </a:lnTo>
                <a:cubicBezTo>
                  <a:pt x="1404" y="10106"/>
                  <a:pt x="1263" y="10291"/>
                  <a:pt x="1106" y="10345"/>
                </a:cubicBezTo>
                <a:lnTo>
                  <a:pt x="280" y="10648"/>
                </a:lnTo>
                <a:cubicBezTo>
                  <a:pt x="123" y="10702"/>
                  <a:pt x="0" y="10758"/>
                  <a:pt x="0" y="10769"/>
                </a:cubicBezTo>
                <a:cubicBezTo>
                  <a:pt x="0" y="10779"/>
                  <a:pt x="6" y="10919"/>
                  <a:pt x="17" y="11082"/>
                </a:cubicBezTo>
                <a:lnTo>
                  <a:pt x="167" y="12626"/>
                </a:lnTo>
                <a:cubicBezTo>
                  <a:pt x="194" y="12789"/>
                  <a:pt x="210" y="12930"/>
                  <a:pt x="216" y="12941"/>
                </a:cubicBezTo>
                <a:cubicBezTo>
                  <a:pt x="216" y="12952"/>
                  <a:pt x="350" y="12974"/>
                  <a:pt x="518" y="12990"/>
                </a:cubicBezTo>
                <a:lnTo>
                  <a:pt x="1354" y="13082"/>
                </a:lnTo>
                <a:cubicBezTo>
                  <a:pt x="1516" y="13098"/>
                  <a:pt x="1688" y="13245"/>
                  <a:pt x="1737" y="13402"/>
                </a:cubicBezTo>
                <a:lnTo>
                  <a:pt x="2121" y="14501"/>
                </a:lnTo>
                <a:cubicBezTo>
                  <a:pt x="2181" y="14653"/>
                  <a:pt x="2142" y="14881"/>
                  <a:pt x="2028" y="15000"/>
                </a:cubicBezTo>
                <a:lnTo>
                  <a:pt x="1457" y="15624"/>
                </a:lnTo>
                <a:cubicBezTo>
                  <a:pt x="1349" y="15743"/>
                  <a:pt x="1258" y="15850"/>
                  <a:pt x="1263" y="15856"/>
                </a:cubicBezTo>
                <a:cubicBezTo>
                  <a:pt x="1268" y="15861"/>
                  <a:pt x="1338" y="15986"/>
                  <a:pt x="1425" y="16127"/>
                </a:cubicBezTo>
                <a:lnTo>
                  <a:pt x="2256" y="17380"/>
                </a:lnTo>
                <a:cubicBezTo>
                  <a:pt x="2353" y="17510"/>
                  <a:pt x="2440" y="17623"/>
                  <a:pt x="2445" y="17634"/>
                </a:cubicBezTo>
                <a:cubicBezTo>
                  <a:pt x="2450" y="17639"/>
                  <a:pt x="2579" y="17595"/>
                  <a:pt x="2730" y="17535"/>
                </a:cubicBezTo>
                <a:lnTo>
                  <a:pt x="3490" y="17232"/>
                </a:lnTo>
                <a:cubicBezTo>
                  <a:pt x="3641" y="17173"/>
                  <a:pt x="3863" y="17216"/>
                  <a:pt x="3976" y="17336"/>
                </a:cubicBezTo>
                <a:lnTo>
                  <a:pt x="4905" y="18192"/>
                </a:lnTo>
                <a:cubicBezTo>
                  <a:pt x="5029" y="18295"/>
                  <a:pt x="5100" y="18511"/>
                  <a:pt x="5062" y="18673"/>
                </a:cubicBezTo>
                <a:lnTo>
                  <a:pt x="4851" y="19476"/>
                </a:lnTo>
                <a:cubicBezTo>
                  <a:pt x="4808" y="19633"/>
                  <a:pt x="4780" y="19769"/>
                  <a:pt x="4785" y="19774"/>
                </a:cubicBezTo>
                <a:cubicBezTo>
                  <a:pt x="4791" y="19780"/>
                  <a:pt x="4915" y="19850"/>
                  <a:pt x="5055" y="19937"/>
                </a:cubicBezTo>
                <a:lnTo>
                  <a:pt x="6345" y="20631"/>
                </a:lnTo>
                <a:cubicBezTo>
                  <a:pt x="6491" y="20701"/>
                  <a:pt x="6621" y="20761"/>
                  <a:pt x="6632" y="20766"/>
                </a:cubicBezTo>
                <a:cubicBezTo>
                  <a:pt x="6637" y="20772"/>
                  <a:pt x="6735" y="20668"/>
                  <a:pt x="6843" y="20543"/>
                </a:cubicBezTo>
                <a:lnTo>
                  <a:pt x="7370" y="19932"/>
                </a:lnTo>
                <a:cubicBezTo>
                  <a:pt x="7478" y="19807"/>
                  <a:pt x="7694" y="19742"/>
                  <a:pt x="7851" y="19791"/>
                </a:cubicBezTo>
                <a:lnTo>
                  <a:pt x="9136" y="20116"/>
                </a:lnTo>
                <a:cubicBezTo>
                  <a:pt x="9298" y="20149"/>
                  <a:pt x="9459" y="20306"/>
                  <a:pt x="9497" y="20468"/>
                </a:cubicBezTo>
                <a:lnTo>
                  <a:pt x="9680" y="21259"/>
                </a:lnTo>
                <a:cubicBezTo>
                  <a:pt x="9718" y="21422"/>
                  <a:pt x="9756" y="21552"/>
                  <a:pt x="9761" y="21552"/>
                </a:cubicBezTo>
                <a:cubicBezTo>
                  <a:pt x="9767" y="21552"/>
                  <a:pt x="9911" y="21562"/>
                  <a:pt x="10073" y="21573"/>
                </a:cubicBezTo>
                <a:lnTo>
                  <a:pt x="10500" y="21595"/>
                </a:lnTo>
                <a:cubicBezTo>
                  <a:pt x="10662" y="21600"/>
                  <a:pt x="10931" y="21600"/>
                  <a:pt x="11098" y="21595"/>
                </a:cubicBezTo>
                <a:lnTo>
                  <a:pt x="11525" y="21573"/>
                </a:lnTo>
                <a:cubicBezTo>
                  <a:pt x="11687" y="21562"/>
                  <a:pt x="11828" y="21552"/>
                  <a:pt x="11839" y="21552"/>
                </a:cubicBezTo>
                <a:cubicBezTo>
                  <a:pt x="11849" y="21552"/>
                  <a:pt x="11882" y="21416"/>
                  <a:pt x="11920" y="21259"/>
                </a:cubicBezTo>
                <a:lnTo>
                  <a:pt x="12103" y="20468"/>
                </a:lnTo>
                <a:cubicBezTo>
                  <a:pt x="12141" y="20306"/>
                  <a:pt x="12302" y="20149"/>
                  <a:pt x="12464" y="20116"/>
                </a:cubicBezTo>
                <a:lnTo>
                  <a:pt x="13749" y="19791"/>
                </a:lnTo>
                <a:cubicBezTo>
                  <a:pt x="13906" y="19742"/>
                  <a:pt x="14120" y="19807"/>
                  <a:pt x="14228" y="19932"/>
                </a:cubicBezTo>
                <a:lnTo>
                  <a:pt x="14757" y="20543"/>
                </a:lnTo>
                <a:cubicBezTo>
                  <a:pt x="14865" y="20668"/>
                  <a:pt x="14957" y="20767"/>
                  <a:pt x="14968" y="20766"/>
                </a:cubicBezTo>
                <a:cubicBezTo>
                  <a:pt x="14974" y="20761"/>
                  <a:pt x="15102" y="20701"/>
                  <a:pt x="15253" y="20631"/>
                </a:cubicBezTo>
                <a:lnTo>
                  <a:pt x="16543" y="19937"/>
                </a:lnTo>
                <a:cubicBezTo>
                  <a:pt x="16683" y="19850"/>
                  <a:pt x="16802" y="19780"/>
                  <a:pt x="16813" y="19774"/>
                </a:cubicBezTo>
                <a:cubicBezTo>
                  <a:pt x="16818" y="19769"/>
                  <a:pt x="16792" y="19633"/>
                  <a:pt x="16749" y="19476"/>
                </a:cubicBezTo>
                <a:lnTo>
                  <a:pt x="16538" y="18673"/>
                </a:lnTo>
                <a:cubicBezTo>
                  <a:pt x="16495" y="18516"/>
                  <a:pt x="16565" y="18301"/>
                  <a:pt x="16695" y="18192"/>
                </a:cubicBezTo>
                <a:lnTo>
                  <a:pt x="17622" y="17336"/>
                </a:lnTo>
                <a:cubicBezTo>
                  <a:pt x="17736" y="17216"/>
                  <a:pt x="17957" y="17173"/>
                  <a:pt x="18108" y="17232"/>
                </a:cubicBezTo>
                <a:lnTo>
                  <a:pt x="18868" y="17535"/>
                </a:lnTo>
                <a:cubicBezTo>
                  <a:pt x="19019" y="17595"/>
                  <a:pt x="19150" y="17639"/>
                  <a:pt x="19155" y="17634"/>
                </a:cubicBezTo>
                <a:cubicBezTo>
                  <a:pt x="19160" y="17628"/>
                  <a:pt x="19247" y="17515"/>
                  <a:pt x="19344" y="17380"/>
                </a:cubicBezTo>
                <a:lnTo>
                  <a:pt x="20175" y="16127"/>
                </a:lnTo>
                <a:cubicBezTo>
                  <a:pt x="20262" y="15986"/>
                  <a:pt x="20332" y="15861"/>
                  <a:pt x="20337" y="15856"/>
                </a:cubicBezTo>
                <a:cubicBezTo>
                  <a:pt x="20342" y="15850"/>
                  <a:pt x="20256" y="15743"/>
                  <a:pt x="20143" y="15624"/>
                </a:cubicBezTo>
                <a:lnTo>
                  <a:pt x="19570" y="14989"/>
                </a:lnTo>
                <a:cubicBezTo>
                  <a:pt x="19462" y="14869"/>
                  <a:pt x="19419" y="14642"/>
                  <a:pt x="19479" y="14491"/>
                </a:cubicBezTo>
                <a:lnTo>
                  <a:pt x="19862" y="13390"/>
                </a:lnTo>
                <a:cubicBezTo>
                  <a:pt x="19910" y="13233"/>
                  <a:pt x="20082" y="13088"/>
                  <a:pt x="20244" y="13072"/>
                </a:cubicBezTo>
                <a:lnTo>
                  <a:pt x="21081" y="12978"/>
                </a:lnTo>
                <a:cubicBezTo>
                  <a:pt x="21243" y="12962"/>
                  <a:pt x="21379" y="12940"/>
                  <a:pt x="21384" y="12929"/>
                </a:cubicBezTo>
                <a:cubicBezTo>
                  <a:pt x="21384" y="12918"/>
                  <a:pt x="21404" y="12784"/>
                  <a:pt x="21431" y="12616"/>
                </a:cubicBezTo>
                <a:lnTo>
                  <a:pt x="21583" y="11072"/>
                </a:lnTo>
                <a:cubicBezTo>
                  <a:pt x="21594" y="10909"/>
                  <a:pt x="21600" y="10767"/>
                  <a:pt x="21600" y="10757"/>
                </a:cubicBezTo>
                <a:cubicBezTo>
                  <a:pt x="21584" y="10757"/>
                  <a:pt x="21460" y="10702"/>
                  <a:pt x="21303" y="10648"/>
                </a:cubicBezTo>
                <a:lnTo>
                  <a:pt x="20477" y="10345"/>
                </a:lnTo>
                <a:cubicBezTo>
                  <a:pt x="20321" y="10291"/>
                  <a:pt x="20180" y="10106"/>
                  <a:pt x="20163" y="9944"/>
                </a:cubicBezTo>
                <a:lnTo>
                  <a:pt x="20013" y="8914"/>
                </a:lnTo>
                <a:cubicBezTo>
                  <a:pt x="19981" y="8752"/>
                  <a:pt x="20067" y="8546"/>
                  <a:pt x="20202" y="8454"/>
                </a:cubicBezTo>
                <a:lnTo>
                  <a:pt x="20926" y="7966"/>
                </a:lnTo>
                <a:cubicBezTo>
                  <a:pt x="21060" y="7874"/>
                  <a:pt x="21174" y="7792"/>
                  <a:pt x="21168" y="7781"/>
                </a:cubicBezTo>
                <a:cubicBezTo>
                  <a:pt x="21168" y="7770"/>
                  <a:pt x="21119" y="7640"/>
                  <a:pt x="21065" y="7483"/>
                </a:cubicBezTo>
                <a:lnTo>
                  <a:pt x="20472" y="6000"/>
                </a:lnTo>
                <a:cubicBezTo>
                  <a:pt x="20402" y="5848"/>
                  <a:pt x="20342" y="5723"/>
                  <a:pt x="20337" y="5712"/>
                </a:cubicBezTo>
                <a:cubicBezTo>
                  <a:pt x="20332" y="5701"/>
                  <a:pt x="20197" y="5717"/>
                  <a:pt x="20035" y="5739"/>
                </a:cubicBezTo>
                <a:lnTo>
                  <a:pt x="19133" y="5858"/>
                </a:lnTo>
                <a:cubicBezTo>
                  <a:pt x="18971" y="5879"/>
                  <a:pt x="18761" y="5788"/>
                  <a:pt x="18674" y="5648"/>
                </a:cubicBezTo>
                <a:lnTo>
                  <a:pt x="18135" y="4899"/>
                </a:lnTo>
                <a:cubicBezTo>
                  <a:pt x="18032" y="4769"/>
                  <a:pt x="18017" y="4548"/>
                  <a:pt x="18093" y="4401"/>
                </a:cubicBezTo>
                <a:lnTo>
                  <a:pt x="18518" y="3609"/>
                </a:lnTo>
                <a:cubicBezTo>
                  <a:pt x="18593" y="3462"/>
                  <a:pt x="18653" y="3338"/>
                  <a:pt x="18647" y="3333"/>
                </a:cubicBezTo>
                <a:cubicBezTo>
                  <a:pt x="18642" y="3327"/>
                  <a:pt x="18540" y="3230"/>
                  <a:pt x="18422" y="3116"/>
                </a:cubicBezTo>
                <a:lnTo>
                  <a:pt x="17186" y="2044"/>
                </a:lnTo>
                <a:cubicBezTo>
                  <a:pt x="17056" y="1941"/>
                  <a:pt x="16943" y="1853"/>
                  <a:pt x="16938" y="1848"/>
                </a:cubicBezTo>
                <a:cubicBezTo>
                  <a:pt x="16932" y="1842"/>
                  <a:pt x="16813" y="1918"/>
                  <a:pt x="16683" y="2010"/>
                </a:cubicBezTo>
                <a:lnTo>
                  <a:pt x="15934" y="2547"/>
                </a:lnTo>
                <a:cubicBezTo>
                  <a:pt x="15800" y="2644"/>
                  <a:pt x="15572" y="2655"/>
                  <a:pt x="15432" y="2574"/>
                </a:cubicBezTo>
                <a:lnTo>
                  <a:pt x="14682" y="2190"/>
                </a:lnTo>
                <a:cubicBezTo>
                  <a:pt x="14531" y="2119"/>
                  <a:pt x="14411" y="1929"/>
                  <a:pt x="14417" y="1761"/>
                </a:cubicBezTo>
                <a:lnTo>
                  <a:pt x="14429" y="840"/>
                </a:lnTo>
                <a:cubicBezTo>
                  <a:pt x="14429" y="677"/>
                  <a:pt x="14428" y="537"/>
                  <a:pt x="14417" y="537"/>
                </a:cubicBezTo>
                <a:cubicBezTo>
                  <a:pt x="14411" y="531"/>
                  <a:pt x="14272" y="494"/>
                  <a:pt x="14115" y="445"/>
                </a:cubicBezTo>
                <a:lnTo>
                  <a:pt x="12508" y="54"/>
                </a:lnTo>
                <a:cubicBezTo>
                  <a:pt x="12346" y="22"/>
                  <a:pt x="12205" y="0"/>
                  <a:pt x="12200" y="0"/>
                </a:cubicBezTo>
                <a:cubicBezTo>
                  <a:pt x="12189" y="0"/>
                  <a:pt x="12125" y="120"/>
                  <a:pt x="12049" y="266"/>
                </a:cubicBezTo>
                <a:lnTo>
                  <a:pt x="11628" y="1096"/>
                </a:lnTo>
                <a:cubicBezTo>
                  <a:pt x="11552" y="1242"/>
                  <a:pt x="11358" y="1355"/>
                  <a:pt x="11196" y="1350"/>
                </a:cubicBezTo>
                <a:lnTo>
                  <a:pt x="10387" y="1350"/>
                </a:lnTo>
                <a:cubicBezTo>
                  <a:pt x="10225" y="1355"/>
                  <a:pt x="10025" y="1242"/>
                  <a:pt x="9955" y="1096"/>
                </a:cubicBezTo>
                <a:lnTo>
                  <a:pt x="9534" y="266"/>
                </a:lnTo>
                <a:cubicBezTo>
                  <a:pt x="9458" y="120"/>
                  <a:pt x="9394" y="0"/>
                  <a:pt x="9384" y="0"/>
                </a:cubicBezTo>
                <a:close/>
                <a:moveTo>
                  <a:pt x="10792" y="5820"/>
                </a:moveTo>
                <a:cubicBezTo>
                  <a:pt x="13533" y="5820"/>
                  <a:pt x="15761" y="8053"/>
                  <a:pt x="15761" y="10811"/>
                </a:cubicBezTo>
                <a:cubicBezTo>
                  <a:pt x="15761" y="13569"/>
                  <a:pt x="13533" y="15801"/>
                  <a:pt x="10792" y="15801"/>
                </a:cubicBezTo>
                <a:cubicBezTo>
                  <a:pt x="8051" y="15801"/>
                  <a:pt x="5822" y="13569"/>
                  <a:pt x="5822" y="10811"/>
                </a:cubicBezTo>
                <a:cubicBezTo>
                  <a:pt x="5822" y="8053"/>
                  <a:pt x="8045" y="5820"/>
                  <a:pt x="10792" y="5820"/>
                </a:cubicBezTo>
                <a:close/>
                <a:moveTo>
                  <a:pt x="10792" y="7592"/>
                </a:moveTo>
                <a:cubicBezTo>
                  <a:pt x="9016" y="7592"/>
                  <a:pt x="7581" y="9033"/>
                  <a:pt x="7581" y="10816"/>
                </a:cubicBezTo>
                <a:cubicBezTo>
                  <a:pt x="7581" y="12593"/>
                  <a:pt x="9016" y="14040"/>
                  <a:pt x="10792" y="14040"/>
                </a:cubicBezTo>
                <a:cubicBezTo>
                  <a:pt x="12567" y="14040"/>
                  <a:pt x="14002" y="12599"/>
                  <a:pt x="14002" y="10816"/>
                </a:cubicBezTo>
                <a:cubicBezTo>
                  <a:pt x="14002" y="9033"/>
                  <a:pt x="12567" y="7592"/>
                  <a:pt x="10792" y="7592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1" name="-">
            <a:extLst>
              <a:ext uri="{FF2B5EF4-FFF2-40B4-BE49-F238E27FC236}">
                <a16:creationId xmlns:a16="http://schemas.microsoft.com/office/drawing/2014/main" id="{76AA5586-B0DA-70D2-08CD-3D4695245919}"/>
              </a:ext>
            </a:extLst>
          </p:cNvPr>
          <p:cNvSpPr txBox="1"/>
          <p:nvPr/>
        </p:nvSpPr>
        <p:spPr>
          <a:xfrm>
            <a:off x="23590494" y="13680000"/>
            <a:ext cx="51360" cy="666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algn="ctr" defTabSz="1219169" hangingPunct="0"/>
            <a:endParaRPr sz="4000" kern="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FDF117AF-7162-164E-689B-1F239467529C}"/>
              </a:ext>
            </a:extLst>
          </p:cNvPr>
          <p:cNvSpPr/>
          <p:nvPr/>
        </p:nvSpPr>
        <p:spPr>
          <a:xfrm>
            <a:off x="19374027" y="13589566"/>
            <a:ext cx="423268" cy="344814"/>
          </a:xfrm>
          <a:prstGeom prst="ellipse">
            <a:avLst/>
          </a:prstGeom>
          <a:solidFill>
            <a:schemeClr val="lt1">
              <a:alpha val="67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kern="0" dirty="0">
                <a:latin typeface="Helvetica Neue"/>
                <a:ea typeface="Helvetica Neue"/>
                <a:cs typeface="Helvetica Neue"/>
                <a:sym typeface="Helvetica Neue"/>
              </a:rPr>
              <a:t>+</a:t>
            </a:r>
          </a:p>
        </p:txBody>
      </p:sp>
      <p:sp>
        <p:nvSpPr>
          <p:cNvPr id="192" name="Arrow 2">
            <a:extLst>
              <a:ext uri="{FF2B5EF4-FFF2-40B4-BE49-F238E27FC236}">
                <a16:creationId xmlns:a16="http://schemas.microsoft.com/office/drawing/2014/main" id="{32D29CD2-BDB5-7DCD-90CF-C6B02F768052}"/>
              </a:ext>
            </a:extLst>
          </p:cNvPr>
          <p:cNvSpPr/>
          <p:nvPr/>
        </p:nvSpPr>
        <p:spPr>
          <a:xfrm>
            <a:off x="19178844" y="13493374"/>
            <a:ext cx="813585" cy="6551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49" y="0"/>
                </a:moveTo>
                <a:cubicBezTo>
                  <a:pt x="8457" y="0"/>
                  <a:pt x="6373" y="1103"/>
                  <a:pt x="4819" y="2903"/>
                </a:cubicBezTo>
                <a:lnTo>
                  <a:pt x="6744" y="6147"/>
                </a:lnTo>
                <a:cubicBezTo>
                  <a:pt x="7744" y="4819"/>
                  <a:pt x="9169" y="3989"/>
                  <a:pt x="10749" y="3989"/>
                </a:cubicBezTo>
                <a:cubicBezTo>
                  <a:pt x="13751" y="3989"/>
                  <a:pt x="16189" y="6985"/>
                  <a:pt x="16232" y="10700"/>
                </a:cubicBezTo>
                <a:lnTo>
                  <a:pt x="14265" y="10700"/>
                </a:lnTo>
                <a:lnTo>
                  <a:pt x="17933" y="16883"/>
                </a:lnTo>
                <a:lnTo>
                  <a:pt x="21600" y="10700"/>
                </a:lnTo>
                <a:lnTo>
                  <a:pt x="19444" y="10700"/>
                </a:lnTo>
                <a:cubicBezTo>
                  <a:pt x="19401" y="4782"/>
                  <a:pt x="15525" y="0"/>
                  <a:pt x="10749" y="0"/>
                </a:cubicBezTo>
                <a:close/>
                <a:moveTo>
                  <a:pt x="3667" y="4515"/>
                </a:moveTo>
                <a:lnTo>
                  <a:pt x="0" y="10700"/>
                </a:lnTo>
                <a:lnTo>
                  <a:pt x="2054" y="10700"/>
                </a:lnTo>
                <a:cubicBezTo>
                  <a:pt x="2053" y="10733"/>
                  <a:pt x="2054" y="10767"/>
                  <a:pt x="2054" y="10801"/>
                </a:cubicBezTo>
                <a:cubicBezTo>
                  <a:pt x="2054" y="16766"/>
                  <a:pt x="5946" y="21600"/>
                  <a:pt x="10749" y="21600"/>
                </a:cubicBezTo>
                <a:cubicBezTo>
                  <a:pt x="13080" y="21600"/>
                  <a:pt x="15197" y="20461"/>
                  <a:pt x="16759" y="18607"/>
                </a:cubicBezTo>
                <a:lnTo>
                  <a:pt x="14814" y="15375"/>
                </a:lnTo>
                <a:cubicBezTo>
                  <a:pt x="13811" y="16749"/>
                  <a:pt x="12360" y="17611"/>
                  <a:pt x="10749" y="17611"/>
                </a:cubicBezTo>
                <a:cubicBezTo>
                  <a:pt x="7720" y="17611"/>
                  <a:pt x="5266" y="14563"/>
                  <a:pt x="5266" y="10801"/>
                </a:cubicBezTo>
                <a:cubicBezTo>
                  <a:pt x="5266" y="10767"/>
                  <a:pt x="5265" y="10733"/>
                  <a:pt x="5266" y="10700"/>
                </a:cubicBezTo>
                <a:lnTo>
                  <a:pt x="7335" y="10700"/>
                </a:lnTo>
                <a:lnTo>
                  <a:pt x="3667" y="4515"/>
                </a:lnTo>
                <a:close/>
              </a:path>
            </a:pathLst>
          </a:custGeom>
          <a:solidFill>
            <a:srgbClr val="C0000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756016B7-F60B-E595-6074-D1A32979A95F}"/>
              </a:ext>
            </a:extLst>
          </p:cNvPr>
          <p:cNvSpPr/>
          <p:nvPr/>
        </p:nvSpPr>
        <p:spPr>
          <a:xfrm>
            <a:off x="18390526" y="13024966"/>
            <a:ext cx="1270969" cy="447559"/>
          </a:xfrm>
          <a:prstGeom prst="rect">
            <a:avLst/>
          </a:prstGeom>
          <a:solidFill>
            <a:schemeClr val="lt1">
              <a:alpha val="54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GHG</a:t>
            </a:r>
          </a:p>
        </p:txBody>
      </p:sp>
      <p:sp>
        <p:nvSpPr>
          <p:cNvPr id="197" name="Line">
            <a:extLst>
              <a:ext uri="{FF2B5EF4-FFF2-40B4-BE49-F238E27FC236}">
                <a16:creationId xmlns:a16="http://schemas.microsoft.com/office/drawing/2014/main" id="{627BDF2C-9F9D-AC7C-2557-19ABCFF41661}"/>
              </a:ext>
            </a:extLst>
          </p:cNvPr>
          <p:cNvSpPr/>
          <p:nvPr/>
        </p:nvSpPr>
        <p:spPr>
          <a:xfrm flipV="1">
            <a:off x="18366442" y="20828460"/>
            <a:ext cx="680263" cy="3149810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8" name="-">
            <a:extLst>
              <a:ext uri="{FF2B5EF4-FFF2-40B4-BE49-F238E27FC236}">
                <a16:creationId xmlns:a16="http://schemas.microsoft.com/office/drawing/2014/main" id="{1B5EAA06-A73A-5245-8BB2-E6C3CBCFE857}"/>
              </a:ext>
            </a:extLst>
          </p:cNvPr>
          <p:cNvSpPr txBox="1"/>
          <p:nvPr/>
        </p:nvSpPr>
        <p:spPr>
          <a:xfrm>
            <a:off x="18006508" y="23930949"/>
            <a:ext cx="250069" cy="666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algn="ctr" defTabSz="1219169" hangingPunct="0"/>
            <a:r>
              <a:rPr sz="4000" kern="0" dirty="0">
                <a:latin typeface="Helvetica Neue"/>
                <a:ea typeface="Helvetica Neue"/>
                <a:cs typeface="Helvetica Neue"/>
                <a:sym typeface="Helvetica Neue"/>
              </a:rPr>
              <a:t>-</a:t>
            </a:r>
          </a:p>
        </p:txBody>
      </p:sp>
      <p:sp>
        <p:nvSpPr>
          <p:cNvPr id="199" name="Arrow 2">
            <a:extLst>
              <a:ext uri="{FF2B5EF4-FFF2-40B4-BE49-F238E27FC236}">
                <a16:creationId xmlns:a16="http://schemas.microsoft.com/office/drawing/2014/main" id="{94E3BF0C-3F55-27D3-694B-33028B33AB94}"/>
              </a:ext>
            </a:extLst>
          </p:cNvPr>
          <p:cNvSpPr/>
          <p:nvPr/>
        </p:nvSpPr>
        <p:spPr>
          <a:xfrm>
            <a:off x="17724751" y="23978272"/>
            <a:ext cx="813585" cy="6551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49" y="0"/>
                </a:moveTo>
                <a:cubicBezTo>
                  <a:pt x="8457" y="0"/>
                  <a:pt x="6373" y="1103"/>
                  <a:pt x="4819" y="2903"/>
                </a:cubicBezTo>
                <a:lnTo>
                  <a:pt x="6744" y="6147"/>
                </a:lnTo>
                <a:cubicBezTo>
                  <a:pt x="7744" y="4819"/>
                  <a:pt x="9169" y="3989"/>
                  <a:pt x="10749" y="3989"/>
                </a:cubicBezTo>
                <a:cubicBezTo>
                  <a:pt x="13751" y="3989"/>
                  <a:pt x="16189" y="6985"/>
                  <a:pt x="16232" y="10700"/>
                </a:cubicBezTo>
                <a:lnTo>
                  <a:pt x="14265" y="10700"/>
                </a:lnTo>
                <a:lnTo>
                  <a:pt x="17933" y="16883"/>
                </a:lnTo>
                <a:lnTo>
                  <a:pt x="21600" y="10700"/>
                </a:lnTo>
                <a:lnTo>
                  <a:pt x="19444" y="10700"/>
                </a:lnTo>
                <a:cubicBezTo>
                  <a:pt x="19401" y="4782"/>
                  <a:pt x="15525" y="0"/>
                  <a:pt x="10749" y="0"/>
                </a:cubicBezTo>
                <a:close/>
                <a:moveTo>
                  <a:pt x="3667" y="4515"/>
                </a:moveTo>
                <a:lnTo>
                  <a:pt x="0" y="10700"/>
                </a:lnTo>
                <a:lnTo>
                  <a:pt x="2054" y="10700"/>
                </a:lnTo>
                <a:cubicBezTo>
                  <a:pt x="2053" y="10733"/>
                  <a:pt x="2054" y="10767"/>
                  <a:pt x="2054" y="10801"/>
                </a:cubicBezTo>
                <a:cubicBezTo>
                  <a:pt x="2054" y="16766"/>
                  <a:pt x="5946" y="21600"/>
                  <a:pt x="10749" y="21600"/>
                </a:cubicBezTo>
                <a:cubicBezTo>
                  <a:pt x="13080" y="21600"/>
                  <a:pt x="15197" y="20461"/>
                  <a:pt x="16759" y="18607"/>
                </a:cubicBezTo>
                <a:lnTo>
                  <a:pt x="14814" y="15375"/>
                </a:lnTo>
                <a:cubicBezTo>
                  <a:pt x="13811" y="16749"/>
                  <a:pt x="12360" y="17611"/>
                  <a:pt x="10749" y="17611"/>
                </a:cubicBezTo>
                <a:cubicBezTo>
                  <a:pt x="7720" y="17611"/>
                  <a:pt x="5266" y="14563"/>
                  <a:pt x="5266" y="10801"/>
                </a:cubicBezTo>
                <a:cubicBezTo>
                  <a:pt x="5266" y="10767"/>
                  <a:pt x="5265" y="10733"/>
                  <a:pt x="5266" y="10700"/>
                </a:cubicBezTo>
                <a:lnTo>
                  <a:pt x="7335" y="10700"/>
                </a:lnTo>
                <a:lnTo>
                  <a:pt x="3667" y="4515"/>
                </a:lnTo>
                <a:close/>
              </a:path>
            </a:pathLst>
          </a:custGeom>
          <a:solidFill>
            <a:srgbClr val="C0000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2" name="Line">
            <a:extLst>
              <a:ext uri="{FF2B5EF4-FFF2-40B4-BE49-F238E27FC236}">
                <a16:creationId xmlns:a16="http://schemas.microsoft.com/office/drawing/2014/main" id="{72E405E2-CF83-A58C-4783-EB7D9CB58E8B}"/>
              </a:ext>
            </a:extLst>
          </p:cNvPr>
          <p:cNvSpPr/>
          <p:nvPr/>
        </p:nvSpPr>
        <p:spPr>
          <a:xfrm flipV="1">
            <a:off x="18017530" y="20828460"/>
            <a:ext cx="317101" cy="1565527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3" name="-">
            <a:extLst>
              <a:ext uri="{FF2B5EF4-FFF2-40B4-BE49-F238E27FC236}">
                <a16:creationId xmlns:a16="http://schemas.microsoft.com/office/drawing/2014/main" id="{5E9DD000-35B8-26F7-1CD0-96963DC2E3A1}"/>
              </a:ext>
            </a:extLst>
          </p:cNvPr>
          <p:cNvSpPr txBox="1"/>
          <p:nvPr/>
        </p:nvSpPr>
        <p:spPr>
          <a:xfrm>
            <a:off x="17863143" y="22300690"/>
            <a:ext cx="250069" cy="666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algn="ctr" defTabSz="1219169" hangingPunct="0"/>
            <a:r>
              <a:rPr sz="4000" kern="0" dirty="0">
                <a:latin typeface="Helvetica Neue"/>
                <a:ea typeface="Helvetica Neue"/>
                <a:cs typeface="Helvetica Neue"/>
                <a:sym typeface="Helvetica Neue"/>
              </a:rPr>
              <a:t>-</a:t>
            </a:r>
          </a:p>
        </p:txBody>
      </p:sp>
      <p:sp>
        <p:nvSpPr>
          <p:cNvPr id="204" name="Arrow 2">
            <a:extLst>
              <a:ext uri="{FF2B5EF4-FFF2-40B4-BE49-F238E27FC236}">
                <a16:creationId xmlns:a16="http://schemas.microsoft.com/office/drawing/2014/main" id="{08664626-E203-2630-4E1E-AC7DF1D3B0D0}"/>
              </a:ext>
            </a:extLst>
          </p:cNvPr>
          <p:cNvSpPr/>
          <p:nvPr/>
        </p:nvSpPr>
        <p:spPr>
          <a:xfrm>
            <a:off x="17585212" y="22355132"/>
            <a:ext cx="813585" cy="6551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49" y="0"/>
                </a:moveTo>
                <a:cubicBezTo>
                  <a:pt x="8457" y="0"/>
                  <a:pt x="6373" y="1103"/>
                  <a:pt x="4819" y="2903"/>
                </a:cubicBezTo>
                <a:lnTo>
                  <a:pt x="6744" y="6147"/>
                </a:lnTo>
                <a:cubicBezTo>
                  <a:pt x="7744" y="4819"/>
                  <a:pt x="9169" y="3989"/>
                  <a:pt x="10749" y="3989"/>
                </a:cubicBezTo>
                <a:cubicBezTo>
                  <a:pt x="13751" y="3989"/>
                  <a:pt x="16189" y="6985"/>
                  <a:pt x="16232" y="10700"/>
                </a:cubicBezTo>
                <a:lnTo>
                  <a:pt x="14265" y="10700"/>
                </a:lnTo>
                <a:lnTo>
                  <a:pt x="17933" y="16883"/>
                </a:lnTo>
                <a:lnTo>
                  <a:pt x="21600" y="10700"/>
                </a:lnTo>
                <a:lnTo>
                  <a:pt x="19444" y="10700"/>
                </a:lnTo>
                <a:cubicBezTo>
                  <a:pt x="19401" y="4782"/>
                  <a:pt x="15525" y="0"/>
                  <a:pt x="10749" y="0"/>
                </a:cubicBezTo>
                <a:close/>
                <a:moveTo>
                  <a:pt x="3667" y="4515"/>
                </a:moveTo>
                <a:lnTo>
                  <a:pt x="0" y="10700"/>
                </a:lnTo>
                <a:lnTo>
                  <a:pt x="2054" y="10700"/>
                </a:lnTo>
                <a:cubicBezTo>
                  <a:pt x="2053" y="10733"/>
                  <a:pt x="2054" y="10767"/>
                  <a:pt x="2054" y="10801"/>
                </a:cubicBezTo>
                <a:cubicBezTo>
                  <a:pt x="2054" y="16766"/>
                  <a:pt x="5946" y="21600"/>
                  <a:pt x="10749" y="21600"/>
                </a:cubicBezTo>
                <a:cubicBezTo>
                  <a:pt x="13080" y="21600"/>
                  <a:pt x="15197" y="20461"/>
                  <a:pt x="16759" y="18607"/>
                </a:cubicBezTo>
                <a:lnTo>
                  <a:pt x="14814" y="15375"/>
                </a:lnTo>
                <a:cubicBezTo>
                  <a:pt x="13811" y="16749"/>
                  <a:pt x="12360" y="17611"/>
                  <a:pt x="10749" y="17611"/>
                </a:cubicBezTo>
                <a:cubicBezTo>
                  <a:pt x="7720" y="17611"/>
                  <a:pt x="5266" y="14563"/>
                  <a:pt x="5266" y="10801"/>
                </a:cubicBezTo>
                <a:cubicBezTo>
                  <a:pt x="5266" y="10767"/>
                  <a:pt x="5265" y="10733"/>
                  <a:pt x="5266" y="10700"/>
                </a:cubicBezTo>
                <a:lnTo>
                  <a:pt x="7335" y="10700"/>
                </a:lnTo>
                <a:lnTo>
                  <a:pt x="3667" y="4515"/>
                </a:lnTo>
                <a:close/>
              </a:path>
            </a:pathLst>
          </a:custGeom>
          <a:solidFill>
            <a:srgbClr val="C0000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CACCE266-14D2-2674-C1C9-27DC2C2CA702}"/>
              </a:ext>
            </a:extLst>
          </p:cNvPr>
          <p:cNvCxnSpPr>
            <a:cxnSpLocks/>
          </p:cNvCxnSpPr>
          <p:nvPr/>
        </p:nvCxnSpPr>
        <p:spPr>
          <a:xfrm>
            <a:off x="19037319" y="22146146"/>
            <a:ext cx="1760116" cy="0"/>
          </a:xfrm>
          <a:prstGeom prst="line">
            <a:avLst/>
          </a:prstGeom>
          <a:ln w="66675" cmpd="tri">
            <a:solidFill>
              <a:srgbClr val="945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716EAEB4-93A0-659E-7468-7DF97816F69F}"/>
              </a:ext>
            </a:extLst>
          </p:cNvPr>
          <p:cNvCxnSpPr/>
          <p:nvPr/>
        </p:nvCxnSpPr>
        <p:spPr>
          <a:xfrm>
            <a:off x="18163064" y="7309762"/>
            <a:ext cx="397798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135D3126-506E-6589-3728-44C403672DDE}"/>
              </a:ext>
            </a:extLst>
          </p:cNvPr>
          <p:cNvCxnSpPr>
            <a:cxnSpLocks/>
          </p:cNvCxnSpPr>
          <p:nvPr/>
        </p:nvCxnSpPr>
        <p:spPr>
          <a:xfrm>
            <a:off x="21056470" y="22127257"/>
            <a:ext cx="1567738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Right Brace 214">
            <a:extLst>
              <a:ext uri="{FF2B5EF4-FFF2-40B4-BE49-F238E27FC236}">
                <a16:creationId xmlns:a16="http://schemas.microsoft.com/office/drawing/2014/main" id="{C864E36A-E21D-1124-EF71-4CCA23D86840}"/>
              </a:ext>
            </a:extLst>
          </p:cNvPr>
          <p:cNvSpPr/>
          <p:nvPr/>
        </p:nvSpPr>
        <p:spPr>
          <a:xfrm rot="16200000">
            <a:off x="15668787" y="17702414"/>
            <a:ext cx="1248473" cy="6267212"/>
          </a:xfrm>
          <a:prstGeom prst="rightBrace">
            <a:avLst>
              <a:gd name="adj1" fmla="val 8333"/>
              <a:gd name="adj2" fmla="val 35245"/>
            </a:avLst>
          </a:prstGeom>
          <a:ln w="508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Right Brace 215">
            <a:extLst>
              <a:ext uri="{FF2B5EF4-FFF2-40B4-BE49-F238E27FC236}">
                <a16:creationId xmlns:a16="http://schemas.microsoft.com/office/drawing/2014/main" id="{D9B229EB-1C71-79D0-B155-69908E65E987}"/>
              </a:ext>
            </a:extLst>
          </p:cNvPr>
          <p:cNvSpPr/>
          <p:nvPr/>
        </p:nvSpPr>
        <p:spPr>
          <a:xfrm rot="16200000">
            <a:off x="19692374" y="18318432"/>
            <a:ext cx="1248473" cy="4751136"/>
          </a:xfrm>
          <a:prstGeom prst="rightBrace">
            <a:avLst>
              <a:gd name="adj1" fmla="val 8333"/>
              <a:gd name="adj2" fmla="val 63204"/>
            </a:avLst>
          </a:prstGeom>
          <a:ln w="508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BA7A0923-E91D-D872-8F34-3D19072EFC79}"/>
              </a:ext>
            </a:extLst>
          </p:cNvPr>
          <p:cNvSpPr txBox="1"/>
          <p:nvPr/>
        </p:nvSpPr>
        <p:spPr>
          <a:xfrm>
            <a:off x="14709168" y="19638369"/>
            <a:ext cx="16738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Natural</a:t>
            </a:r>
            <a:endParaRPr lang="en-US" sz="3600" baseline="-2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11E2C376-EF76-4765-0474-338E24D9A8AD}"/>
              </a:ext>
            </a:extLst>
          </p:cNvPr>
          <p:cNvSpPr txBox="1"/>
          <p:nvPr/>
        </p:nvSpPr>
        <p:spPr>
          <a:xfrm>
            <a:off x="19624377" y="19529450"/>
            <a:ext cx="32124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Anthropogenic</a:t>
            </a:r>
            <a:endParaRPr lang="en-US" sz="3600" baseline="-2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23" name="Line">
            <a:extLst>
              <a:ext uri="{FF2B5EF4-FFF2-40B4-BE49-F238E27FC236}">
                <a16:creationId xmlns:a16="http://schemas.microsoft.com/office/drawing/2014/main" id="{5B4B7314-482F-1FCD-5D48-4886FDE839E6}"/>
              </a:ext>
            </a:extLst>
          </p:cNvPr>
          <p:cNvSpPr/>
          <p:nvPr/>
        </p:nvSpPr>
        <p:spPr>
          <a:xfrm flipV="1">
            <a:off x="19398407" y="2235157"/>
            <a:ext cx="497043" cy="1255392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4" name="-">
            <a:extLst>
              <a:ext uri="{FF2B5EF4-FFF2-40B4-BE49-F238E27FC236}">
                <a16:creationId xmlns:a16="http://schemas.microsoft.com/office/drawing/2014/main" id="{F7C6FA94-9E39-AEC0-90D7-FCD61B5D411E}"/>
              </a:ext>
            </a:extLst>
          </p:cNvPr>
          <p:cNvSpPr txBox="1"/>
          <p:nvPr/>
        </p:nvSpPr>
        <p:spPr>
          <a:xfrm>
            <a:off x="19187015" y="3470179"/>
            <a:ext cx="250069" cy="666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algn="ctr" defTabSz="1219169" hangingPunct="0"/>
            <a:r>
              <a:rPr sz="4000" kern="0" dirty="0">
                <a:latin typeface="Helvetica Neue"/>
                <a:ea typeface="Helvetica Neue"/>
                <a:cs typeface="Helvetica Neue"/>
                <a:sym typeface="Helvetica Neue"/>
              </a:rPr>
              <a:t>-</a:t>
            </a:r>
          </a:p>
        </p:txBody>
      </p:sp>
      <p:sp>
        <p:nvSpPr>
          <p:cNvPr id="225" name="Arrow 2">
            <a:extLst>
              <a:ext uri="{FF2B5EF4-FFF2-40B4-BE49-F238E27FC236}">
                <a16:creationId xmlns:a16="http://schemas.microsoft.com/office/drawing/2014/main" id="{213DF1E6-5EAF-709D-E9C3-D69D319988CF}"/>
              </a:ext>
            </a:extLst>
          </p:cNvPr>
          <p:cNvSpPr/>
          <p:nvPr/>
        </p:nvSpPr>
        <p:spPr>
          <a:xfrm>
            <a:off x="18921331" y="3515348"/>
            <a:ext cx="813585" cy="6551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49" y="0"/>
                </a:moveTo>
                <a:cubicBezTo>
                  <a:pt x="8457" y="0"/>
                  <a:pt x="6373" y="1103"/>
                  <a:pt x="4819" y="2903"/>
                </a:cubicBezTo>
                <a:lnTo>
                  <a:pt x="6744" y="6147"/>
                </a:lnTo>
                <a:cubicBezTo>
                  <a:pt x="7744" y="4819"/>
                  <a:pt x="9169" y="3989"/>
                  <a:pt x="10749" y="3989"/>
                </a:cubicBezTo>
                <a:cubicBezTo>
                  <a:pt x="13751" y="3989"/>
                  <a:pt x="16189" y="6985"/>
                  <a:pt x="16232" y="10700"/>
                </a:cubicBezTo>
                <a:lnTo>
                  <a:pt x="14265" y="10700"/>
                </a:lnTo>
                <a:lnTo>
                  <a:pt x="17933" y="16883"/>
                </a:lnTo>
                <a:lnTo>
                  <a:pt x="21600" y="10700"/>
                </a:lnTo>
                <a:lnTo>
                  <a:pt x="19444" y="10700"/>
                </a:lnTo>
                <a:cubicBezTo>
                  <a:pt x="19401" y="4782"/>
                  <a:pt x="15525" y="0"/>
                  <a:pt x="10749" y="0"/>
                </a:cubicBezTo>
                <a:close/>
                <a:moveTo>
                  <a:pt x="3667" y="4515"/>
                </a:moveTo>
                <a:lnTo>
                  <a:pt x="0" y="10700"/>
                </a:lnTo>
                <a:lnTo>
                  <a:pt x="2054" y="10700"/>
                </a:lnTo>
                <a:cubicBezTo>
                  <a:pt x="2053" y="10733"/>
                  <a:pt x="2054" y="10767"/>
                  <a:pt x="2054" y="10801"/>
                </a:cubicBezTo>
                <a:cubicBezTo>
                  <a:pt x="2054" y="16766"/>
                  <a:pt x="5946" y="21600"/>
                  <a:pt x="10749" y="21600"/>
                </a:cubicBezTo>
                <a:cubicBezTo>
                  <a:pt x="13080" y="21600"/>
                  <a:pt x="15197" y="20461"/>
                  <a:pt x="16759" y="18607"/>
                </a:cubicBezTo>
                <a:lnTo>
                  <a:pt x="14814" y="15375"/>
                </a:lnTo>
                <a:cubicBezTo>
                  <a:pt x="13811" y="16749"/>
                  <a:pt x="12360" y="17611"/>
                  <a:pt x="10749" y="17611"/>
                </a:cubicBezTo>
                <a:cubicBezTo>
                  <a:pt x="7720" y="17611"/>
                  <a:pt x="5266" y="14563"/>
                  <a:pt x="5266" y="10801"/>
                </a:cubicBezTo>
                <a:cubicBezTo>
                  <a:pt x="5266" y="10767"/>
                  <a:pt x="5265" y="10733"/>
                  <a:pt x="5266" y="10700"/>
                </a:cubicBezTo>
                <a:lnTo>
                  <a:pt x="7335" y="10700"/>
                </a:lnTo>
                <a:lnTo>
                  <a:pt x="3667" y="4515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6" name="Rectangle">
            <a:extLst>
              <a:ext uri="{FF2B5EF4-FFF2-40B4-BE49-F238E27FC236}">
                <a16:creationId xmlns:a16="http://schemas.microsoft.com/office/drawing/2014/main" id="{3887C8F9-7CEE-2A64-EFD3-5D5472DF335C}"/>
              </a:ext>
            </a:extLst>
          </p:cNvPr>
          <p:cNvSpPr/>
          <p:nvPr/>
        </p:nvSpPr>
        <p:spPr>
          <a:xfrm>
            <a:off x="14571809" y="4201124"/>
            <a:ext cx="7436078" cy="60322"/>
          </a:xfrm>
          <a:prstGeom prst="rect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000000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7" name="Line">
            <a:extLst>
              <a:ext uri="{FF2B5EF4-FFF2-40B4-BE49-F238E27FC236}">
                <a16:creationId xmlns:a16="http://schemas.microsoft.com/office/drawing/2014/main" id="{8C0545D1-13C6-429C-A6B3-B07EEDB289FC}"/>
              </a:ext>
            </a:extLst>
          </p:cNvPr>
          <p:cNvSpPr/>
          <p:nvPr/>
        </p:nvSpPr>
        <p:spPr>
          <a:xfrm>
            <a:off x="18070650" y="3493407"/>
            <a:ext cx="157379" cy="659369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8" name="Gear">
            <a:extLst>
              <a:ext uri="{FF2B5EF4-FFF2-40B4-BE49-F238E27FC236}">
                <a16:creationId xmlns:a16="http://schemas.microsoft.com/office/drawing/2014/main" id="{CC6A3F09-F3A5-DFFA-ECC1-24BFE6F78D5B}"/>
              </a:ext>
            </a:extLst>
          </p:cNvPr>
          <p:cNvSpPr/>
          <p:nvPr/>
        </p:nvSpPr>
        <p:spPr>
          <a:xfrm>
            <a:off x="17755836" y="2973699"/>
            <a:ext cx="637759" cy="6349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9384" y="0"/>
                </a:moveTo>
                <a:cubicBezTo>
                  <a:pt x="9373" y="0"/>
                  <a:pt x="9237" y="27"/>
                  <a:pt x="9075" y="54"/>
                </a:cubicBezTo>
                <a:lnTo>
                  <a:pt x="7468" y="445"/>
                </a:lnTo>
                <a:cubicBezTo>
                  <a:pt x="7312" y="494"/>
                  <a:pt x="7177" y="531"/>
                  <a:pt x="7166" y="537"/>
                </a:cubicBezTo>
                <a:cubicBezTo>
                  <a:pt x="7161" y="542"/>
                  <a:pt x="7154" y="677"/>
                  <a:pt x="7154" y="840"/>
                </a:cubicBezTo>
                <a:lnTo>
                  <a:pt x="7166" y="1761"/>
                </a:lnTo>
                <a:cubicBezTo>
                  <a:pt x="7166" y="1924"/>
                  <a:pt x="7047" y="2119"/>
                  <a:pt x="6902" y="2190"/>
                </a:cubicBezTo>
                <a:lnTo>
                  <a:pt x="6151" y="2574"/>
                </a:lnTo>
                <a:cubicBezTo>
                  <a:pt x="6006" y="2655"/>
                  <a:pt x="5778" y="2644"/>
                  <a:pt x="5649" y="2547"/>
                </a:cubicBezTo>
                <a:lnTo>
                  <a:pt x="4900" y="2010"/>
                </a:lnTo>
                <a:cubicBezTo>
                  <a:pt x="4765" y="1913"/>
                  <a:pt x="4651" y="1842"/>
                  <a:pt x="4645" y="1848"/>
                </a:cubicBezTo>
                <a:cubicBezTo>
                  <a:pt x="4640" y="1853"/>
                  <a:pt x="4527" y="1941"/>
                  <a:pt x="4398" y="2044"/>
                </a:cubicBezTo>
                <a:lnTo>
                  <a:pt x="3162" y="3116"/>
                </a:lnTo>
                <a:cubicBezTo>
                  <a:pt x="3043" y="3230"/>
                  <a:pt x="2941" y="3327"/>
                  <a:pt x="2936" y="3333"/>
                </a:cubicBezTo>
                <a:cubicBezTo>
                  <a:pt x="2930" y="3338"/>
                  <a:pt x="2990" y="3462"/>
                  <a:pt x="3065" y="3609"/>
                </a:cubicBezTo>
                <a:lnTo>
                  <a:pt x="3490" y="4401"/>
                </a:lnTo>
                <a:cubicBezTo>
                  <a:pt x="3566" y="4548"/>
                  <a:pt x="3551" y="4769"/>
                  <a:pt x="3448" y="4899"/>
                </a:cubicBezTo>
                <a:lnTo>
                  <a:pt x="2909" y="5648"/>
                </a:lnTo>
                <a:cubicBezTo>
                  <a:pt x="2817" y="5783"/>
                  <a:pt x="2612" y="5879"/>
                  <a:pt x="2450" y="5858"/>
                </a:cubicBezTo>
                <a:lnTo>
                  <a:pt x="1548" y="5739"/>
                </a:lnTo>
                <a:cubicBezTo>
                  <a:pt x="1386" y="5717"/>
                  <a:pt x="1251" y="5707"/>
                  <a:pt x="1246" y="5712"/>
                </a:cubicBezTo>
                <a:cubicBezTo>
                  <a:pt x="1241" y="5717"/>
                  <a:pt x="1181" y="5848"/>
                  <a:pt x="1111" y="6000"/>
                </a:cubicBezTo>
                <a:lnTo>
                  <a:pt x="518" y="7483"/>
                </a:lnTo>
                <a:cubicBezTo>
                  <a:pt x="464" y="7640"/>
                  <a:pt x="420" y="7776"/>
                  <a:pt x="415" y="7781"/>
                </a:cubicBezTo>
                <a:cubicBezTo>
                  <a:pt x="415" y="7792"/>
                  <a:pt x="523" y="7874"/>
                  <a:pt x="658" y="7966"/>
                </a:cubicBezTo>
                <a:lnTo>
                  <a:pt x="1381" y="8454"/>
                </a:lnTo>
                <a:cubicBezTo>
                  <a:pt x="1516" y="8546"/>
                  <a:pt x="1602" y="8752"/>
                  <a:pt x="1570" y="8914"/>
                </a:cubicBezTo>
                <a:lnTo>
                  <a:pt x="1420" y="9944"/>
                </a:lnTo>
                <a:cubicBezTo>
                  <a:pt x="1404" y="10106"/>
                  <a:pt x="1263" y="10291"/>
                  <a:pt x="1106" y="10345"/>
                </a:cubicBezTo>
                <a:lnTo>
                  <a:pt x="280" y="10648"/>
                </a:lnTo>
                <a:cubicBezTo>
                  <a:pt x="123" y="10702"/>
                  <a:pt x="0" y="10758"/>
                  <a:pt x="0" y="10769"/>
                </a:cubicBezTo>
                <a:cubicBezTo>
                  <a:pt x="0" y="10779"/>
                  <a:pt x="6" y="10919"/>
                  <a:pt x="17" y="11082"/>
                </a:cubicBezTo>
                <a:lnTo>
                  <a:pt x="167" y="12626"/>
                </a:lnTo>
                <a:cubicBezTo>
                  <a:pt x="194" y="12789"/>
                  <a:pt x="210" y="12930"/>
                  <a:pt x="216" y="12941"/>
                </a:cubicBezTo>
                <a:cubicBezTo>
                  <a:pt x="216" y="12952"/>
                  <a:pt x="350" y="12974"/>
                  <a:pt x="518" y="12990"/>
                </a:cubicBezTo>
                <a:lnTo>
                  <a:pt x="1354" y="13082"/>
                </a:lnTo>
                <a:cubicBezTo>
                  <a:pt x="1516" y="13098"/>
                  <a:pt x="1688" y="13245"/>
                  <a:pt x="1737" y="13402"/>
                </a:cubicBezTo>
                <a:lnTo>
                  <a:pt x="2121" y="14501"/>
                </a:lnTo>
                <a:cubicBezTo>
                  <a:pt x="2181" y="14653"/>
                  <a:pt x="2142" y="14881"/>
                  <a:pt x="2028" y="15000"/>
                </a:cubicBezTo>
                <a:lnTo>
                  <a:pt x="1457" y="15624"/>
                </a:lnTo>
                <a:cubicBezTo>
                  <a:pt x="1349" y="15743"/>
                  <a:pt x="1258" y="15850"/>
                  <a:pt x="1263" y="15856"/>
                </a:cubicBezTo>
                <a:cubicBezTo>
                  <a:pt x="1268" y="15861"/>
                  <a:pt x="1338" y="15986"/>
                  <a:pt x="1425" y="16127"/>
                </a:cubicBezTo>
                <a:lnTo>
                  <a:pt x="2256" y="17380"/>
                </a:lnTo>
                <a:cubicBezTo>
                  <a:pt x="2353" y="17510"/>
                  <a:pt x="2440" y="17623"/>
                  <a:pt x="2445" y="17634"/>
                </a:cubicBezTo>
                <a:cubicBezTo>
                  <a:pt x="2450" y="17639"/>
                  <a:pt x="2579" y="17595"/>
                  <a:pt x="2730" y="17535"/>
                </a:cubicBezTo>
                <a:lnTo>
                  <a:pt x="3490" y="17232"/>
                </a:lnTo>
                <a:cubicBezTo>
                  <a:pt x="3641" y="17173"/>
                  <a:pt x="3863" y="17216"/>
                  <a:pt x="3976" y="17336"/>
                </a:cubicBezTo>
                <a:lnTo>
                  <a:pt x="4905" y="18192"/>
                </a:lnTo>
                <a:cubicBezTo>
                  <a:pt x="5029" y="18295"/>
                  <a:pt x="5100" y="18511"/>
                  <a:pt x="5062" y="18673"/>
                </a:cubicBezTo>
                <a:lnTo>
                  <a:pt x="4851" y="19476"/>
                </a:lnTo>
                <a:cubicBezTo>
                  <a:pt x="4808" y="19633"/>
                  <a:pt x="4780" y="19769"/>
                  <a:pt x="4785" y="19774"/>
                </a:cubicBezTo>
                <a:cubicBezTo>
                  <a:pt x="4791" y="19780"/>
                  <a:pt x="4915" y="19850"/>
                  <a:pt x="5055" y="19937"/>
                </a:cubicBezTo>
                <a:lnTo>
                  <a:pt x="6345" y="20631"/>
                </a:lnTo>
                <a:cubicBezTo>
                  <a:pt x="6491" y="20701"/>
                  <a:pt x="6621" y="20761"/>
                  <a:pt x="6632" y="20766"/>
                </a:cubicBezTo>
                <a:cubicBezTo>
                  <a:pt x="6637" y="20772"/>
                  <a:pt x="6735" y="20668"/>
                  <a:pt x="6843" y="20543"/>
                </a:cubicBezTo>
                <a:lnTo>
                  <a:pt x="7370" y="19932"/>
                </a:lnTo>
                <a:cubicBezTo>
                  <a:pt x="7478" y="19807"/>
                  <a:pt x="7694" y="19742"/>
                  <a:pt x="7851" y="19791"/>
                </a:cubicBezTo>
                <a:lnTo>
                  <a:pt x="9136" y="20116"/>
                </a:lnTo>
                <a:cubicBezTo>
                  <a:pt x="9298" y="20149"/>
                  <a:pt x="9459" y="20306"/>
                  <a:pt x="9497" y="20468"/>
                </a:cubicBezTo>
                <a:lnTo>
                  <a:pt x="9680" y="21259"/>
                </a:lnTo>
                <a:cubicBezTo>
                  <a:pt x="9718" y="21422"/>
                  <a:pt x="9756" y="21552"/>
                  <a:pt x="9761" y="21552"/>
                </a:cubicBezTo>
                <a:cubicBezTo>
                  <a:pt x="9767" y="21552"/>
                  <a:pt x="9911" y="21562"/>
                  <a:pt x="10073" y="21573"/>
                </a:cubicBezTo>
                <a:lnTo>
                  <a:pt x="10500" y="21595"/>
                </a:lnTo>
                <a:cubicBezTo>
                  <a:pt x="10662" y="21600"/>
                  <a:pt x="10931" y="21600"/>
                  <a:pt x="11098" y="21595"/>
                </a:cubicBezTo>
                <a:lnTo>
                  <a:pt x="11525" y="21573"/>
                </a:lnTo>
                <a:cubicBezTo>
                  <a:pt x="11687" y="21562"/>
                  <a:pt x="11828" y="21552"/>
                  <a:pt x="11839" y="21552"/>
                </a:cubicBezTo>
                <a:cubicBezTo>
                  <a:pt x="11849" y="21552"/>
                  <a:pt x="11882" y="21416"/>
                  <a:pt x="11920" y="21259"/>
                </a:cubicBezTo>
                <a:lnTo>
                  <a:pt x="12103" y="20468"/>
                </a:lnTo>
                <a:cubicBezTo>
                  <a:pt x="12141" y="20306"/>
                  <a:pt x="12302" y="20149"/>
                  <a:pt x="12464" y="20116"/>
                </a:cubicBezTo>
                <a:lnTo>
                  <a:pt x="13749" y="19791"/>
                </a:lnTo>
                <a:cubicBezTo>
                  <a:pt x="13906" y="19742"/>
                  <a:pt x="14120" y="19807"/>
                  <a:pt x="14228" y="19932"/>
                </a:cubicBezTo>
                <a:lnTo>
                  <a:pt x="14757" y="20543"/>
                </a:lnTo>
                <a:cubicBezTo>
                  <a:pt x="14865" y="20668"/>
                  <a:pt x="14957" y="20767"/>
                  <a:pt x="14968" y="20766"/>
                </a:cubicBezTo>
                <a:cubicBezTo>
                  <a:pt x="14974" y="20761"/>
                  <a:pt x="15102" y="20701"/>
                  <a:pt x="15253" y="20631"/>
                </a:cubicBezTo>
                <a:lnTo>
                  <a:pt x="16543" y="19937"/>
                </a:lnTo>
                <a:cubicBezTo>
                  <a:pt x="16683" y="19850"/>
                  <a:pt x="16802" y="19780"/>
                  <a:pt x="16813" y="19774"/>
                </a:cubicBezTo>
                <a:cubicBezTo>
                  <a:pt x="16818" y="19769"/>
                  <a:pt x="16792" y="19633"/>
                  <a:pt x="16749" y="19476"/>
                </a:cubicBezTo>
                <a:lnTo>
                  <a:pt x="16538" y="18673"/>
                </a:lnTo>
                <a:cubicBezTo>
                  <a:pt x="16495" y="18516"/>
                  <a:pt x="16565" y="18301"/>
                  <a:pt x="16695" y="18192"/>
                </a:cubicBezTo>
                <a:lnTo>
                  <a:pt x="17622" y="17336"/>
                </a:lnTo>
                <a:cubicBezTo>
                  <a:pt x="17736" y="17216"/>
                  <a:pt x="17957" y="17173"/>
                  <a:pt x="18108" y="17232"/>
                </a:cubicBezTo>
                <a:lnTo>
                  <a:pt x="18868" y="17535"/>
                </a:lnTo>
                <a:cubicBezTo>
                  <a:pt x="19019" y="17595"/>
                  <a:pt x="19150" y="17639"/>
                  <a:pt x="19155" y="17634"/>
                </a:cubicBezTo>
                <a:cubicBezTo>
                  <a:pt x="19160" y="17628"/>
                  <a:pt x="19247" y="17515"/>
                  <a:pt x="19344" y="17380"/>
                </a:cubicBezTo>
                <a:lnTo>
                  <a:pt x="20175" y="16127"/>
                </a:lnTo>
                <a:cubicBezTo>
                  <a:pt x="20262" y="15986"/>
                  <a:pt x="20332" y="15861"/>
                  <a:pt x="20337" y="15856"/>
                </a:cubicBezTo>
                <a:cubicBezTo>
                  <a:pt x="20342" y="15850"/>
                  <a:pt x="20256" y="15743"/>
                  <a:pt x="20143" y="15624"/>
                </a:cubicBezTo>
                <a:lnTo>
                  <a:pt x="19570" y="14989"/>
                </a:lnTo>
                <a:cubicBezTo>
                  <a:pt x="19462" y="14869"/>
                  <a:pt x="19419" y="14642"/>
                  <a:pt x="19479" y="14491"/>
                </a:cubicBezTo>
                <a:lnTo>
                  <a:pt x="19862" y="13390"/>
                </a:lnTo>
                <a:cubicBezTo>
                  <a:pt x="19910" y="13233"/>
                  <a:pt x="20082" y="13088"/>
                  <a:pt x="20244" y="13072"/>
                </a:cubicBezTo>
                <a:lnTo>
                  <a:pt x="21081" y="12978"/>
                </a:lnTo>
                <a:cubicBezTo>
                  <a:pt x="21243" y="12962"/>
                  <a:pt x="21379" y="12940"/>
                  <a:pt x="21384" y="12929"/>
                </a:cubicBezTo>
                <a:cubicBezTo>
                  <a:pt x="21384" y="12918"/>
                  <a:pt x="21404" y="12784"/>
                  <a:pt x="21431" y="12616"/>
                </a:cubicBezTo>
                <a:lnTo>
                  <a:pt x="21583" y="11072"/>
                </a:lnTo>
                <a:cubicBezTo>
                  <a:pt x="21594" y="10909"/>
                  <a:pt x="21600" y="10767"/>
                  <a:pt x="21600" y="10757"/>
                </a:cubicBezTo>
                <a:cubicBezTo>
                  <a:pt x="21584" y="10757"/>
                  <a:pt x="21460" y="10702"/>
                  <a:pt x="21303" y="10648"/>
                </a:cubicBezTo>
                <a:lnTo>
                  <a:pt x="20477" y="10345"/>
                </a:lnTo>
                <a:cubicBezTo>
                  <a:pt x="20321" y="10291"/>
                  <a:pt x="20180" y="10106"/>
                  <a:pt x="20163" y="9944"/>
                </a:cubicBezTo>
                <a:lnTo>
                  <a:pt x="20013" y="8914"/>
                </a:lnTo>
                <a:cubicBezTo>
                  <a:pt x="19981" y="8752"/>
                  <a:pt x="20067" y="8546"/>
                  <a:pt x="20202" y="8454"/>
                </a:cubicBezTo>
                <a:lnTo>
                  <a:pt x="20926" y="7966"/>
                </a:lnTo>
                <a:cubicBezTo>
                  <a:pt x="21060" y="7874"/>
                  <a:pt x="21174" y="7792"/>
                  <a:pt x="21168" y="7781"/>
                </a:cubicBezTo>
                <a:cubicBezTo>
                  <a:pt x="21168" y="7770"/>
                  <a:pt x="21119" y="7640"/>
                  <a:pt x="21065" y="7483"/>
                </a:cubicBezTo>
                <a:lnTo>
                  <a:pt x="20472" y="6000"/>
                </a:lnTo>
                <a:cubicBezTo>
                  <a:pt x="20402" y="5848"/>
                  <a:pt x="20342" y="5723"/>
                  <a:pt x="20337" y="5712"/>
                </a:cubicBezTo>
                <a:cubicBezTo>
                  <a:pt x="20332" y="5701"/>
                  <a:pt x="20197" y="5717"/>
                  <a:pt x="20035" y="5739"/>
                </a:cubicBezTo>
                <a:lnTo>
                  <a:pt x="19133" y="5858"/>
                </a:lnTo>
                <a:cubicBezTo>
                  <a:pt x="18971" y="5879"/>
                  <a:pt x="18761" y="5788"/>
                  <a:pt x="18674" y="5648"/>
                </a:cubicBezTo>
                <a:lnTo>
                  <a:pt x="18135" y="4899"/>
                </a:lnTo>
                <a:cubicBezTo>
                  <a:pt x="18032" y="4769"/>
                  <a:pt x="18017" y="4548"/>
                  <a:pt x="18093" y="4401"/>
                </a:cubicBezTo>
                <a:lnTo>
                  <a:pt x="18518" y="3609"/>
                </a:lnTo>
                <a:cubicBezTo>
                  <a:pt x="18593" y="3462"/>
                  <a:pt x="18653" y="3338"/>
                  <a:pt x="18647" y="3333"/>
                </a:cubicBezTo>
                <a:cubicBezTo>
                  <a:pt x="18642" y="3327"/>
                  <a:pt x="18540" y="3230"/>
                  <a:pt x="18422" y="3116"/>
                </a:cubicBezTo>
                <a:lnTo>
                  <a:pt x="17186" y="2044"/>
                </a:lnTo>
                <a:cubicBezTo>
                  <a:pt x="17056" y="1941"/>
                  <a:pt x="16943" y="1853"/>
                  <a:pt x="16938" y="1848"/>
                </a:cubicBezTo>
                <a:cubicBezTo>
                  <a:pt x="16932" y="1842"/>
                  <a:pt x="16813" y="1918"/>
                  <a:pt x="16683" y="2010"/>
                </a:cubicBezTo>
                <a:lnTo>
                  <a:pt x="15934" y="2547"/>
                </a:lnTo>
                <a:cubicBezTo>
                  <a:pt x="15800" y="2644"/>
                  <a:pt x="15572" y="2655"/>
                  <a:pt x="15432" y="2574"/>
                </a:cubicBezTo>
                <a:lnTo>
                  <a:pt x="14682" y="2190"/>
                </a:lnTo>
                <a:cubicBezTo>
                  <a:pt x="14531" y="2119"/>
                  <a:pt x="14411" y="1929"/>
                  <a:pt x="14417" y="1761"/>
                </a:cubicBezTo>
                <a:lnTo>
                  <a:pt x="14429" y="840"/>
                </a:lnTo>
                <a:cubicBezTo>
                  <a:pt x="14429" y="677"/>
                  <a:pt x="14428" y="537"/>
                  <a:pt x="14417" y="537"/>
                </a:cubicBezTo>
                <a:cubicBezTo>
                  <a:pt x="14411" y="531"/>
                  <a:pt x="14272" y="494"/>
                  <a:pt x="14115" y="445"/>
                </a:cubicBezTo>
                <a:lnTo>
                  <a:pt x="12508" y="54"/>
                </a:lnTo>
                <a:cubicBezTo>
                  <a:pt x="12346" y="22"/>
                  <a:pt x="12205" y="0"/>
                  <a:pt x="12200" y="0"/>
                </a:cubicBezTo>
                <a:cubicBezTo>
                  <a:pt x="12189" y="0"/>
                  <a:pt x="12125" y="120"/>
                  <a:pt x="12049" y="266"/>
                </a:cubicBezTo>
                <a:lnTo>
                  <a:pt x="11628" y="1096"/>
                </a:lnTo>
                <a:cubicBezTo>
                  <a:pt x="11552" y="1242"/>
                  <a:pt x="11358" y="1355"/>
                  <a:pt x="11196" y="1350"/>
                </a:cubicBezTo>
                <a:lnTo>
                  <a:pt x="10387" y="1350"/>
                </a:lnTo>
                <a:cubicBezTo>
                  <a:pt x="10225" y="1355"/>
                  <a:pt x="10025" y="1242"/>
                  <a:pt x="9955" y="1096"/>
                </a:cubicBezTo>
                <a:lnTo>
                  <a:pt x="9534" y="266"/>
                </a:lnTo>
                <a:cubicBezTo>
                  <a:pt x="9458" y="120"/>
                  <a:pt x="9394" y="0"/>
                  <a:pt x="9384" y="0"/>
                </a:cubicBezTo>
                <a:close/>
                <a:moveTo>
                  <a:pt x="10792" y="5820"/>
                </a:moveTo>
                <a:cubicBezTo>
                  <a:pt x="13533" y="5820"/>
                  <a:pt x="15761" y="8053"/>
                  <a:pt x="15761" y="10811"/>
                </a:cubicBezTo>
                <a:cubicBezTo>
                  <a:pt x="15761" y="13569"/>
                  <a:pt x="13533" y="15801"/>
                  <a:pt x="10792" y="15801"/>
                </a:cubicBezTo>
                <a:cubicBezTo>
                  <a:pt x="8051" y="15801"/>
                  <a:pt x="5822" y="13569"/>
                  <a:pt x="5822" y="10811"/>
                </a:cubicBezTo>
                <a:cubicBezTo>
                  <a:pt x="5822" y="8053"/>
                  <a:pt x="8045" y="5820"/>
                  <a:pt x="10792" y="5820"/>
                </a:cubicBezTo>
                <a:close/>
                <a:moveTo>
                  <a:pt x="10792" y="7592"/>
                </a:moveTo>
                <a:cubicBezTo>
                  <a:pt x="9016" y="7592"/>
                  <a:pt x="7581" y="9033"/>
                  <a:pt x="7581" y="10816"/>
                </a:cubicBezTo>
                <a:cubicBezTo>
                  <a:pt x="7581" y="12593"/>
                  <a:pt x="9016" y="14040"/>
                  <a:pt x="10792" y="14040"/>
                </a:cubicBezTo>
                <a:cubicBezTo>
                  <a:pt x="12567" y="14040"/>
                  <a:pt x="14002" y="12599"/>
                  <a:pt x="14002" y="10816"/>
                </a:cubicBezTo>
                <a:cubicBezTo>
                  <a:pt x="14002" y="9033"/>
                  <a:pt x="12567" y="7592"/>
                  <a:pt x="10792" y="7592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B01246A3-DE6E-F1A9-B3AA-783FF925430C}"/>
              </a:ext>
            </a:extLst>
          </p:cNvPr>
          <p:cNvSpPr/>
          <p:nvPr/>
        </p:nvSpPr>
        <p:spPr>
          <a:xfrm>
            <a:off x="16107290" y="2523365"/>
            <a:ext cx="2845579" cy="447559"/>
          </a:xfrm>
          <a:prstGeom prst="rect">
            <a:avLst/>
          </a:prstGeom>
          <a:solidFill>
            <a:schemeClr val="lt1">
              <a:alpha val="54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/>
              <a:t>linear [CO</a:t>
            </a:r>
            <a:r>
              <a:rPr lang="en-US" sz="3600" baseline="-25000" dirty="0"/>
              <a:t>2</a:t>
            </a:r>
            <a:r>
              <a:rPr lang="en-US" sz="3600" dirty="0"/>
              <a:t>]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C7510FBA-E11B-BE81-2F63-9A277FC0DDB7}"/>
              </a:ext>
            </a:extLst>
          </p:cNvPr>
          <p:cNvCxnSpPr>
            <a:cxnSpLocks/>
          </p:cNvCxnSpPr>
          <p:nvPr/>
        </p:nvCxnSpPr>
        <p:spPr>
          <a:xfrm>
            <a:off x="17110555" y="3267604"/>
            <a:ext cx="1760116" cy="0"/>
          </a:xfrm>
          <a:prstGeom prst="line">
            <a:avLst/>
          </a:prstGeom>
          <a:ln w="66675" cmpd="tri">
            <a:solidFill>
              <a:srgbClr val="945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">
            <a:extLst>
              <a:ext uri="{FF2B5EF4-FFF2-40B4-BE49-F238E27FC236}">
                <a16:creationId xmlns:a16="http://schemas.microsoft.com/office/drawing/2014/main" id="{ACFF5F4E-5BD3-000F-443F-A2C42AB93844}"/>
              </a:ext>
            </a:extLst>
          </p:cNvPr>
          <p:cNvSpPr/>
          <p:nvPr/>
        </p:nvSpPr>
        <p:spPr>
          <a:xfrm>
            <a:off x="14392589" y="31456099"/>
            <a:ext cx="7552588" cy="48591"/>
          </a:xfrm>
          <a:prstGeom prst="rect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000000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Sun">
            <a:extLst>
              <a:ext uri="{FF2B5EF4-FFF2-40B4-BE49-F238E27FC236}">
                <a16:creationId xmlns:a16="http://schemas.microsoft.com/office/drawing/2014/main" id="{900E4282-9302-93A8-25BF-69660BEAC714}"/>
              </a:ext>
            </a:extLst>
          </p:cNvPr>
          <p:cNvSpPr/>
          <p:nvPr/>
        </p:nvSpPr>
        <p:spPr>
          <a:xfrm>
            <a:off x="13122478" y="28754347"/>
            <a:ext cx="1276658" cy="12766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8912" y="3909"/>
                </a:lnTo>
                <a:cubicBezTo>
                  <a:pt x="9458" y="3767"/>
                  <a:pt x="10107" y="3684"/>
                  <a:pt x="10795" y="3684"/>
                </a:cubicBezTo>
                <a:cubicBezTo>
                  <a:pt x="11488" y="3684"/>
                  <a:pt x="12138" y="3766"/>
                  <a:pt x="12695" y="3914"/>
                </a:cubicBezTo>
                <a:lnTo>
                  <a:pt x="10800" y="0"/>
                </a:lnTo>
                <a:close/>
                <a:moveTo>
                  <a:pt x="18430" y="3160"/>
                </a:moveTo>
                <a:lnTo>
                  <a:pt x="14332" y="4591"/>
                </a:lnTo>
                <a:cubicBezTo>
                  <a:pt x="14828" y="4880"/>
                  <a:pt x="15340" y="5278"/>
                  <a:pt x="15826" y="5764"/>
                </a:cubicBezTo>
                <a:cubicBezTo>
                  <a:pt x="16317" y="6255"/>
                  <a:pt x="16717" y="6774"/>
                  <a:pt x="17006" y="7265"/>
                </a:cubicBezTo>
                <a:lnTo>
                  <a:pt x="18430" y="3160"/>
                </a:lnTo>
                <a:close/>
                <a:moveTo>
                  <a:pt x="3160" y="3172"/>
                </a:moveTo>
                <a:lnTo>
                  <a:pt x="4591" y="7270"/>
                </a:lnTo>
                <a:cubicBezTo>
                  <a:pt x="4880" y="6773"/>
                  <a:pt x="5278" y="6260"/>
                  <a:pt x="5764" y="5774"/>
                </a:cubicBezTo>
                <a:cubicBezTo>
                  <a:pt x="6255" y="5283"/>
                  <a:pt x="6774" y="4885"/>
                  <a:pt x="7265" y="4596"/>
                </a:cubicBezTo>
                <a:lnTo>
                  <a:pt x="3160" y="3172"/>
                </a:lnTo>
                <a:close/>
                <a:moveTo>
                  <a:pt x="10800" y="4661"/>
                </a:moveTo>
                <a:cubicBezTo>
                  <a:pt x="7400" y="4661"/>
                  <a:pt x="4633" y="7427"/>
                  <a:pt x="4633" y="10827"/>
                </a:cubicBezTo>
                <a:cubicBezTo>
                  <a:pt x="4633" y="14227"/>
                  <a:pt x="7400" y="16994"/>
                  <a:pt x="10800" y="16994"/>
                </a:cubicBezTo>
                <a:cubicBezTo>
                  <a:pt x="14200" y="16994"/>
                  <a:pt x="16967" y="14227"/>
                  <a:pt x="16967" y="10827"/>
                </a:cubicBezTo>
                <a:cubicBezTo>
                  <a:pt x="16967" y="7427"/>
                  <a:pt x="14200" y="4661"/>
                  <a:pt x="10800" y="4661"/>
                </a:cubicBezTo>
                <a:close/>
                <a:moveTo>
                  <a:pt x="3914" y="8907"/>
                </a:moveTo>
                <a:lnTo>
                  <a:pt x="0" y="10800"/>
                </a:lnTo>
                <a:lnTo>
                  <a:pt x="3909" y="12688"/>
                </a:lnTo>
                <a:cubicBezTo>
                  <a:pt x="3767" y="12137"/>
                  <a:pt x="3684" y="11493"/>
                  <a:pt x="3684" y="10805"/>
                </a:cubicBezTo>
                <a:cubicBezTo>
                  <a:pt x="3684" y="10112"/>
                  <a:pt x="3766" y="9464"/>
                  <a:pt x="3914" y="8907"/>
                </a:cubicBezTo>
                <a:close/>
                <a:moveTo>
                  <a:pt x="17693" y="8907"/>
                </a:moveTo>
                <a:cubicBezTo>
                  <a:pt x="17835" y="9458"/>
                  <a:pt x="17916" y="10102"/>
                  <a:pt x="17916" y="10790"/>
                </a:cubicBezTo>
                <a:cubicBezTo>
                  <a:pt x="17916" y="11483"/>
                  <a:pt x="17835" y="12131"/>
                  <a:pt x="17688" y="12688"/>
                </a:cubicBezTo>
                <a:lnTo>
                  <a:pt x="21600" y="10795"/>
                </a:lnTo>
                <a:lnTo>
                  <a:pt x="17693" y="8907"/>
                </a:lnTo>
                <a:close/>
                <a:moveTo>
                  <a:pt x="17011" y="14332"/>
                </a:moveTo>
                <a:cubicBezTo>
                  <a:pt x="16722" y="14828"/>
                  <a:pt x="16323" y="15340"/>
                  <a:pt x="15838" y="15826"/>
                </a:cubicBezTo>
                <a:cubicBezTo>
                  <a:pt x="15346" y="16317"/>
                  <a:pt x="14828" y="16717"/>
                  <a:pt x="14337" y="17006"/>
                </a:cubicBezTo>
                <a:lnTo>
                  <a:pt x="18440" y="18430"/>
                </a:lnTo>
                <a:lnTo>
                  <a:pt x="17011" y="14332"/>
                </a:lnTo>
                <a:close/>
                <a:moveTo>
                  <a:pt x="4596" y="14337"/>
                </a:moveTo>
                <a:lnTo>
                  <a:pt x="3172" y="18440"/>
                </a:lnTo>
                <a:lnTo>
                  <a:pt x="7270" y="17011"/>
                </a:lnTo>
                <a:cubicBezTo>
                  <a:pt x="6773" y="16722"/>
                  <a:pt x="6260" y="16323"/>
                  <a:pt x="5774" y="15838"/>
                </a:cubicBezTo>
                <a:cubicBezTo>
                  <a:pt x="5283" y="15346"/>
                  <a:pt x="4885" y="14828"/>
                  <a:pt x="4596" y="14337"/>
                </a:cubicBezTo>
                <a:close/>
                <a:moveTo>
                  <a:pt x="8907" y="17688"/>
                </a:moveTo>
                <a:lnTo>
                  <a:pt x="10800" y="21600"/>
                </a:lnTo>
                <a:lnTo>
                  <a:pt x="12688" y="17693"/>
                </a:lnTo>
                <a:cubicBezTo>
                  <a:pt x="12142" y="17835"/>
                  <a:pt x="11493" y="17916"/>
                  <a:pt x="10805" y="17916"/>
                </a:cubicBezTo>
                <a:cubicBezTo>
                  <a:pt x="10112" y="17916"/>
                  <a:pt x="9464" y="17835"/>
                  <a:pt x="8907" y="17688"/>
                </a:cubicBezTo>
                <a:close/>
              </a:path>
            </a:pathLst>
          </a:custGeom>
          <a:solidFill>
            <a:srgbClr val="FFD479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594E454A-BEB2-427C-7728-90717126CE35}"/>
              </a:ext>
            </a:extLst>
          </p:cNvPr>
          <p:cNvSpPr/>
          <p:nvPr/>
        </p:nvSpPr>
        <p:spPr>
          <a:xfrm>
            <a:off x="14303268" y="29879192"/>
            <a:ext cx="928943" cy="1565529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" name="Line">
            <a:extLst>
              <a:ext uri="{FF2B5EF4-FFF2-40B4-BE49-F238E27FC236}">
                <a16:creationId xmlns:a16="http://schemas.microsoft.com/office/drawing/2014/main" id="{314C345F-71A7-EE0D-3F16-E2932E264187}"/>
              </a:ext>
            </a:extLst>
          </p:cNvPr>
          <p:cNvSpPr/>
          <p:nvPr/>
        </p:nvSpPr>
        <p:spPr>
          <a:xfrm flipV="1">
            <a:off x="16111996" y="30284102"/>
            <a:ext cx="877131" cy="467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04D2A34F-145E-C891-579B-E27F6E4F8684}"/>
              </a:ext>
            </a:extLst>
          </p:cNvPr>
          <p:cNvSpPr/>
          <p:nvPr/>
        </p:nvSpPr>
        <p:spPr>
          <a:xfrm>
            <a:off x="21855875" y="30218866"/>
            <a:ext cx="591566" cy="2093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80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76200">
            <a:solidFill>
              <a:srgbClr val="5E5E5E"/>
            </a:solidFill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Shape">
            <a:extLst>
              <a:ext uri="{FF2B5EF4-FFF2-40B4-BE49-F238E27FC236}">
                <a16:creationId xmlns:a16="http://schemas.microsoft.com/office/drawing/2014/main" id="{82091F50-2474-0AAB-1E06-EAD1EA7DDA2F}"/>
              </a:ext>
            </a:extLst>
          </p:cNvPr>
          <p:cNvSpPr/>
          <p:nvPr/>
        </p:nvSpPr>
        <p:spPr>
          <a:xfrm>
            <a:off x="20848983" y="30567858"/>
            <a:ext cx="591566" cy="2093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80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76200">
            <a:solidFill>
              <a:srgbClr val="5E5E5E"/>
            </a:solidFill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Volcano">
            <a:extLst>
              <a:ext uri="{FF2B5EF4-FFF2-40B4-BE49-F238E27FC236}">
                <a16:creationId xmlns:a16="http://schemas.microsoft.com/office/drawing/2014/main" id="{DC346D06-8DA3-9F65-77A8-1F30C844B065}"/>
              </a:ext>
            </a:extLst>
          </p:cNvPr>
          <p:cNvSpPr/>
          <p:nvPr/>
        </p:nvSpPr>
        <p:spPr>
          <a:xfrm>
            <a:off x="15745644" y="31068441"/>
            <a:ext cx="766355" cy="3294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53" y="0"/>
                </a:moveTo>
                <a:cubicBezTo>
                  <a:pt x="9378" y="0"/>
                  <a:pt x="9303" y="84"/>
                  <a:pt x="9260" y="235"/>
                </a:cubicBezTo>
                <a:cubicBezTo>
                  <a:pt x="5303" y="13781"/>
                  <a:pt x="0" y="21600"/>
                  <a:pt x="0" y="21600"/>
                </a:cubicBezTo>
                <a:lnTo>
                  <a:pt x="21600" y="21600"/>
                </a:lnTo>
                <a:cubicBezTo>
                  <a:pt x="21600" y="21600"/>
                  <a:pt x="16303" y="13781"/>
                  <a:pt x="12340" y="235"/>
                </a:cubicBezTo>
                <a:cubicBezTo>
                  <a:pt x="12297" y="84"/>
                  <a:pt x="12227" y="0"/>
                  <a:pt x="12147" y="0"/>
                </a:cubicBezTo>
                <a:lnTo>
                  <a:pt x="9453" y="0"/>
                </a:lnTo>
                <a:close/>
                <a:moveTo>
                  <a:pt x="9759" y="1223"/>
                </a:moveTo>
                <a:lnTo>
                  <a:pt x="11856" y="1223"/>
                </a:lnTo>
                <a:cubicBezTo>
                  <a:pt x="11931" y="1223"/>
                  <a:pt x="12002" y="1312"/>
                  <a:pt x="12039" y="1462"/>
                </a:cubicBezTo>
                <a:cubicBezTo>
                  <a:pt x="12346" y="2588"/>
                  <a:pt x="12765" y="4040"/>
                  <a:pt x="13034" y="4753"/>
                </a:cubicBezTo>
                <a:cubicBezTo>
                  <a:pt x="13276" y="5391"/>
                  <a:pt x="12921" y="5903"/>
                  <a:pt x="12684" y="5390"/>
                </a:cubicBezTo>
                <a:cubicBezTo>
                  <a:pt x="12475" y="4927"/>
                  <a:pt x="12270" y="4251"/>
                  <a:pt x="12147" y="3838"/>
                </a:cubicBezTo>
                <a:cubicBezTo>
                  <a:pt x="12012" y="3401"/>
                  <a:pt x="11803" y="3587"/>
                  <a:pt x="11846" y="4100"/>
                </a:cubicBezTo>
                <a:cubicBezTo>
                  <a:pt x="11943" y="5276"/>
                  <a:pt x="12416" y="8667"/>
                  <a:pt x="12540" y="9530"/>
                </a:cubicBezTo>
                <a:cubicBezTo>
                  <a:pt x="12669" y="10393"/>
                  <a:pt x="12260" y="10619"/>
                  <a:pt x="12147" y="9944"/>
                </a:cubicBezTo>
                <a:cubicBezTo>
                  <a:pt x="11889" y="8405"/>
                  <a:pt x="11454" y="4966"/>
                  <a:pt x="11303" y="3315"/>
                </a:cubicBezTo>
                <a:cubicBezTo>
                  <a:pt x="11260" y="2802"/>
                  <a:pt x="10974" y="2911"/>
                  <a:pt x="10974" y="3424"/>
                </a:cubicBezTo>
                <a:cubicBezTo>
                  <a:pt x="10974" y="3937"/>
                  <a:pt x="11050" y="5765"/>
                  <a:pt x="11130" y="7716"/>
                </a:cubicBezTo>
                <a:cubicBezTo>
                  <a:pt x="11168" y="8579"/>
                  <a:pt x="10679" y="8730"/>
                  <a:pt x="10646" y="7704"/>
                </a:cubicBezTo>
                <a:cubicBezTo>
                  <a:pt x="10625" y="7004"/>
                  <a:pt x="10599" y="6540"/>
                  <a:pt x="10582" y="5965"/>
                </a:cubicBezTo>
                <a:cubicBezTo>
                  <a:pt x="10561" y="5277"/>
                  <a:pt x="10292" y="5288"/>
                  <a:pt x="10211" y="5863"/>
                </a:cubicBezTo>
                <a:cubicBezTo>
                  <a:pt x="9974" y="7564"/>
                  <a:pt x="9845" y="8130"/>
                  <a:pt x="9710" y="8642"/>
                </a:cubicBezTo>
                <a:cubicBezTo>
                  <a:pt x="9528" y="9343"/>
                  <a:pt x="9183" y="8918"/>
                  <a:pt x="9307" y="8267"/>
                </a:cubicBezTo>
                <a:cubicBezTo>
                  <a:pt x="9495" y="7304"/>
                  <a:pt x="9894" y="4676"/>
                  <a:pt x="10050" y="3287"/>
                </a:cubicBezTo>
                <a:cubicBezTo>
                  <a:pt x="10104" y="2812"/>
                  <a:pt x="9904" y="2526"/>
                  <a:pt x="9759" y="3014"/>
                </a:cubicBezTo>
                <a:cubicBezTo>
                  <a:pt x="9496" y="3889"/>
                  <a:pt x="9394" y="4265"/>
                  <a:pt x="9055" y="5066"/>
                </a:cubicBezTo>
                <a:cubicBezTo>
                  <a:pt x="8856" y="5529"/>
                  <a:pt x="8550" y="5063"/>
                  <a:pt x="8732" y="4413"/>
                </a:cubicBezTo>
                <a:cubicBezTo>
                  <a:pt x="9044" y="3312"/>
                  <a:pt x="9350" y="2399"/>
                  <a:pt x="9571" y="1474"/>
                </a:cubicBezTo>
                <a:cubicBezTo>
                  <a:pt x="9609" y="1311"/>
                  <a:pt x="9684" y="1223"/>
                  <a:pt x="9759" y="1223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Connection Line">
            <a:extLst>
              <a:ext uri="{FF2B5EF4-FFF2-40B4-BE49-F238E27FC236}">
                <a16:creationId xmlns:a16="http://schemas.microsoft.com/office/drawing/2014/main" id="{BDD1DA89-CDCA-798E-3FE2-CB92DEC6D7E4}"/>
              </a:ext>
            </a:extLst>
          </p:cNvPr>
          <p:cNvSpPr/>
          <p:nvPr/>
        </p:nvSpPr>
        <p:spPr>
          <a:xfrm>
            <a:off x="15845777" y="30288583"/>
            <a:ext cx="308627" cy="6513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229" h="21600" extrusionOk="0">
                <a:moveTo>
                  <a:pt x="13586" y="21600"/>
                </a:moveTo>
                <a:cubicBezTo>
                  <a:pt x="-5371" y="7994"/>
                  <a:pt x="-4490" y="794"/>
                  <a:pt x="16229" y="0"/>
                </a:cubicBez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" name="Line">
            <a:extLst>
              <a:ext uri="{FF2B5EF4-FFF2-40B4-BE49-F238E27FC236}">
                <a16:creationId xmlns:a16="http://schemas.microsoft.com/office/drawing/2014/main" id="{142D32E0-081B-5F15-8D27-B93AE8C0BE61}"/>
              </a:ext>
            </a:extLst>
          </p:cNvPr>
          <p:cNvSpPr/>
          <p:nvPr/>
        </p:nvSpPr>
        <p:spPr>
          <a:xfrm flipV="1">
            <a:off x="17096704" y="29169044"/>
            <a:ext cx="186546" cy="931519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" name="Line">
            <a:extLst>
              <a:ext uri="{FF2B5EF4-FFF2-40B4-BE49-F238E27FC236}">
                <a16:creationId xmlns:a16="http://schemas.microsoft.com/office/drawing/2014/main" id="{DE48D753-CCC3-AA13-ADB7-6A9AA01E13ED}"/>
              </a:ext>
            </a:extLst>
          </p:cNvPr>
          <p:cNvSpPr/>
          <p:nvPr/>
        </p:nvSpPr>
        <p:spPr>
          <a:xfrm>
            <a:off x="20087018" y="30752824"/>
            <a:ext cx="214958" cy="657829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" name="Line">
            <a:extLst>
              <a:ext uri="{FF2B5EF4-FFF2-40B4-BE49-F238E27FC236}">
                <a16:creationId xmlns:a16="http://schemas.microsoft.com/office/drawing/2014/main" id="{4D2BAAC4-9E16-72E2-7FCA-3BC742428F06}"/>
              </a:ext>
            </a:extLst>
          </p:cNvPr>
          <p:cNvSpPr/>
          <p:nvPr/>
        </p:nvSpPr>
        <p:spPr>
          <a:xfrm flipV="1">
            <a:off x="21440548" y="29208513"/>
            <a:ext cx="278923" cy="1163316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" name="Gear">
            <a:extLst>
              <a:ext uri="{FF2B5EF4-FFF2-40B4-BE49-F238E27FC236}">
                <a16:creationId xmlns:a16="http://schemas.microsoft.com/office/drawing/2014/main" id="{42E66E29-A0AF-2890-6801-BA2443F53837}"/>
              </a:ext>
            </a:extLst>
          </p:cNvPr>
          <p:cNvSpPr/>
          <p:nvPr/>
        </p:nvSpPr>
        <p:spPr>
          <a:xfrm>
            <a:off x="19515844" y="30208705"/>
            <a:ext cx="637759" cy="6349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9384" y="0"/>
                </a:moveTo>
                <a:cubicBezTo>
                  <a:pt x="9373" y="0"/>
                  <a:pt x="9237" y="27"/>
                  <a:pt x="9075" y="54"/>
                </a:cubicBezTo>
                <a:lnTo>
                  <a:pt x="7468" y="445"/>
                </a:lnTo>
                <a:cubicBezTo>
                  <a:pt x="7312" y="494"/>
                  <a:pt x="7177" y="531"/>
                  <a:pt x="7166" y="537"/>
                </a:cubicBezTo>
                <a:cubicBezTo>
                  <a:pt x="7161" y="542"/>
                  <a:pt x="7154" y="677"/>
                  <a:pt x="7154" y="840"/>
                </a:cubicBezTo>
                <a:lnTo>
                  <a:pt x="7166" y="1761"/>
                </a:lnTo>
                <a:cubicBezTo>
                  <a:pt x="7166" y="1924"/>
                  <a:pt x="7047" y="2119"/>
                  <a:pt x="6902" y="2190"/>
                </a:cubicBezTo>
                <a:lnTo>
                  <a:pt x="6151" y="2574"/>
                </a:lnTo>
                <a:cubicBezTo>
                  <a:pt x="6006" y="2655"/>
                  <a:pt x="5778" y="2644"/>
                  <a:pt x="5649" y="2547"/>
                </a:cubicBezTo>
                <a:lnTo>
                  <a:pt x="4900" y="2010"/>
                </a:lnTo>
                <a:cubicBezTo>
                  <a:pt x="4765" y="1913"/>
                  <a:pt x="4651" y="1842"/>
                  <a:pt x="4645" y="1848"/>
                </a:cubicBezTo>
                <a:cubicBezTo>
                  <a:pt x="4640" y="1853"/>
                  <a:pt x="4527" y="1941"/>
                  <a:pt x="4398" y="2044"/>
                </a:cubicBezTo>
                <a:lnTo>
                  <a:pt x="3162" y="3116"/>
                </a:lnTo>
                <a:cubicBezTo>
                  <a:pt x="3043" y="3230"/>
                  <a:pt x="2941" y="3327"/>
                  <a:pt x="2936" y="3333"/>
                </a:cubicBezTo>
                <a:cubicBezTo>
                  <a:pt x="2930" y="3338"/>
                  <a:pt x="2990" y="3462"/>
                  <a:pt x="3065" y="3609"/>
                </a:cubicBezTo>
                <a:lnTo>
                  <a:pt x="3490" y="4401"/>
                </a:lnTo>
                <a:cubicBezTo>
                  <a:pt x="3566" y="4548"/>
                  <a:pt x="3551" y="4769"/>
                  <a:pt x="3448" y="4899"/>
                </a:cubicBezTo>
                <a:lnTo>
                  <a:pt x="2909" y="5648"/>
                </a:lnTo>
                <a:cubicBezTo>
                  <a:pt x="2817" y="5783"/>
                  <a:pt x="2612" y="5879"/>
                  <a:pt x="2450" y="5858"/>
                </a:cubicBezTo>
                <a:lnTo>
                  <a:pt x="1548" y="5739"/>
                </a:lnTo>
                <a:cubicBezTo>
                  <a:pt x="1386" y="5717"/>
                  <a:pt x="1251" y="5707"/>
                  <a:pt x="1246" y="5712"/>
                </a:cubicBezTo>
                <a:cubicBezTo>
                  <a:pt x="1241" y="5717"/>
                  <a:pt x="1181" y="5848"/>
                  <a:pt x="1111" y="6000"/>
                </a:cubicBezTo>
                <a:lnTo>
                  <a:pt x="518" y="7483"/>
                </a:lnTo>
                <a:cubicBezTo>
                  <a:pt x="464" y="7640"/>
                  <a:pt x="420" y="7776"/>
                  <a:pt x="415" y="7781"/>
                </a:cubicBezTo>
                <a:cubicBezTo>
                  <a:pt x="415" y="7792"/>
                  <a:pt x="523" y="7874"/>
                  <a:pt x="658" y="7966"/>
                </a:cubicBezTo>
                <a:lnTo>
                  <a:pt x="1381" y="8454"/>
                </a:lnTo>
                <a:cubicBezTo>
                  <a:pt x="1516" y="8546"/>
                  <a:pt x="1602" y="8752"/>
                  <a:pt x="1570" y="8914"/>
                </a:cubicBezTo>
                <a:lnTo>
                  <a:pt x="1420" y="9944"/>
                </a:lnTo>
                <a:cubicBezTo>
                  <a:pt x="1404" y="10106"/>
                  <a:pt x="1263" y="10291"/>
                  <a:pt x="1106" y="10345"/>
                </a:cubicBezTo>
                <a:lnTo>
                  <a:pt x="280" y="10648"/>
                </a:lnTo>
                <a:cubicBezTo>
                  <a:pt x="123" y="10702"/>
                  <a:pt x="0" y="10758"/>
                  <a:pt x="0" y="10769"/>
                </a:cubicBezTo>
                <a:cubicBezTo>
                  <a:pt x="0" y="10779"/>
                  <a:pt x="6" y="10919"/>
                  <a:pt x="17" y="11082"/>
                </a:cubicBezTo>
                <a:lnTo>
                  <a:pt x="167" y="12626"/>
                </a:lnTo>
                <a:cubicBezTo>
                  <a:pt x="194" y="12789"/>
                  <a:pt x="210" y="12930"/>
                  <a:pt x="216" y="12941"/>
                </a:cubicBezTo>
                <a:cubicBezTo>
                  <a:pt x="216" y="12952"/>
                  <a:pt x="350" y="12974"/>
                  <a:pt x="518" y="12990"/>
                </a:cubicBezTo>
                <a:lnTo>
                  <a:pt x="1354" y="13082"/>
                </a:lnTo>
                <a:cubicBezTo>
                  <a:pt x="1516" y="13098"/>
                  <a:pt x="1688" y="13245"/>
                  <a:pt x="1737" y="13402"/>
                </a:cubicBezTo>
                <a:lnTo>
                  <a:pt x="2121" y="14501"/>
                </a:lnTo>
                <a:cubicBezTo>
                  <a:pt x="2181" y="14653"/>
                  <a:pt x="2142" y="14881"/>
                  <a:pt x="2028" y="15000"/>
                </a:cubicBezTo>
                <a:lnTo>
                  <a:pt x="1457" y="15624"/>
                </a:lnTo>
                <a:cubicBezTo>
                  <a:pt x="1349" y="15743"/>
                  <a:pt x="1258" y="15850"/>
                  <a:pt x="1263" y="15856"/>
                </a:cubicBezTo>
                <a:cubicBezTo>
                  <a:pt x="1268" y="15861"/>
                  <a:pt x="1338" y="15986"/>
                  <a:pt x="1425" y="16127"/>
                </a:cubicBezTo>
                <a:lnTo>
                  <a:pt x="2256" y="17380"/>
                </a:lnTo>
                <a:cubicBezTo>
                  <a:pt x="2353" y="17510"/>
                  <a:pt x="2440" y="17623"/>
                  <a:pt x="2445" y="17634"/>
                </a:cubicBezTo>
                <a:cubicBezTo>
                  <a:pt x="2450" y="17639"/>
                  <a:pt x="2579" y="17595"/>
                  <a:pt x="2730" y="17535"/>
                </a:cubicBezTo>
                <a:lnTo>
                  <a:pt x="3490" y="17232"/>
                </a:lnTo>
                <a:cubicBezTo>
                  <a:pt x="3641" y="17173"/>
                  <a:pt x="3863" y="17216"/>
                  <a:pt x="3976" y="17336"/>
                </a:cubicBezTo>
                <a:lnTo>
                  <a:pt x="4905" y="18192"/>
                </a:lnTo>
                <a:cubicBezTo>
                  <a:pt x="5029" y="18295"/>
                  <a:pt x="5100" y="18511"/>
                  <a:pt x="5062" y="18673"/>
                </a:cubicBezTo>
                <a:lnTo>
                  <a:pt x="4851" y="19476"/>
                </a:lnTo>
                <a:cubicBezTo>
                  <a:pt x="4808" y="19633"/>
                  <a:pt x="4780" y="19769"/>
                  <a:pt x="4785" y="19774"/>
                </a:cubicBezTo>
                <a:cubicBezTo>
                  <a:pt x="4791" y="19780"/>
                  <a:pt x="4915" y="19850"/>
                  <a:pt x="5055" y="19937"/>
                </a:cubicBezTo>
                <a:lnTo>
                  <a:pt x="6345" y="20631"/>
                </a:lnTo>
                <a:cubicBezTo>
                  <a:pt x="6491" y="20701"/>
                  <a:pt x="6621" y="20761"/>
                  <a:pt x="6632" y="20766"/>
                </a:cubicBezTo>
                <a:cubicBezTo>
                  <a:pt x="6637" y="20772"/>
                  <a:pt x="6735" y="20668"/>
                  <a:pt x="6843" y="20543"/>
                </a:cubicBezTo>
                <a:lnTo>
                  <a:pt x="7370" y="19932"/>
                </a:lnTo>
                <a:cubicBezTo>
                  <a:pt x="7478" y="19807"/>
                  <a:pt x="7694" y="19742"/>
                  <a:pt x="7851" y="19791"/>
                </a:cubicBezTo>
                <a:lnTo>
                  <a:pt x="9136" y="20116"/>
                </a:lnTo>
                <a:cubicBezTo>
                  <a:pt x="9298" y="20149"/>
                  <a:pt x="9459" y="20306"/>
                  <a:pt x="9497" y="20468"/>
                </a:cubicBezTo>
                <a:lnTo>
                  <a:pt x="9680" y="21259"/>
                </a:lnTo>
                <a:cubicBezTo>
                  <a:pt x="9718" y="21422"/>
                  <a:pt x="9756" y="21552"/>
                  <a:pt x="9761" y="21552"/>
                </a:cubicBezTo>
                <a:cubicBezTo>
                  <a:pt x="9767" y="21552"/>
                  <a:pt x="9911" y="21562"/>
                  <a:pt x="10073" y="21573"/>
                </a:cubicBezTo>
                <a:lnTo>
                  <a:pt x="10500" y="21595"/>
                </a:lnTo>
                <a:cubicBezTo>
                  <a:pt x="10662" y="21600"/>
                  <a:pt x="10931" y="21600"/>
                  <a:pt x="11098" y="21595"/>
                </a:cubicBezTo>
                <a:lnTo>
                  <a:pt x="11525" y="21573"/>
                </a:lnTo>
                <a:cubicBezTo>
                  <a:pt x="11687" y="21562"/>
                  <a:pt x="11828" y="21552"/>
                  <a:pt x="11839" y="21552"/>
                </a:cubicBezTo>
                <a:cubicBezTo>
                  <a:pt x="11849" y="21552"/>
                  <a:pt x="11882" y="21416"/>
                  <a:pt x="11920" y="21259"/>
                </a:cubicBezTo>
                <a:lnTo>
                  <a:pt x="12103" y="20468"/>
                </a:lnTo>
                <a:cubicBezTo>
                  <a:pt x="12141" y="20306"/>
                  <a:pt x="12302" y="20149"/>
                  <a:pt x="12464" y="20116"/>
                </a:cubicBezTo>
                <a:lnTo>
                  <a:pt x="13749" y="19791"/>
                </a:lnTo>
                <a:cubicBezTo>
                  <a:pt x="13906" y="19742"/>
                  <a:pt x="14120" y="19807"/>
                  <a:pt x="14228" y="19932"/>
                </a:cubicBezTo>
                <a:lnTo>
                  <a:pt x="14757" y="20543"/>
                </a:lnTo>
                <a:cubicBezTo>
                  <a:pt x="14865" y="20668"/>
                  <a:pt x="14957" y="20767"/>
                  <a:pt x="14968" y="20766"/>
                </a:cubicBezTo>
                <a:cubicBezTo>
                  <a:pt x="14974" y="20761"/>
                  <a:pt x="15102" y="20701"/>
                  <a:pt x="15253" y="20631"/>
                </a:cubicBezTo>
                <a:lnTo>
                  <a:pt x="16543" y="19937"/>
                </a:lnTo>
                <a:cubicBezTo>
                  <a:pt x="16683" y="19850"/>
                  <a:pt x="16802" y="19780"/>
                  <a:pt x="16813" y="19774"/>
                </a:cubicBezTo>
                <a:cubicBezTo>
                  <a:pt x="16818" y="19769"/>
                  <a:pt x="16792" y="19633"/>
                  <a:pt x="16749" y="19476"/>
                </a:cubicBezTo>
                <a:lnTo>
                  <a:pt x="16538" y="18673"/>
                </a:lnTo>
                <a:cubicBezTo>
                  <a:pt x="16495" y="18516"/>
                  <a:pt x="16565" y="18301"/>
                  <a:pt x="16695" y="18192"/>
                </a:cubicBezTo>
                <a:lnTo>
                  <a:pt x="17622" y="17336"/>
                </a:lnTo>
                <a:cubicBezTo>
                  <a:pt x="17736" y="17216"/>
                  <a:pt x="17957" y="17173"/>
                  <a:pt x="18108" y="17232"/>
                </a:cubicBezTo>
                <a:lnTo>
                  <a:pt x="18868" y="17535"/>
                </a:lnTo>
                <a:cubicBezTo>
                  <a:pt x="19019" y="17595"/>
                  <a:pt x="19150" y="17639"/>
                  <a:pt x="19155" y="17634"/>
                </a:cubicBezTo>
                <a:cubicBezTo>
                  <a:pt x="19160" y="17628"/>
                  <a:pt x="19247" y="17515"/>
                  <a:pt x="19344" y="17380"/>
                </a:cubicBezTo>
                <a:lnTo>
                  <a:pt x="20175" y="16127"/>
                </a:lnTo>
                <a:cubicBezTo>
                  <a:pt x="20262" y="15986"/>
                  <a:pt x="20332" y="15861"/>
                  <a:pt x="20337" y="15856"/>
                </a:cubicBezTo>
                <a:cubicBezTo>
                  <a:pt x="20342" y="15850"/>
                  <a:pt x="20256" y="15743"/>
                  <a:pt x="20143" y="15624"/>
                </a:cubicBezTo>
                <a:lnTo>
                  <a:pt x="19570" y="14989"/>
                </a:lnTo>
                <a:cubicBezTo>
                  <a:pt x="19462" y="14869"/>
                  <a:pt x="19419" y="14642"/>
                  <a:pt x="19479" y="14491"/>
                </a:cubicBezTo>
                <a:lnTo>
                  <a:pt x="19862" y="13390"/>
                </a:lnTo>
                <a:cubicBezTo>
                  <a:pt x="19910" y="13233"/>
                  <a:pt x="20082" y="13088"/>
                  <a:pt x="20244" y="13072"/>
                </a:cubicBezTo>
                <a:lnTo>
                  <a:pt x="21081" y="12978"/>
                </a:lnTo>
                <a:cubicBezTo>
                  <a:pt x="21243" y="12962"/>
                  <a:pt x="21379" y="12940"/>
                  <a:pt x="21384" y="12929"/>
                </a:cubicBezTo>
                <a:cubicBezTo>
                  <a:pt x="21384" y="12918"/>
                  <a:pt x="21404" y="12784"/>
                  <a:pt x="21431" y="12616"/>
                </a:cubicBezTo>
                <a:lnTo>
                  <a:pt x="21583" y="11072"/>
                </a:lnTo>
                <a:cubicBezTo>
                  <a:pt x="21594" y="10909"/>
                  <a:pt x="21600" y="10767"/>
                  <a:pt x="21600" y="10757"/>
                </a:cubicBezTo>
                <a:cubicBezTo>
                  <a:pt x="21584" y="10757"/>
                  <a:pt x="21460" y="10702"/>
                  <a:pt x="21303" y="10648"/>
                </a:cubicBezTo>
                <a:lnTo>
                  <a:pt x="20477" y="10345"/>
                </a:lnTo>
                <a:cubicBezTo>
                  <a:pt x="20321" y="10291"/>
                  <a:pt x="20180" y="10106"/>
                  <a:pt x="20163" y="9944"/>
                </a:cubicBezTo>
                <a:lnTo>
                  <a:pt x="20013" y="8914"/>
                </a:lnTo>
                <a:cubicBezTo>
                  <a:pt x="19981" y="8752"/>
                  <a:pt x="20067" y="8546"/>
                  <a:pt x="20202" y="8454"/>
                </a:cubicBezTo>
                <a:lnTo>
                  <a:pt x="20926" y="7966"/>
                </a:lnTo>
                <a:cubicBezTo>
                  <a:pt x="21060" y="7874"/>
                  <a:pt x="21174" y="7792"/>
                  <a:pt x="21168" y="7781"/>
                </a:cubicBezTo>
                <a:cubicBezTo>
                  <a:pt x="21168" y="7770"/>
                  <a:pt x="21119" y="7640"/>
                  <a:pt x="21065" y="7483"/>
                </a:cubicBezTo>
                <a:lnTo>
                  <a:pt x="20472" y="6000"/>
                </a:lnTo>
                <a:cubicBezTo>
                  <a:pt x="20402" y="5848"/>
                  <a:pt x="20342" y="5723"/>
                  <a:pt x="20337" y="5712"/>
                </a:cubicBezTo>
                <a:cubicBezTo>
                  <a:pt x="20332" y="5701"/>
                  <a:pt x="20197" y="5717"/>
                  <a:pt x="20035" y="5739"/>
                </a:cubicBezTo>
                <a:lnTo>
                  <a:pt x="19133" y="5858"/>
                </a:lnTo>
                <a:cubicBezTo>
                  <a:pt x="18971" y="5879"/>
                  <a:pt x="18761" y="5788"/>
                  <a:pt x="18674" y="5648"/>
                </a:cubicBezTo>
                <a:lnTo>
                  <a:pt x="18135" y="4899"/>
                </a:lnTo>
                <a:cubicBezTo>
                  <a:pt x="18032" y="4769"/>
                  <a:pt x="18017" y="4548"/>
                  <a:pt x="18093" y="4401"/>
                </a:cubicBezTo>
                <a:lnTo>
                  <a:pt x="18518" y="3609"/>
                </a:lnTo>
                <a:cubicBezTo>
                  <a:pt x="18593" y="3462"/>
                  <a:pt x="18653" y="3338"/>
                  <a:pt x="18647" y="3333"/>
                </a:cubicBezTo>
                <a:cubicBezTo>
                  <a:pt x="18642" y="3327"/>
                  <a:pt x="18540" y="3230"/>
                  <a:pt x="18422" y="3116"/>
                </a:cubicBezTo>
                <a:lnTo>
                  <a:pt x="17186" y="2044"/>
                </a:lnTo>
                <a:cubicBezTo>
                  <a:pt x="17056" y="1941"/>
                  <a:pt x="16943" y="1853"/>
                  <a:pt x="16938" y="1848"/>
                </a:cubicBezTo>
                <a:cubicBezTo>
                  <a:pt x="16932" y="1842"/>
                  <a:pt x="16813" y="1918"/>
                  <a:pt x="16683" y="2010"/>
                </a:cubicBezTo>
                <a:lnTo>
                  <a:pt x="15934" y="2547"/>
                </a:lnTo>
                <a:cubicBezTo>
                  <a:pt x="15800" y="2644"/>
                  <a:pt x="15572" y="2655"/>
                  <a:pt x="15432" y="2574"/>
                </a:cubicBezTo>
                <a:lnTo>
                  <a:pt x="14682" y="2190"/>
                </a:lnTo>
                <a:cubicBezTo>
                  <a:pt x="14531" y="2119"/>
                  <a:pt x="14411" y="1929"/>
                  <a:pt x="14417" y="1761"/>
                </a:cubicBezTo>
                <a:lnTo>
                  <a:pt x="14429" y="840"/>
                </a:lnTo>
                <a:cubicBezTo>
                  <a:pt x="14429" y="677"/>
                  <a:pt x="14428" y="537"/>
                  <a:pt x="14417" y="537"/>
                </a:cubicBezTo>
                <a:cubicBezTo>
                  <a:pt x="14411" y="531"/>
                  <a:pt x="14272" y="494"/>
                  <a:pt x="14115" y="445"/>
                </a:cubicBezTo>
                <a:lnTo>
                  <a:pt x="12508" y="54"/>
                </a:lnTo>
                <a:cubicBezTo>
                  <a:pt x="12346" y="22"/>
                  <a:pt x="12205" y="0"/>
                  <a:pt x="12200" y="0"/>
                </a:cubicBezTo>
                <a:cubicBezTo>
                  <a:pt x="12189" y="0"/>
                  <a:pt x="12125" y="120"/>
                  <a:pt x="12049" y="266"/>
                </a:cubicBezTo>
                <a:lnTo>
                  <a:pt x="11628" y="1096"/>
                </a:lnTo>
                <a:cubicBezTo>
                  <a:pt x="11552" y="1242"/>
                  <a:pt x="11358" y="1355"/>
                  <a:pt x="11196" y="1350"/>
                </a:cubicBezTo>
                <a:lnTo>
                  <a:pt x="10387" y="1350"/>
                </a:lnTo>
                <a:cubicBezTo>
                  <a:pt x="10225" y="1355"/>
                  <a:pt x="10025" y="1242"/>
                  <a:pt x="9955" y="1096"/>
                </a:cubicBezTo>
                <a:lnTo>
                  <a:pt x="9534" y="266"/>
                </a:lnTo>
                <a:cubicBezTo>
                  <a:pt x="9458" y="120"/>
                  <a:pt x="9394" y="0"/>
                  <a:pt x="9384" y="0"/>
                </a:cubicBezTo>
                <a:close/>
                <a:moveTo>
                  <a:pt x="10792" y="5820"/>
                </a:moveTo>
                <a:cubicBezTo>
                  <a:pt x="13533" y="5820"/>
                  <a:pt x="15761" y="8053"/>
                  <a:pt x="15761" y="10811"/>
                </a:cubicBezTo>
                <a:cubicBezTo>
                  <a:pt x="15761" y="13569"/>
                  <a:pt x="13533" y="15801"/>
                  <a:pt x="10792" y="15801"/>
                </a:cubicBezTo>
                <a:cubicBezTo>
                  <a:pt x="8051" y="15801"/>
                  <a:pt x="5822" y="13569"/>
                  <a:pt x="5822" y="10811"/>
                </a:cubicBezTo>
                <a:cubicBezTo>
                  <a:pt x="5822" y="8053"/>
                  <a:pt x="8045" y="5820"/>
                  <a:pt x="10792" y="5820"/>
                </a:cubicBezTo>
                <a:close/>
                <a:moveTo>
                  <a:pt x="10792" y="7592"/>
                </a:moveTo>
                <a:cubicBezTo>
                  <a:pt x="9016" y="7592"/>
                  <a:pt x="7581" y="9033"/>
                  <a:pt x="7581" y="10816"/>
                </a:cubicBezTo>
                <a:cubicBezTo>
                  <a:pt x="7581" y="12593"/>
                  <a:pt x="9016" y="14040"/>
                  <a:pt x="10792" y="14040"/>
                </a:cubicBezTo>
                <a:cubicBezTo>
                  <a:pt x="12567" y="14040"/>
                  <a:pt x="14002" y="12599"/>
                  <a:pt x="14002" y="10816"/>
                </a:cubicBezTo>
                <a:cubicBezTo>
                  <a:pt x="14002" y="9033"/>
                  <a:pt x="12567" y="7592"/>
                  <a:pt x="10792" y="7592"/>
                </a:cubicBezTo>
                <a:close/>
              </a:path>
            </a:pathLst>
          </a:custGeom>
          <a:solidFill>
            <a:srgbClr val="7030A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7" name="Gear">
            <a:extLst>
              <a:ext uri="{FF2B5EF4-FFF2-40B4-BE49-F238E27FC236}">
                <a16:creationId xmlns:a16="http://schemas.microsoft.com/office/drawing/2014/main" id="{DFE58EB5-21F4-D0F0-4FE1-C24507FB313F}"/>
              </a:ext>
            </a:extLst>
          </p:cNvPr>
          <p:cNvSpPr/>
          <p:nvPr/>
        </p:nvSpPr>
        <p:spPr>
          <a:xfrm>
            <a:off x="13758358" y="29403794"/>
            <a:ext cx="637756" cy="6349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9384" y="0"/>
                </a:moveTo>
                <a:cubicBezTo>
                  <a:pt x="9373" y="0"/>
                  <a:pt x="9237" y="27"/>
                  <a:pt x="9075" y="54"/>
                </a:cubicBezTo>
                <a:lnTo>
                  <a:pt x="7468" y="445"/>
                </a:lnTo>
                <a:cubicBezTo>
                  <a:pt x="7312" y="494"/>
                  <a:pt x="7177" y="531"/>
                  <a:pt x="7166" y="537"/>
                </a:cubicBezTo>
                <a:cubicBezTo>
                  <a:pt x="7161" y="542"/>
                  <a:pt x="7154" y="677"/>
                  <a:pt x="7154" y="840"/>
                </a:cubicBezTo>
                <a:lnTo>
                  <a:pt x="7166" y="1761"/>
                </a:lnTo>
                <a:cubicBezTo>
                  <a:pt x="7166" y="1924"/>
                  <a:pt x="7047" y="2119"/>
                  <a:pt x="6902" y="2190"/>
                </a:cubicBezTo>
                <a:lnTo>
                  <a:pt x="6151" y="2574"/>
                </a:lnTo>
                <a:cubicBezTo>
                  <a:pt x="6006" y="2655"/>
                  <a:pt x="5778" y="2644"/>
                  <a:pt x="5649" y="2547"/>
                </a:cubicBezTo>
                <a:lnTo>
                  <a:pt x="4900" y="2010"/>
                </a:lnTo>
                <a:cubicBezTo>
                  <a:pt x="4765" y="1913"/>
                  <a:pt x="4651" y="1842"/>
                  <a:pt x="4645" y="1848"/>
                </a:cubicBezTo>
                <a:cubicBezTo>
                  <a:pt x="4640" y="1853"/>
                  <a:pt x="4527" y="1941"/>
                  <a:pt x="4398" y="2044"/>
                </a:cubicBezTo>
                <a:lnTo>
                  <a:pt x="3162" y="3116"/>
                </a:lnTo>
                <a:cubicBezTo>
                  <a:pt x="3043" y="3230"/>
                  <a:pt x="2941" y="3327"/>
                  <a:pt x="2936" y="3333"/>
                </a:cubicBezTo>
                <a:cubicBezTo>
                  <a:pt x="2930" y="3338"/>
                  <a:pt x="2990" y="3462"/>
                  <a:pt x="3065" y="3609"/>
                </a:cubicBezTo>
                <a:lnTo>
                  <a:pt x="3490" y="4401"/>
                </a:lnTo>
                <a:cubicBezTo>
                  <a:pt x="3566" y="4548"/>
                  <a:pt x="3551" y="4769"/>
                  <a:pt x="3448" y="4899"/>
                </a:cubicBezTo>
                <a:lnTo>
                  <a:pt x="2909" y="5648"/>
                </a:lnTo>
                <a:cubicBezTo>
                  <a:pt x="2817" y="5783"/>
                  <a:pt x="2612" y="5879"/>
                  <a:pt x="2450" y="5858"/>
                </a:cubicBezTo>
                <a:lnTo>
                  <a:pt x="1548" y="5739"/>
                </a:lnTo>
                <a:cubicBezTo>
                  <a:pt x="1386" y="5717"/>
                  <a:pt x="1251" y="5707"/>
                  <a:pt x="1246" y="5712"/>
                </a:cubicBezTo>
                <a:cubicBezTo>
                  <a:pt x="1241" y="5717"/>
                  <a:pt x="1181" y="5848"/>
                  <a:pt x="1111" y="6000"/>
                </a:cubicBezTo>
                <a:lnTo>
                  <a:pt x="518" y="7483"/>
                </a:lnTo>
                <a:cubicBezTo>
                  <a:pt x="464" y="7640"/>
                  <a:pt x="420" y="7776"/>
                  <a:pt x="415" y="7781"/>
                </a:cubicBezTo>
                <a:cubicBezTo>
                  <a:pt x="415" y="7792"/>
                  <a:pt x="523" y="7874"/>
                  <a:pt x="658" y="7966"/>
                </a:cubicBezTo>
                <a:lnTo>
                  <a:pt x="1381" y="8454"/>
                </a:lnTo>
                <a:cubicBezTo>
                  <a:pt x="1516" y="8546"/>
                  <a:pt x="1602" y="8752"/>
                  <a:pt x="1570" y="8914"/>
                </a:cubicBezTo>
                <a:lnTo>
                  <a:pt x="1420" y="9944"/>
                </a:lnTo>
                <a:cubicBezTo>
                  <a:pt x="1404" y="10106"/>
                  <a:pt x="1263" y="10291"/>
                  <a:pt x="1106" y="10345"/>
                </a:cubicBezTo>
                <a:lnTo>
                  <a:pt x="280" y="10648"/>
                </a:lnTo>
                <a:cubicBezTo>
                  <a:pt x="123" y="10702"/>
                  <a:pt x="0" y="10758"/>
                  <a:pt x="0" y="10769"/>
                </a:cubicBezTo>
                <a:cubicBezTo>
                  <a:pt x="0" y="10779"/>
                  <a:pt x="6" y="10919"/>
                  <a:pt x="17" y="11082"/>
                </a:cubicBezTo>
                <a:lnTo>
                  <a:pt x="167" y="12626"/>
                </a:lnTo>
                <a:cubicBezTo>
                  <a:pt x="194" y="12789"/>
                  <a:pt x="210" y="12930"/>
                  <a:pt x="216" y="12941"/>
                </a:cubicBezTo>
                <a:cubicBezTo>
                  <a:pt x="216" y="12952"/>
                  <a:pt x="350" y="12974"/>
                  <a:pt x="518" y="12990"/>
                </a:cubicBezTo>
                <a:lnTo>
                  <a:pt x="1354" y="13082"/>
                </a:lnTo>
                <a:cubicBezTo>
                  <a:pt x="1516" y="13098"/>
                  <a:pt x="1688" y="13245"/>
                  <a:pt x="1737" y="13402"/>
                </a:cubicBezTo>
                <a:lnTo>
                  <a:pt x="2121" y="14501"/>
                </a:lnTo>
                <a:cubicBezTo>
                  <a:pt x="2181" y="14653"/>
                  <a:pt x="2142" y="14881"/>
                  <a:pt x="2028" y="15000"/>
                </a:cubicBezTo>
                <a:lnTo>
                  <a:pt x="1457" y="15624"/>
                </a:lnTo>
                <a:cubicBezTo>
                  <a:pt x="1349" y="15743"/>
                  <a:pt x="1258" y="15850"/>
                  <a:pt x="1263" y="15856"/>
                </a:cubicBezTo>
                <a:cubicBezTo>
                  <a:pt x="1268" y="15861"/>
                  <a:pt x="1338" y="15986"/>
                  <a:pt x="1425" y="16127"/>
                </a:cubicBezTo>
                <a:lnTo>
                  <a:pt x="2256" y="17380"/>
                </a:lnTo>
                <a:cubicBezTo>
                  <a:pt x="2353" y="17510"/>
                  <a:pt x="2440" y="17623"/>
                  <a:pt x="2445" y="17634"/>
                </a:cubicBezTo>
                <a:cubicBezTo>
                  <a:pt x="2450" y="17639"/>
                  <a:pt x="2579" y="17595"/>
                  <a:pt x="2730" y="17535"/>
                </a:cubicBezTo>
                <a:lnTo>
                  <a:pt x="3490" y="17232"/>
                </a:lnTo>
                <a:cubicBezTo>
                  <a:pt x="3641" y="17173"/>
                  <a:pt x="3863" y="17216"/>
                  <a:pt x="3976" y="17336"/>
                </a:cubicBezTo>
                <a:lnTo>
                  <a:pt x="4905" y="18192"/>
                </a:lnTo>
                <a:cubicBezTo>
                  <a:pt x="5029" y="18295"/>
                  <a:pt x="5100" y="18511"/>
                  <a:pt x="5062" y="18673"/>
                </a:cubicBezTo>
                <a:lnTo>
                  <a:pt x="4851" y="19476"/>
                </a:lnTo>
                <a:cubicBezTo>
                  <a:pt x="4808" y="19633"/>
                  <a:pt x="4780" y="19769"/>
                  <a:pt x="4785" y="19774"/>
                </a:cubicBezTo>
                <a:cubicBezTo>
                  <a:pt x="4791" y="19780"/>
                  <a:pt x="4915" y="19850"/>
                  <a:pt x="5055" y="19937"/>
                </a:cubicBezTo>
                <a:lnTo>
                  <a:pt x="6345" y="20631"/>
                </a:lnTo>
                <a:cubicBezTo>
                  <a:pt x="6491" y="20701"/>
                  <a:pt x="6621" y="20761"/>
                  <a:pt x="6632" y="20766"/>
                </a:cubicBezTo>
                <a:cubicBezTo>
                  <a:pt x="6637" y="20772"/>
                  <a:pt x="6735" y="20668"/>
                  <a:pt x="6843" y="20543"/>
                </a:cubicBezTo>
                <a:lnTo>
                  <a:pt x="7370" y="19932"/>
                </a:lnTo>
                <a:cubicBezTo>
                  <a:pt x="7478" y="19807"/>
                  <a:pt x="7694" y="19742"/>
                  <a:pt x="7851" y="19791"/>
                </a:cubicBezTo>
                <a:lnTo>
                  <a:pt x="9136" y="20116"/>
                </a:lnTo>
                <a:cubicBezTo>
                  <a:pt x="9298" y="20149"/>
                  <a:pt x="9459" y="20306"/>
                  <a:pt x="9497" y="20468"/>
                </a:cubicBezTo>
                <a:lnTo>
                  <a:pt x="9680" y="21259"/>
                </a:lnTo>
                <a:cubicBezTo>
                  <a:pt x="9718" y="21422"/>
                  <a:pt x="9756" y="21552"/>
                  <a:pt x="9761" y="21552"/>
                </a:cubicBezTo>
                <a:cubicBezTo>
                  <a:pt x="9767" y="21552"/>
                  <a:pt x="9911" y="21562"/>
                  <a:pt x="10073" y="21573"/>
                </a:cubicBezTo>
                <a:lnTo>
                  <a:pt x="10500" y="21595"/>
                </a:lnTo>
                <a:cubicBezTo>
                  <a:pt x="10662" y="21600"/>
                  <a:pt x="10931" y="21600"/>
                  <a:pt x="11098" y="21595"/>
                </a:cubicBezTo>
                <a:lnTo>
                  <a:pt x="11525" y="21573"/>
                </a:lnTo>
                <a:cubicBezTo>
                  <a:pt x="11687" y="21562"/>
                  <a:pt x="11828" y="21552"/>
                  <a:pt x="11839" y="21552"/>
                </a:cubicBezTo>
                <a:cubicBezTo>
                  <a:pt x="11849" y="21552"/>
                  <a:pt x="11882" y="21416"/>
                  <a:pt x="11920" y="21259"/>
                </a:cubicBezTo>
                <a:lnTo>
                  <a:pt x="12103" y="20468"/>
                </a:lnTo>
                <a:cubicBezTo>
                  <a:pt x="12141" y="20306"/>
                  <a:pt x="12302" y="20149"/>
                  <a:pt x="12464" y="20116"/>
                </a:cubicBezTo>
                <a:lnTo>
                  <a:pt x="13749" y="19791"/>
                </a:lnTo>
                <a:cubicBezTo>
                  <a:pt x="13906" y="19742"/>
                  <a:pt x="14120" y="19807"/>
                  <a:pt x="14228" y="19932"/>
                </a:cubicBezTo>
                <a:lnTo>
                  <a:pt x="14757" y="20543"/>
                </a:lnTo>
                <a:cubicBezTo>
                  <a:pt x="14865" y="20668"/>
                  <a:pt x="14957" y="20767"/>
                  <a:pt x="14968" y="20766"/>
                </a:cubicBezTo>
                <a:cubicBezTo>
                  <a:pt x="14974" y="20761"/>
                  <a:pt x="15102" y="20701"/>
                  <a:pt x="15253" y="20631"/>
                </a:cubicBezTo>
                <a:lnTo>
                  <a:pt x="16543" y="19937"/>
                </a:lnTo>
                <a:cubicBezTo>
                  <a:pt x="16683" y="19850"/>
                  <a:pt x="16802" y="19780"/>
                  <a:pt x="16813" y="19774"/>
                </a:cubicBezTo>
                <a:cubicBezTo>
                  <a:pt x="16818" y="19769"/>
                  <a:pt x="16792" y="19633"/>
                  <a:pt x="16749" y="19476"/>
                </a:cubicBezTo>
                <a:lnTo>
                  <a:pt x="16538" y="18673"/>
                </a:lnTo>
                <a:cubicBezTo>
                  <a:pt x="16495" y="18516"/>
                  <a:pt x="16565" y="18301"/>
                  <a:pt x="16695" y="18192"/>
                </a:cubicBezTo>
                <a:lnTo>
                  <a:pt x="17622" y="17336"/>
                </a:lnTo>
                <a:cubicBezTo>
                  <a:pt x="17736" y="17216"/>
                  <a:pt x="17957" y="17173"/>
                  <a:pt x="18108" y="17232"/>
                </a:cubicBezTo>
                <a:lnTo>
                  <a:pt x="18868" y="17535"/>
                </a:lnTo>
                <a:cubicBezTo>
                  <a:pt x="19019" y="17595"/>
                  <a:pt x="19150" y="17639"/>
                  <a:pt x="19155" y="17634"/>
                </a:cubicBezTo>
                <a:cubicBezTo>
                  <a:pt x="19160" y="17628"/>
                  <a:pt x="19247" y="17515"/>
                  <a:pt x="19344" y="17380"/>
                </a:cubicBezTo>
                <a:lnTo>
                  <a:pt x="20175" y="16127"/>
                </a:lnTo>
                <a:cubicBezTo>
                  <a:pt x="20262" y="15986"/>
                  <a:pt x="20332" y="15861"/>
                  <a:pt x="20337" y="15856"/>
                </a:cubicBezTo>
                <a:cubicBezTo>
                  <a:pt x="20342" y="15850"/>
                  <a:pt x="20256" y="15743"/>
                  <a:pt x="20143" y="15624"/>
                </a:cubicBezTo>
                <a:lnTo>
                  <a:pt x="19570" y="14989"/>
                </a:lnTo>
                <a:cubicBezTo>
                  <a:pt x="19462" y="14869"/>
                  <a:pt x="19419" y="14642"/>
                  <a:pt x="19479" y="14491"/>
                </a:cubicBezTo>
                <a:lnTo>
                  <a:pt x="19862" y="13390"/>
                </a:lnTo>
                <a:cubicBezTo>
                  <a:pt x="19910" y="13233"/>
                  <a:pt x="20082" y="13088"/>
                  <a:pt x="20244" y="13072"/>
                </a:cubicBezTo>
                <a:lnTo>
                  <a:pt x="21081" y="12978"/>
                </a:lnTo>
                <a:cubicBezTo>
                  <a:pt x="21243" y="12962"/>
                  <a:pt x="21379" y="12940"/>
                  <a:pt x="21384" y="12929"/>
                </a:cubicBezTo>
                <a:cubicBezTo>
                  <a:pt x="21384" y="12918"/>
                  <a:pt x="21404" y="12784"/>
                  <a:pt x="21431" y="12616"/>
                </a:cubicBezTo>
                <a:lnTo>
                  <a:pt x="21583" y="11072"/>
                </a:lnTo>
                <a:cubicBezTo>
                  <a:pt x="21594" y="10909"/>
                  <a:pt x="21600" y="10767"/>
                  <a:pt x="21600" y="10757"/>
                </a:cubicBezTo>
                <a:cubicBezTo>
                  <a:pt x="21584" y="10757"/>
                  <a:pt x="21460" y="10702"/>
                  <a:pt x="21303" y="10648"/>
                </a:cubicBezTo>
                <a:lnTo>
                  <a:pt x="20477" y="10345"/>
                </a:lnTo>
                <a:cubicBezTo>
                  <a:pt x="20321" y="10291"/>
                  <a:pt x="20180" y="10106"/>
                  <a:pt x="20163" y="9944"/>
                </a:cubicBezTo>
                <a:lnTo>
                  <a:pt x="20013" y="8914"/>
                </a:lnTo>
                <a:cubicBezTo>
                  <a:pt x="19981" y="8752"/>
                  <a:pt x="20067" y="8546"/>
                  <a:pt x="20202" y="8454"/>
                </a:cubicBezTo>
                <a:lnTo>
                  <a:pt x="20926" y="7966"/>
                </a:lnTo>
                <a:cubicBezTo>
                  <a:pt x="21060" y="7874"/>
                  <a:pt x="21174" y="7792"/>
                  <a:pt x="21168" y="7781"/>
                </a:cubicBezTo>
                <a:cubicBezTo>
                  <a:pt x="21168" y="7770"/>
                  <a:pt x="21119" y="7640"/>
                  <a:pt x="21065" y="7483"/>
                </a:cubicBezTo>
                <a:lnTo>
                  <a:pt x="20472" y="6000"/>
                </a:lnTo>
                <a:cubicBezTo>
                  <a:pt x="20402" y="5848"/>
                  <a:pt x="20342" y="5723"/>
                  <a:pt x="20337" y="5712"/>
                </a:cubicBezTo>
                <a:cubicBezTo>
                  <a:pt x="20332" y="5701"/>
                  <a:pt x="20197" y="5717"/>
                  <a:pt x="20035" y="5739"/>
                </a:cubicBezTo>
                <a:lnTo>
                  <a:pt x="19133" y="5858"/>
                </a:lnTo>
                <a:cubicBezTo>
                  <a:pt x="18971" y="5879"/>
                  <a:pt x="18761" y="5788"/>
                  <a:pt x="18674" y="5648"/>
                </a:cubicBezTo>
                <a:lnTo>
                  <a:pt x="18135" y="4899"/>
                </a:lnTo>
                <a:cubicBezTo>
                  <a:pt x="18032" y="4769"/>
                  <a:pt x="18017" y="4548"/>
                  <a:pt x="18093" y="4401"/>
                </a:cubicBezTo>
                <a:lnTo>
                  <a:pt x="18518" y="3609"/>
                </a:lnTo>
                <a:cubicBezTo>
                  <a:pt x="18593" y="3462"/>
                  <a:pt x="18653" y="3338"/>
                  <a:pt x="18647" y="3333"/>
                </a:cubicBezTo>
                <a:cubicBezTo>
                  <a:pt x="18642" y="3327"/>
                  <a:pt x="18540" y="3230"/>
                  <a:pt x="18422" y="3116"/>
                </a:cubicBezTo>
                <a:lnTo>
                  <a:pt x="17186" y="2044"/>
                </a:lnTo>
                <a:cubicBezTo>
                  <a:pt x="17056" y="1941"/>
                  <a:pt x="16943" y="1853"/>
                  <a:pt x="16938" y="1848"/>
                </a:cubicBezTo>
                <a:cubicBezTo>
                  <a:pt x="16932" y="1842"/>
                  <a:pt x="16813" y="1918"/>
                  <a:pt x="16683" y="2010"/>
                </a:cubicBezTo>
                <a:lnTo>
                  <a:pt x="15934" y="2547"/>
                </a:lnTo>
                <a:cubicBezTo>
                  <a:pt x="15800" y="2644"/>
                  <a:pt x="15572" y="2655"/>
                  <a:pt x="15432" y="2574"/>
                </a:cubicBezTo>
                <a:lnTo>
                  <a:pt x="14682" y="2190"/>
                </a:lnTo>
                <a:cubicBezTo>
                  <a:pt x="14531" y="2119"/>
                  <a:pt x="14411" y="1929"/>
                  <a:pt x="14417" y="1761"/>
                </a:cubicBezTo>
                <a:lnTo>
                  <a:pt x="14429" y="840"/>
                </a:lnTo>
                <a:cubicBezTo>
                  <a:pt x="14429" y="677"/>
                  <a:pt x="14428" y="537"/>
                  <a:pt x="14417" y="537"/>
                </a:cubicBezTo>
                <a:cubicBezTo>
                  <a:pt x="14411" y="531"/>
                  <a:pt x="14272" y="494"/>
                  <a:pt x="14115" y="445"/>
                </a:cubicBezTo>
                <a:lnTo>
                  <a:pt x="12508" y="54"/>
                </a:lnTo>
                <a:cubicBezTo>
                  <a:pt x="12346" y="22"/>
                  <a:pt x="12205" y="0"/>
                  <a:pt x="12200" y="0"/>
                </a:cubicBezTo>
                <a:cubicBezTo>
                  <a:pt x="12189" y="0"/>
                  <a:pt x="12125" y="120"/>
                  <a:pt x="12049" y="266"/>
                </a:cubicBezTo>
                <a:lnTo>
                  <a:pt x="11628" y="1096"/>
                </a:lnTo>
                <a:cubicBezTo>
                  <a:pt x="11552" y="1242"/>
                  <a:pt x="11358" y="1355"/>
                  <a:pt x="11196" y="1350"/>
                </a:cubicBezTo>
                <a:lnTo>
                  <a:pt x="10387" y="1350"/>
                </a:lnTo>
                <a:cubicBezTo>
                  <a:pt x="10225" y="1355"/>
                  <a:pt x="10025" y="1242"/>
                  <a:pt x="9955" y="1096"/>
                </a:cubicBezTo>
                <a:lnTo>
                  <a:pt x="9534" y="266"/>
                </a:lnTo>
                <a:cubicBezTo>
                  <a:pt x="9458" y="120"/>
                  <a:pt x="9394" y="0"/>
                  <a:pt x="9384" y="0"/>
                </a:cubicBezTo>
                <a:close/>
                <a:moveTo>
                  <a:pt x="10792" y="5820"/>
                </a:moveTo>
                <a:cubicBezTo>
                  <a:pt x="13533" y="5820"/>
                  <a:pt x="15761" y="8053"/>
                  <a:pt x="15761" y="10811"/>
                </a:cubicBezTo>
                <a:cubicBezTo>
                  <a:pt x="15761" y="13569"/>
                  <a:pt x="13533" y="15801"/>
                  <a:pt x="10792" y="15801"/>
                </a:cubicBezTo>
                <a:cubicBezTo>
                  <a:pt x="8051" y="15801"/>
                  <a:pt x="5822" y="13569"/>
                  <a:pt x="5822" y="10811"/>
                </a:cubicBezTo>
                <a:cubicBezTo>
                  <a:pt x="5822" y="8053"/>
                  <a:pt x="8045" y="5820"/>
                  <a:pt x="10792" y="5820"/>
                </a:cubicBezTo>
                <a:close/>
                <a:moveTo>
                  <a:pt x="10792" y="7592"/>
                </a:moveTo>
                <a:cubicBezTo>
                  <a:pt x="9016" y="7592"/>
                  <a:pt x="7581" y="9033"/>
                  <a:pt x="7581" y="10816"/>
                </a:cubicBezTo>
                <a:cubicBezTo>
                  <a:pt x="7581" y="12593"/>
                  <a:pt x="9016" y="14040"/>
                  <a:pt x="10792" y="14040"/>
                </a:cubicBezTo>
                <a:cubicBezTo>
                  <a:pt x="12567" y="14040"/>
                  <a:pt x="14002" y="12599"/>
                  <a:pt x="14002" y="10816"/>
                </a:cubicBezTo>
                <a:cubicBezTo>
                  <a:pt x="14002" y="9033"/>
                  <a:pt x="12567" y="7592"/>
                  <a:pt x="10792" y="7592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8" name="Gear">
            <a:extLst>
              <a:ext uri="{FF2B5EF4-FFF2-40B4-BE49-F238E27FC236}">
                <a16:creationId xmlns:a16="http://schemas.microsoft.com/office/drawing/2014/main" id="{6E48932D-A926-8489-927B-82E9B3105B86}"/>
              </a:ext>
            </a:extLst>
          </p:cNvPr>
          <p:cNvSpPr/>
          <p:nvPr/>
        </p:nvSpPr>
        <p:spPr>
          <a:xfrm>
            <a:off x="16736277" y="30002003"/>
            <a:ext cx="637759" cy="6349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9384" y="0"/>
                </a:moveTo>
                <a:cubicBezTo>
                  <a:pt x="9373" y="0"/>
                  <a:pt x="9237" y="27"/>
                  <a:pt x="9075" y="54"/>
                </a:cubicBezTo>
                <a:lnTo>
                  <a:pt x="7468" y="445"/>
                </a:lnTo>
                <a:cubicBezTo>
                  <a:pt x="7312" y="494"/>
                  <a:pt x="7177" y="531"/>
                  <a:pt x="7166" y="537"/>
                </a:cubicBezTo>
                <a:cubicBezTo>
                  <a:pt x="7161" y="542"/>
                  <a:pt x="7154" y="677"/>
                  <a:pt x="7154" y="840"/>
                </a:cubicBezTo>
                <a:lnTo>
                  <a:pt x="7166" y="1761"/>
                </a:lnTo>
                <a:cubicBezTo>
                  <a:pt x="7166" y="1924"/>
                  <a:pt x="7047" y="2119"/>
                  <a:pt x="6902" y="2190"/>
                </a:cubicBezTo>
                <a:lnTo>
                  <a:pt x="6151" y="2574"/>
                </a:lnTo>
                <a:cubicBezTo>
                  <a:pt x="6006" y="2655"/>
                  <a:pt x="5778" y="2644"/>
                  <a:pt x="5649" y="2547"/>
                </a:cubicBezTo>
                <a:lnTo>
                  <a:pt x="4900" y="2010"/>
                </a:lnTo>
                <a:cubicBezTo>
                  <a:pt x="4765" y="1913"/>
                  <a:pt x="4651" y="1842"/>
                  <a:pt x="4645" y="1848"/>
                </a:cubicBezTo>
                <a:cubicBezTo>
                  <a:pt x="4640" y="1853"/>
                  <a:pt x="4527" y="1941"/>
                  <a:pt x="4398" y="2044"/>
                </a:cubicBezTo>
                <a:lnTo>
                  <a:pt x="3162" y="3116"/>
                </a:lnTo>
                <a:cubicBezTo>
                  <a:pt x="3043" y="3230"/>
                  <a:pt x="2941" y="3327"/>
                  <a:pt x="2936" y="3333"/>
                </a:cubicBezTo>
                <a:cubicBezTo>
                  <a:pt x="2930" y="3338"/>
                  <a:pt x="2990" y="3462"/>
                  <a:pt x="3065" y="3609"/>
                </a:cubicBezTo>
                <a:lnTo>
                  <a:pt x="3490" y="4401"/>
                </a:lnTo>
                <a:cubicBezTo>
                  <a:pt x="3566" y="4548"/>
                  <a:pt x="3551" y="4769"/>
                  <a:pt x="3448" y="4899"/>
                </a:cubicBezTo>
                <a:lnTo>
                  <a:pt x="2909" y="5648"/>
                </a:lnTo>
                <a:cubicBezTo>
                  <a:pt x="2817" y="5783"/>
                  <a:pt x="2612" y="5879"/>
                  <a:pt x="2450" y="5858"/>
                </a:cubicBezTo>
                <a:lnTo>
                  <a:pt x="1548" y="5739"/>
                </a:lnTo>
                <a:cubicBezTo>
                  <a:pt x="1386" y="5717"/>
                  <a:pt x="1251" y="5707"/>
                  <a:pt x="1246" y="5712"/>
                </a:cubicBezTo>
                <a:cubicBezTo>
                  <a:pt x="1241" y="5717"/>
                  <a:pt x="1181" y="5848"/>
                  <a:pt x="1111" y="6000"/>
                </a:cubicBezTo>
                <a:lnTo>
                  <a:pt x="518" y="7483"/>
                </a:lnTo>
                <a:cubicBezTo>
                  <a:pt x="464" y="7640"/>
                  <a:pt x="420" y="7776"/>
                  <a:pt x="415" y="7781"/>
                </a:cubicBezTo>
                <a:cubicBezTo>
                  <a:pt x="415" y="7792"/>
                  <a:pt x="523" y="7874"/>
                  <a:pt x="658" y="7966"/>
                </a:cubicBezTo>
                <a:lnTo>
                  <a:pt x="1381" y="8454"/>
                </a:lnTo>
                <a:cubicBezTo>
                  <a:pt x="1516" y="8546"/>
                  <a:pt x="1602" y="8752"/>
                  <a:pt x="1570" y="8914"/>
                </a:cubicBezTo>
                <a:lnTo>
                  <a:pt x="1420" y="9944"/>
                </a:lnTo>
                <a:cubicBezTo>
                  <a:pt x="1404" y="10106"/>
                  <a:pt x="1263" y="10291"/>
                  <a:pt x="1106" y="10345"/>
                </a:cubicBezTo>
                <a:lnTo>
                  <a:pt x="280" y="10648"/>
                </a:lnTo>
                <a:cubicBezTo>
                  <a:pt x="123" y="10702"/>
                  <a:pt x="0" y="10758"/>
                  <a:pt x="0" y="10769"/>
                </a:cubicBezTo>
                <a:cubicBezTo>
                  <a:pt x="0" y="10779"/>
                  <a:pt x="6" y="10919"/>
                  <a:pt x="17" y="11082"/>
                </a:cubicBezTo>
                <a:lnTo>
                  <a:pt x="167" y="12626"/>
                </a:lnTo>
                <a:cubicBezTo>
                  <a:pt x="194" y="12789"/>
                  <a:pt x="210" y="12930"/>
                  <a:pt x="216" y="12941"/>
                </a:cubicBezTo>
                <a:cubicBezTo>
                  <a:pt x="216" y="12952"/>
                  <a:pt x="350" y="12974"/>
                  <a:pt x="518" y="12990"/>
                </a:cubicBezTo>
                <a:lnTo>
                  <a:pt x="1354" y="13082"/>
                </a:lnTo>
                <a:cubicBezTo>
                  <a:pt x="1516" y="13098"/>
                  <a:pt x="1688" y="13245"/>
                  <a:pt x="1737" y="13402"/>
                </a:cubicBezTo>
                <a:lnTo>
                  <a:pt x="2121" y="14501"/>
                </a:lnTo>
                <a:cubicBezTo>
                  <a:pt x="2181" y="14653"/>
                  <a:pt x="2142" y="14881"/>
                  <a:pt x="2028" y="15000"/>
                </a:cubicBezTo>
                <a:lnTo>
                  <a:pt x="1457" y="15624"/>
                </a:lnTo>
                <a:cubicBezTo>
                  <a:pt x="1349" y="15743"/>
                  <a:pt x="1258" y="15850"/>
                  <a:pt x="1263" y="15856"/>
                </a:cubicBezTo>
                <a:cubicBezTo>
                  <a:pt x="1268" y="15861"/>
                  <a:pt x="1338" y="15986"/>
                  <a:pt x="1425" y="16127"/>
                </a:cubicBezTo>
                <a:lnTo>
                  <a:pt x="2256" y="17380"/>
                </a:lnTo>
                <a:cubicBezTo>
                  <a:pt x="2353" y="17510"/>
                  <a:pt x="2440" y="17623"/>
                  <a:pt x="2445" y="17634"/>
                </a:cubicBezTo>
                <a:cubicBezTo>
                  <a:pt x="2450" y="17639"/>
                  <a:pt x="2579" y="17595"/>
                  <a:pt x="2730" y="17535"/>
                </a:cubicBezTo>
                <a:lnTo>
                  <a:pt x="3490" y="17232"/>
                </a:lnTo>
                <a:cubicBezTo>
                  <a:pt x="3641" y="17173"/>
                  <a:pt x="3863" y="17216"/>
                  <a:pt x="3976" y="17336"/>
                </a:cubicBezTo>
                <a:lnTo>
                  <a:pt x="4905" y="18192"/>
                </a:lnTo>
                <a:cubicBezTo>
                  <a:pt x="5029" y="18295"/>
                  <a:pt x="5100" y="18511"/>
                  <a:pt x="5062" y="18673"/>
                </a:cubicBezTo>
                <a:lnTo>
                  <a:pt x="4851" y="19476"/>
                </a:lnTo>
                <a:cubicBezTo>
                  <a:pt x="4808" y="19633"/>
                  <a:pt x="4780" y="19769"/>
                  <a:pt x="4785" y="19774"/>
                </a:cubicBezTo>
                <a:cubicBezTo>
                  <a:pt x="4791" y="19780"/>
                  <a:pt x="4915" y="19850"/>
                  <a:pt x="5055" y="19937"/>
                </a:cubicBezTo>
                <a:lnTo>
                  <a:pt x="6345" y="20631"/>
                </a:lnTo>
                <a:cubicBezTo>
                  <a:pt x="6491" y="20701"/>
                  <a:pt x="6621" y="20761"/>
                  <a:pt x="6632" y="20766"/>
                </a:cubicBezTo>
                <a:cubicBezTo>
                  <a:pt x="6637" y="20772"/>
                  <a:pt x="6735" y="20668"/>
                  <a:pt x="6843" y="20543"/>
                </a:cubicBezTo>
                <a:lnTo>
                  <a:pt x="7370" y="19932"/>
                </a:lnTo>
                <a:cubicBezTo>
                  <a:pt x="7478" y="19807"/>
                  <a:pt x="7694" y="19742"/>
                  <a:pt x="7851" y="19791"/>
                </a:cubicBezTo>
                <a:lnTo>
                  <a:pt x="9136" y="20116"/>
                </a:lnTo>
                <a:cubicBezTo>
                  <a:pt x="9298" y="20149"/>
                  <a:pt x="9459" y="20306"/>
                  <a:pt x="9497" y="20468"/>
                </a:cubicBezTo>
                <a:lnTo>
                  <a:pt x="9680" y="21259"/>
                </a:lnTo>
                <a:cubicBezTo>
                  <a:pt x="9718" y="21422"/>
                  <a:pt x="9756" y="21552"/>
                  <a:pt x="9761" y="21552"/>
                </a:cubicBezTo>
                <a:cubicBezTo>
                  <a:pt x="9767" y="21552"/>
                  <a:pt x="9911" y="21562"/>
                  <a:pt x="10073" y="21573"/>
                </a:cubicBezTo>
                <a:lnTo>
                  <a:pt x="10500" y="21595"/>
                </a:lnTo>
                <a:cubicBezTo>
                  <a:pt x="10662" y="21600"/>
                  <a:pt x="10931" y="21600"/>
                  <a:pt x="11098" y="21595"/>
                </a:cubicBezTo>
                <a:lnTo>
                  <a:pt x="11525" y="21573"/>
                </a:lnTo>
                <a:cubicBezTo>
                  <a:pt x="11687" y="21562"/>
                  <a:pt x="11828" y="21552"/>
                  <a:pt x="11839" y="21552"/>
                </a:cubicBezTo>
                <a:cubicBezTo>
                  <a:pt x="11849" y="21552"/>
                  <a:pt x="11882" y="21416"/>
                  <a:pt x="11920" y="21259"/>
                </a:cubicBezTo>
                <a:lnTo>
                  <a:pt x="12103" y="20468"/>
                </a:lnTo>
                <a:cubicBezTo>
                  <a:pt x="12141" y="20306"/>
                  <a:pt x="12302" y="20149"/>
                  <a:pt x="12464" y="20116"/>
                </a:cubicBezTo>
                <a:lnTo>
                  <a:pt x="13749" y="19791"/>
                </a:lnTo>
                <a:cubicBezTo>
                  <a:pt x="13906" y="19742"/>
                  <a:pt x="14120" y="19807"/>
                  <a:pt x="14228" y="19932"/>
                </a:cubicBezTo>
                <a:lnTo>
                  <a:pt x="14757" y="20543"/>
                </a:lnTo>
                <a:cubicBezTo>
                  <a:pt x="14865" y="20668"/>
                  <a:pt x="14957" y="20767"/>
                  <a:pt x="14968" y="20766"/>
                </a:cubicBezTo>
                <a:cubicBezTo>
                  <a:pt x="14974" y="20761"/>
                  <a:pt x="15102" y="20701"/>
                  <a:pt x="15253" y="20631"/>
                </a:cubicBezTo>
                <a:lnTo>
                  <a:pt x="16543" y="19937"/>
                </a:lnTo>
                <a:cubicBezTo>
                  <a:pt x="16683" y="19850"/>
                  <a:pt x="16802" y="19780"/>
                  <a:pt x="16813" y="19774"/>
                </a:cubicBezTo>
                <a:cubicBezTo>
                  <a:pt x="16818" y="19769"/>
                  <a:pt x="16792" y="19633"/>
                  <a:pt x="16749" y="19476"/>
                </a:cubicBezTo>
                <a:lnTo>
                  <a:pt x="16538" y="18673"/>
                </a:lnTo>
                <a:cubicBezTo>
                  <a:pt x="16495" y="18516"/>
                  <a:pt x="16565" y="18301"/>
                  <a:pt x="16695" y="18192"/>
                </a:cubicBezTo>
                <a:lnTo>
                  <a:pt x="17622" y="17336"/>
                </a:lnTo>
                <a:cubicBezTo>
                  <a:pt x="17736" y="17216"/>
                  <a:pt x="17957" y="17173"/>
                  <a:pt x="18108" y="17232"/>
                </a:cubicBezTo>
                <a:lnTo>
                  <a:pt x="18868" y="17535"/>
                </a:lnTo>
                <a:cubicBezTo>
                  <a:pt x="19019" y="17595"/>
                  <a:pt x="19150" y="17639"/>
                  <a:pt x="19155" y="17634"/>
                </a:cubicBezTo>
                <a:cubicBezTo>
                  <a:pt x="19160" y="17628"/>
                  <a:pt x="19247" y="17515"/>
                  <a:pt x="19344" y="17380"/>
                </a:cubicBezTo>
                <a:lnTo>
                  <a:pt x="20175" y="16127"/>
                </a:lnTo>
                <a:cubicBezTo>
                  <a:pt x="20262" y="15986"/>
                  <a:pt x="20332" y="15861"/>
                  <a:pt x="20337" y="15856"/>
                </a:cubicBezTo>
                <a:cubicBezTo>
                  <a:pt x="20342" y="15850"/>
                  <a:pt x="20256" y="15743"/>
                  <a:pt x="20143" y="15624"/>
                </a:cubicBezTo>
                <a:lnTo>
                  <a:pt x="19570" y="14989"/>
                </a:lnTo>
                <a:cubicBezTo>
                  <a:pt x="19462" y="14869"/>
                  <a:pt x="19419" y="14642"/>
                  <a:pt x="19479" y="14491"/>
                </a:cubicBezTo>
                <a:lnTo>
                  <a:pt x="19862" y="13390"/>
                </a:lnTo>
                <a:cubicBezTo>
                  <a:pt x="19910" y="13233"/>
                  <a:pt x="20082" y="13088"/>
                  <a:pt x="20244" y="13072"/>
                </a:cubicBezTo>
                <a:lnTo>
                  <a:pt x="21081" y="12978"/>
                </a:lnTo>
                <a:cubicBezTo>
                  <a:pt x="21243" y="12962"/>
                  <a:pt x="21379" y="12940"/>
                  <a:pt x="21384" y="12929"/>
                </a:cubicBezTo>
                <a:cubicBezTo>
                  <a:pt x="21384" y="12918"/>
                  <a:pt x="21404" y="12784"/>
                  <a:pt x="21431" y="12616"/>
                </a:cubicBezTo>
                <a:lnTo>
                  <a:pt x="21583" y="11072"/>
                </a:lnTo>
                <a:cubicBezTo>
                  <a:pt x="21594" y="10909"/>
                  <a:pt x="21600" y="10767"/>
                  <a:pt x="21600" y="10757"/>
                </a:cubicBezTo>
                <a:cubicBezTo>
                  <a:pt x="21584" y="10757"/>
                  <a:pt x="21460" y="10702"/>
                  <a:pt x="21303" y="10648"/>
                </a:cubicBezTo>
                <a:lnTo>
                  <a:pt x="20477" y="10345"/>
                </a:lnTo>
                <a:cubicBezTo>
                  <a:pt x="20321" y="10291"/>
                  <a:pt x="20180" y="10106"/>
                  <a:pt x="20163" y="9944"/>
                </a:cubicBezTo>
                <a:lnTo>
                  <a:pt x="20013" y="8914"/>
                </a:lnTo>
                <a:cubicBezTo>
                  <a:pt x="19981" y="8752"/>
                  <a:pt x="20067" y="8546"/>
                  <a:pt x="20202" y="8454"/>
                </a:cubicBezTo>
                <a:lnTo>
                  <a:pt x="20926" y="7966"/>
                </a:lnTo>
                <a:cubicBezTo>
                  <a:pt x="21060" y="7874"/>
                  <a:pt x="21174" y="7792"/>
                  <a:pt x="21168" y="7781"/>
                </a:cubicBezTo>
                <a:cubicBezTo>
                  <a:pt x="21168" y="7770"/>
                  <a:pt x="21119" y="7640"/>
                  <a:pt x="21065" y="7483"/>
                </a:cubicBezTo>
                <a:lnTo>
                  <a:pt x="20472" y="6000"/>
                </a:lnTo>
                <a:cubicBezTo>
                  <a:pt x="20402" y="5848"/>
                  <a:pt x="20342" y="5723"/>
                  <a:pt x="20337" y="5712"/>
                </a:cubicBezTo>
                <a:cubicBezTo>
                  <a:pt x="20332" y="5701"/>
                  <a:pt x="20197" y="5717"/>
                  <a:pt x="20035" y="5739"/>
                </a:cubicBezTo>
                <a:lnTo>
                  <a:pt x="19133" y="5858"/>
                </a:lnTo>
                <a:cubicBezTo>
                  <a:pt x="18971" y="5879"/>
                  <a:pt x="18761" y="5788"/>
                  <a:pt x="18674" y="5648"/>
                </a:cubicBezTo>
                <a:lnTo>
                  <a:pt x="18135" y="4899"/>
                </a:lnTo>
                <a:cubicBezTo>
                  <a:pt x="18032" y="4769"/>
                  <a:pt x="18017" y="4548"/>
                  <a:pt x="18093" y="4401"/>
                </a:cubicBezTo>
                <a:lnTo>
                  <a:pt x="18518" y="3609"/>
                </a:lnTo>
                <a:cubicBezTo>
                  <a:pt x="18593" y="3462"/>
                  <a:pt x="18653" y="3338"/>
                  <a:pt x="18647" y="3333"/>
                </a:cubicBezTo>
                <a:cubicBezTo>
                  <a:pt x="18642" y="3327"/>
                  <a:pt x="18540" y="3230"/>
                  <a:pt x="18422" y="3116"/>
                </a:cubicBezTo>
                <a:lnTo>
                  <a:pt x="17186" y="2044"/>
                </a:lnTo>
                <a:cubicBezTo>
                  <a:pt x="17056" y="1941"/>
                  <a:pt x="16943" y="1853"/>
                  <a:pt x="16938" y="1848"/>
                </a:cubicBezTo>
                <a:cubicBezTo>
                  <a:pt x="16932" y="1842"/>
                  <a:pt x="16813" y="1918"/>
                  <a:pt x="16683" y="2010"/>
                </a:cubicBezTo>
                <a:lnTo>
                  <a:pt x="15934" y="2547"/>
                </a:lnTo>
                <a:cubicBezTo>
                  <a:pt x="15800" y="2644"/>
                  <a:pt x="15572" y="2655"/>
                  <a:pt x="15432" y="2574"/>
                </a:cubicBezTo>
                <a:lnTo>
                  <a:pt x="14682" y="2190"/>
                </a:lnTo>
                <a:cubicBezTo>
                  <a:pt x="14531" y="2119"/>
                  <a:pt x="14411" y="1929"/>
                  <a:pt x="14417" y="1761"/>
                </a:cubicBezTo>
                <a:lnTo>
                  <a:pt x="14429" y="840"/>
                </a:lnTo>
                <a:cubicBezTo>
                  <a:pt x="14429" y="677"/>
                  <a:pt x="14428" y="537"/>
                  <a:pt x="14417" y="537"/>
                </a:cubicBezTo>
                <a:cubicBezTo>
                  <a:pt x="14411" y="531"/>
                  <a:pt x="14272" y="494"/>
                  <a:pt x="14115" y="445"/>
                </a:cubicBezTo>
                <a:lnTo>
                  <a:pt x="12508" y="54"/>
                </a:lnTo>
                <a:cubicBezTo>
                  <a:pt x="12346" y="22"/>
                  <a:pt x="12205" y="0"/>
                  <a:pt x="12200" y="0"/>
                </a:cubicBezTo>
                <a:cubicBezTo>
                  <a:pt x="12189" y="0"/>
                  <a:pt x="12125" y="120"/>
                  <a:pt x="12049" y="266"/>
                </a:cubicBezTo>
                <a:lnTo>
                  <a:pt x="11628" y="1096"/>
                </a:lnTo>
                <a:cubicBezTo>
                  <a:pt x="11552" y="1242"/>
                  <a:pt x="11358" y="1355"/>
                  <a:pt x="11196" y="1350"/>
                </a:cubicBezTo>
                <a:lnTo>
                  <a:pt x="10387" y="1350"/>
                </a:lnTo>
                <a:cubicBezTo>
                  <a:pt x="10225" y="1355"/>
                  <a:pt x="10025" y="1242"/>
                  <a:pt x="9955" y="1096"/>
                </a:cubicBezTo>
                <a:lnTo>
                  <a:pt x="9534" y="266"/>
                </a:lnTo>
                <a:cubicBezTo>
                  <a:pt x="9458" y="120"/>
                  <a:pt x="9394" y="0"/>
                  <a:pt x="9384" y="0"/>
                </a:cubicBezTo>
                <a:close/>
                <a:moveTo>
                  <a:pt x="10792" y="5820"/>
                </a:moveTo>
                <a:cubicBezTo>
                  <a:pt x="13533" y="5820"/>
                  <a:pt x="15761" y="8053"/>
                  <a:pt x="15761" y="10811"/>
                </a:cubicBezTo>
                <a:cubicBezTo>
                  <a:pt x="15761" y="13569"/>
                  <a:pt x="13533" y="15801"/>
                  <a:pt x="10792" y="15801"/>
                </a:cubicBezTo>
                <a:cubicBezTo>
                  <a:pt x="8051" y="15801"/>
                  <a:pt x="5822" y="13569"/>
                  <a:pt x="5822" y="10811"/>
                </a:cubicBezTo>
                <a:cubicBezTo>
                  <a:pt x="5822" y="8053"/>
                  <a:pt x="8045" y="5820"/>
                  <a:pt x="10792" y="5820"/>
                </a:cubicBezTo>
                <a:close/>
                <a:moveTo>
                  <a:pt x="10792" y="7592"/>
                </a:moveTo>
                <a:cubicBezTo>
                  <a:pt x="9016" y="7592"/>
                  <a:pt x="7581" y="9033"/>
                  <a:pt x="7581" y="10816"/>
                </a:cubicBezTo>
                <a:cubicBezTo>
                  <a:pt x="7581" y="12593"/>
                  <a:pt x="9016" y="14040"/>
                  <a:pt x="10792" y="14040"/>
                </a:cubicBezTo>
                <a:cubicBezTo>
                  <a:pt x="12567" y="14040"/>
                  <a:pt x="14002" y="12599"/>
                  <a:pt x="14002" y="10816"/>
                </a:cubicBezTo>
                <a:cubicBezTo>
                  <a:pt x="14002" y="9033"/>
                  <a:pt x="12567" y="7592"/>
                  <a:pt x="10792" y="7592"/>
                </a:cubicBezTo>
                <a:close/>
              </a:path>
            </a:pathLst>
          </a:custGeom>
          <a:solidFill>
            <a:srgbClr val="7030A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 dirty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9" name="Gear">
            <a:extLst>
              <a:ext uri="{FF2B5EF4-FFF2-40B4-BE49-F238E27FC236}">
                <a16:creationId xmlns:a16="http://schemas.microsoft.com/office/drawing/2014/main" id="{303FD669-B269-88CD-F6DD-B3E489BC9755}"/>
              </a:ext>
            </a:extLst>
          </p:cNvPr>
          <p:cNvSpPr/>
          <p:nvPr/>
        </p:nvSpPr>
        <p:spPr>
          <a:xfrm>
            <a:off x="21265226" y="30153010"/>
            <a:ext cx="637756" cy="6349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9384" y="0"/>
                </a:moveTo>
                <a:cubicBezTo>
                  <a:pt x="9373" y="0"/>
                  <a:pt x="9237" y="27"/>
                  <a:pt x="9075" y="54"/>
                </a:cubicBezTo>
                <a:lnTo>
                  <a:pt x="7468" y="445"/>
                </a:lnTo>
                <a:cubicBezTo>
                  <a:pt x="7312" y="494"/>
                  <a:pt x="7177" y="531"/>
                  <a:pt x="7166" y="537"/>
                </a:cubicBezTo>
                <a:cubicBezTo>
                  <a:pt x="7161" y="542"/>
                  <a:pt x="7154" y="677"/>
                  <a:pt x="7154" y="840"/>
                </a:cubicBezTo>
                <a:lnTo>
                  <a:pt x="7166" y="1761"/>
                </a:lnTo>
                <a:cubicBezTo>
                  <a:pt x="7166" y="1924"/>
                  <a:pt x="7047" y="2119"/>
                  <a:pt x="6902" y="2190"/>
                </a:cubicBezTo>
                <a:lnTo>
                  <a:pt x="6151" y="2574"/>
                </a:lnTo>
                <a:cubicBezTo>
                  <a:pt x="6006" y="2655"/>
                  <a:pt x="5778" y="2644"/>
                  <a:pt x="5649" y="2547"/>
                </a:cubicBezTo>
                <a:lnTo>
                  <a:pt x="4900" y="2010"/>
                </a:lnTo>
                <a:cubicBezTo>
                  <a:pt x="4765" y="1913"/>
                  <a:pt x="4651" y="1842"/>
                  <a:pt x="4645" y="1848"/>
                </a:cubicBezTo>
                <a:cubicBezTo>
                  <a:pt x="4640" y="1853"/>
                  <a:pt x="4527" y="1941"/>
                  <a:pt x="4398" y="2044"/>
                </a:cubicBezTo>
                <a:lnTo>
                  <a:pt x="3162" y="3116"/>
                </a:lnTo>
                <a:cubicBezTo>
                  <a:pt x="3043" y="3230"/>
                  <a:pt x="2941" y="3327"/>
                  <a:pt x="2936" y="3333"/>
                </a:cubicBezTo>
                <a:cubicBezTo>
                  <a:pt x="2930" y="3338"/>
                  <a:pt x="2990" y="3462"/>
                  <a:pt x="3065" y="3609"/>
                </a:cubicBezTo>
                <a:lnTo>
                  <a:pt x="3490" y="4401"/>
                </a:lnTo>
                <a:cubicBezTo>
                  <a:pt x="3566" y="4548"/>
                  <a:pt x="3551" y="4769"/>
                  <a:pt x="3448" y="4899"/>
                </a:cubicBezTo>
                <a:lnTo>
                  <a:pt x="2909" y="5648"/>
                </a:lnTo>
                <a:cubicBezTo>
                  <a:pt x="2817" y="5783"/>
                  <a:pt x="2612" y="5879"/>
                  <a:pt x="2450" y="5858"/>
                </a:cubicBezTo>
                <a:lnTo>
                  <a:pt x="1548" y="5739"/>
                </a:lnTo>
                <a:cubicBezTo>
                  <a:pt x="1386" y="5717"/>
                  <a:pt x="1251" y="5707"/>
                  <a:pt x="1246" y="5712"/>
                </a:cubicBezTo>
                <a:cubicBezTo>
                  <a:pt x="1241" y="5717"/>
                  <a:pt x="1181" y="5848"/>
                  <a:pt x="1111" y="6000"/>
                </a:cubicBezTo>
                <a:lnTo>
                  <a:pt x="518" y="7483"/>
                </a:lnTo>
                <a:cubicBezTo>
                  <a:pt x="464" y="7640"/>
                  <a:pt x="420" y="7776"/>
                  <a:pt x="415" y="7781"/>
                </a:cubicBezTo>
                <a:cubicBezTo>
                  <a:pt x="415" y="7792"/>
                  <a:pt x="523" y="7874"/>
                  <a:pt x="658" y="7966"/>
                </a:cubicBezTo>
                <a:lnTo>
                  <a:pt x="1381" y="8454"/>
                </a:lnTo>
                <a:cubicBezTo>
                  <a:pt x="1516" y="8546"/>
                  <a:pt x="1602" y="8752"/>
                  <a:pt x="1570" y="8914"/>
                </a:cubicBezTo>
                <a:lnTo>
                  <a:pt x="1420" y="9944"/>
                </a:lnTo>
                <a:cubicBezTo>
                  <a:pt x="1404" y="10106"/>
                  <a:pt x="1263" y="10291"/>
                  <a:pt x="1106" y="10345"/>
                </a:cubicBezTo>
                <a:lnTo>
                  <a:pt x="280" y="10648"/>
                </a:lnTo>
                <a:cubicBezTo>
                  <a:pt x="123" y="10702"/>
                  <a:pt x="0" y="10758"/>
                  <a:pt x="0" y="10769"/>
                </a:cubicBezTo>
                <a:cubicBezTo>
                  <a:pt x="0" y="10779"/>
                  <a:pt x="6" y="10919"/>
                  <a:pt x="17" y="11082"/>
                </a:cubicBezTo>
                <a:lnTo>
                  <a:pt x="167" y="12626"/>
                </a:lnTo>
                <a:cubicBezTo>
                  <a:pt x="194" y="12789"/>
                  <a:pt x="210" y="12930"/>
                  <a:pt x="216" y="12941"/>
                </a:cubicBezTo>
                <a:cubicBezTo>
                  <a:pt x="216" y="12952"/>
                  <a:pt x="350" y="12974"/>
                  <a:pt x="518" y="12990"/>
                </a:cubicBezTo>
                <a:lnTo>
                  <a:pt x="1354" y="13082"/>
                </a:lnTo>
                <a:cubicBezTo>
                  <a:pt x="1516" y="13098"/>
                  <a:pt x="1688" y="13245"/>
                  <a:pt x="1737" y="13402"/>
                </a:cubicBezTo>
                <a:lnTo>
                  <a:pt x="2121" y="14501"/>
                </a:lnTo>
                <a:cubicBezTo>
                  <a:pt x="2181" y="14653"/>
                  <a:pt x="2142" y="14881"/>
                  <a:pt x="2028" y="15000"/>
                </a:cubicBezTo>
                <a:lnTo>
                  <a:pt x="1457" y="15624"/>
                </a:lnTo>
                <a:cubicBezTo>
                  <a:pt x="1349" y="15743"/>
                  <a:pt x="1258" y="15850"/>
                  <a:pt x="1263" y="15856"/>
                </a:cubicBezTo>
                <a:cubicBezTo>
                  <a:pt x="1268" y="15861"/>
                  <a:pt x="1338" y="15986"/>
                  <a:pt x="1425" y="16127"/>
                </a:cubicBezTo>
                <a:lnTo>
                  <a:pt x="2256" y="17380"/>
                </a:lnTo>
                <a:cubicBezTo>
                  <a:pt x="2353" y="17510"/>
                  <a:pt x="2440" y="17623"/>
                  <a:pt x="2445" y="17634"/>
                </a:cubicBezTo>
                <a:cubicBezTo>
                  <a:pt x="2450" y="17639"/>
                  <a:pt x="2579" y="17595"/>
                  <a:pt x="2730" y="17535"/>
                </a:cubicBezTo>
                <a:lnTo>
                  <a:pt x="3490" y="17232"/>
                </a:lnTo>
                <a:cubicBezTo>
                  <a:pt x="3641" y="17173"/>
                  <a:pt x="3863" y="17216"/>
                  <a:pt x="3976" y="17336"/>
                </a:cubicBezTo>
                <a:lnTo>
                  <a:pt x="4905" y="18192"/>
                </a:lnTo>
                <a:cubicBezTo>
                  <a:pt x="5029" y="18295"/>
                  <a:pt x="5100" y="18511"/>
                  <a:pt x="5062" y="18673"/>
                </a:cubicBezTo>
                <a:lnTo>
                  <a:pt x="4851" y="19476"/>
                </a:lnTo>
                <a:cubicBezTo>
                  <a:pt x="4808" y="19633"/>
                  <a:pt x="4780" y="19769"/>
                  <a:pt x="4785" y="19774"/>
                </a:cubicBezTo>
                <a:cubicBezTo>
                  <a:pt x="4791" y="19780"/>
                  <a:pt x="4915" y="19850"/>
                  <a:pt x="5055" y="19937"/>
                </a:cubicBezTo>
                <a:lnTo>
                  <a:pt x="6345" y="20631"/>
                </a:lnTo>
                <a:cubicBezTo>
                  <a:pt x="6491" y="20701"/>
                  <a:pt x="6621" y="20761"/>
                  <a:pt x="6632" y="20766"/>
                </a:cubicBezTo>
                <a:cubicBezTo>
                  <a:pt x="6637" y="20772"/>
                  <a:pt x="6735" y="20668"/>
                  <a:pt x="6843" y="20543"/>
                </a:cubicBezTo>
                <a:lnTo>
                  <a:pt x="7370" y="19932"/>
                </a:lnTo>
                <a:cubicBezTo>
                  <a:pt x="7478" y="19807"/>
                  <a:pt x="7694" y="19742"/>
                  <a:pt x="7851" y="19791"/>
                </a:cubicBezTo>
                <a:lnTo>
                  <a:pt x="9136" y="20116"/>
                </a:lnTo>
                <a:cubicBezTo>
                  <a:pt x="9298" y="20149"/>
                  <a:pt x="9459" y="20306"/>
                  <a:pt x="9497" y="20468"/>
                </a:cubicBezTo>
                <a:lnTo>
                  <a:pt x="9680" y="21259"/>
                </a:lnTo>
                <a:cubicBezTo>
                  <a:pt x="9718" y="21422"/>
                  <a:pt x="9756" y="21552"/>
                  <a:pt x="9761" y="21552"/>
                </a:cubicBezTo>
                <a:cubicBezTo>
                  <a:pt x="9767" y="21552"/>
                  <a:pt x="9911" y="21562"/>
                  <a:pt x="10073" y="21573"/>
                </a:cubicBezTo>
                <a:lnTo>
                  <a:pt x="10500" y="21595"/>
                </a:lnTo>
                <a:cubicBezTo>
                  <a:pt x="10662" y="21600"/>
                  <a:pt x="10931" y="21600"/>
                  <a:pt x="11098" y="21595"/>
                </a:cubicBezTo>
                <a:lnTo>
                  <a:pt x="11525" y="21573"/>
                </a:lnTo>
                <a:cubicBezTo>
                  <a:pt x="11687" y="21562"/>
                  <a:pt x="11828" y="21552"/>
                  <a:pt x="11839" y="21552"/>
                </a:cubicBezTo>
                <a:cubicBezTo>
                  <a:pt x="11849" y="21552"/>
                  <a:pt x="11882" y="21416"/>
                  <a:pt x="11920" y="21259"/>
                </a:cubicBezTo>
                <a:lnTo>
                  <a:pt x="12103" y="20468"/>
                </a:lnTo>
                <a:cubicBezTo>
                  <a:pt x="12141" y="20306"/>
                  <a:pt x="12302" y="20149"/>
                  <a:pt x="12464" y="20116"/>
                </a:cubicBezTo>
                <a:lnTo>
                  <a:pt x="13749" y="19791"/>
                </a:lnTo>
                <a:cubicBezTo>
                  <a:pt x="13906" y="19742"/>
                  <a:pt x="14120" y="19807"/>
                  <a:pt x="14228" y="19932"/>
                </a:cubicBezTo>
                <a:lnTo>
                  <a:pt x="14757" y="20543"/>
                </a:lnTo>
                <a:cubicBezTo>
                  <a:pt x="14865" y="20668"/>
                  <a:pt x="14957" y="20767"/>
                  <a:pt x="14968" y="20766"/>
                </a:cubicBezTo>
                <a:cubicBezTo>
                  <a:pt x="14974" y="20761"/>
                  <a:pt x="15102" y="20701"/>
                  <a:pt x="15253" y="20631"/>
                </a:cubicBezTo>
                <a:lnTo>
                  <a:pt x="16543" y="19937"/>
                </a:lnTo>
                <a:cubicBezTo>
                  <a:pt x="16683" y="19850"/>
                  <a:pt x="16802" y="19780"/>
                  <a:pt x="16813" y="19774"/>
                </a:cubicBezTo>
                <a:cubicBezTo>
                  <a:pt x="16818" y="19769"/>
                  <a:pt x="16792" y="19633"/>
                  <a:pt x="16749" y="19476"/>
                </a:cubicBezTo>
                <a:lnTo>
                  <a:pt x="16538" y="18673"/>
                </a:lnTo>
                <a:cubicBezTo>
                  <a:pt x="16495" y="18516"/>
                  <a:pt x="16565" y="18301"/>
                  <a:pt x="16695" y="18192"/>
                </a:cubicBezTo>
                <a:lnTo>
                  <a:pt x="17622" y="17336"/>
                </a:lnTo>
                <a:cubicBezTo>
                  <a:pt x="17736" y="17216"/>
                  <a:pt x="17957" y="17173"/>
                  <a:pt x="18108" y="17232"/>
                </a:cubicBezTo>
                <a:lnTo>
                  <a:pt x="18868" y="17535"/>
                </a:lnTo>
                <a:cubicBezTo>
                  <a:pt x="19019" y="17595"/>
                  <a:pt x="19150" y="17639"/>
                  <a:pt x="19155" y="17634"/>
                </a:cubicBezTo>
                <a:cubicBezTo>
                  <a:pt x="19160" y="17628"/>
                  <a:pt x="19247" y="17515"/>
                  <a:pt x="19344" y="17380"/>
                </a:cubicBezTo>
                <a:lnTo>
                  <a:pt x="20175" y="16127"/>
                </a:lnTo>
                <a:cubicBezTo>
                  <a:pt x="20262" y="15986"/>
                  <a:pt x="20332" y="15861"/>
                  <a:pt x="20337" y="15856"/>
                </a:cubicBezTo>
                <a:cubicBezTo>
                  <a:pt x="20342" y="15850"/>
                  <a:pt x="20256" y="15743"/>
                  <a:pt x="20143" y="15624"/>
                </a:cubicBezTo>
                <a:lnTo>
                  <a:pt x="19570" y="14989"/>
                </a:lnTo>
                <a:cubicBezTo>
                  <a:pt x="19462" y="14869"/>
                  <a:pt x="19419" y="14642"/>
                  <a:pt x="19479" y="14491"/>
                </a:cubicBezTo>
                <a:lnTo>
                  <a:pt x="19862" y="13390"/>
                </a:lnTo>
                <a:cubicBezTo>
                  <a:pt x="19910" y="13233"/>
                  <a:pt x="20082" y="13088"/>
                  <a:pt x="20244" y="13072"/>
                </a:cubicBezTo>
                <a:lnTo>
                  <a:pt x="21081" y="12978"/>
                </a:lnTo>
                <a:cubicBezTo>
                  <a:pt x="21243" y="12962"/>
                  <a:pt x="21379" y="12940"/>
                  <a:pt x="21384" y="12929"/>
                </a:cubicBezTo>
                <a:cubicBezTo>
                  <a:pt x="21384" y="12918"/>
                  <a:pt x="21404" y="12784"/>
                  <a:pt x="21431" y="12616"/>
                </a:cubicBezTo>
                <a:lnTo>
                  <a:pt x="21583" y="11072"/>
                </a:lnTo>
                <a:cubicBezTo>
                  <a:pt x="21594" y="10909"/>
                  <a:pt x="21600" y="10767"/>
                  <a:pt x="21600" y="10757"/>
                </a:cubicBezTo>
                <a:cubicBezTo>
                  <a:pt x="21584" y="10757"/>
                  <a:pt x="21460" y="10702"/>
                  <a:pt x="21303" y="10648"/>
                </a:cubicBezTo>
                <a:lnTo>
                  <a:pt x="20477" y="10345"/>
                </a:lnTo>
                <a:cubicBezTo>
                  <a:pt x="20321" y="10291"/>
                  <a:pt x="20180" y="10106"/>
                  <a:pt x="20163" y="9944"/>
                </a:cubicBezTo>
                <a:lnTo>
                  <a:pt x="20013" y="8914"/>
                </a:lnTo>
                <a:cubicBezTo>
                  <a:pt x="19981" y="8752"/>
                  <a:pt x="20067" y="8546"/>
                  <a:pt x="20202" y="8454"/>
                </a:cubicBezTo>
                <a:lnTo>
                  <a:pt x="20926" y="7966"/>
                </a:lnTo>
                <a:cubicBezTo>
                  <a:pt x="21060" y="7874"/>
                  <a:pt x="21174" y="7792"/>
                  <a:pt x="21168" y="7781"/>
                </a:cubicBezTo>
                <a:cubicBezTo>
                  <a:pt x="21168" y="7770"/>
                  <a:pt x="21119" y="7640"/>
                  <a:pt x="21065" y="7483"/>
                </a:cubicBezTo>
                <a:lnTo>
                  <a:pt x="20472" y="6000"/>
                </a:lnTo>
                <a:cubicBezTo>
                  <a:pt x="20402" y="5848"/>
                  <a:pt x="20342" y="5723"/>
                  <a:pt x="20337" y="5712"/>
                </a:cubicBezTo>
                <a:cubicBezTo>
                  <a:pt x="20332" y="5701"/>
                  <a:pt x="20197" y="5717"/>
                  <a:pt x="20035" y="5739"/>
                </a:cubicBezTo>
                <a:lnTo>
                  <a:pt x="19133" y="5858"/>
                </a:lnTo>
                <a:cubicBezTo>
                  <a:pt x="18971" y="5879"/>
                  <a:pt x="18761" y="5788"/>
                  <a:pt x="18674" y="5648"/>
                </a:cubicBezTo>
                <a:lnTo>
                  <a:pt x="18135" y="4899"/>
                </a:lnTo>
                <a:cubicBezTo>
                  <a:pt x="18032" y="4769"/>
                  <a:pt x="18017" y="4548"/>
                  <a:pt x="18093" y="4401"/>
                </a:cubicBezTo>
                <a:lnTo>
                  <a:pt x="18518" y="3609"/>
                </a:lnTo>
                <a:cubicBezTo>
                  <a:pt x="18593" y="3462"/>
                  <a:pt x="18653" y="3338"/>
                  <a:pt x="18647" y="3333"/>
                </a:cubicBezTo>
                <a:cubicBezTo>
                  <a:pt x="18642" y="3327"/>
                  <a:pt x="18540" y="3230"/>
                  <a:pt x="18422" y="3116"/>
                </a:cubicBezTo>
                <a:lnTo>
                  <a:pt x="17186" y="2044"/>
                </a:lnTo>
                <a:cubicBezTo>
                  <a:pt x="17056" y="1941"/>
                  <a:pt x="16943" y="1853"/>
                  <a:pt x="16938" y="1848"/>
                </a:cubicBezTo>
                <a:cubicBezTo>
                  <a:pt x="16932" y="1842"/>
                  <a:pt x="16813" y="1918"/>
                  <a:pt x="16683" y="2010"/>
                </a:cubicBezTo>
                <a:lnTo>
                  <a:pt x="15934" y="2547"/>
                </a:lnTo>
                <a:cubicBezTo>
                  <a:pt x="15800" y="2644"/>
                  <a:pt x="15572" y="2655"/>
                  <a:pt x="15432" y="2574"/>
                </a:cubicBezTo>
                <a:lnTo>
                  <a:pt x="14682" y="2190"/>
                </a:lnTo>
                <a:cubicBezTo>
                  <a:pt x="14531" y="2119"/>
                  <a:pt x="14411" y="1929"/>
                  <a:pt x="14417" y="1761"/>
                </a:cubicBezTo>
                <a:lnTo>
                  <a:pt x="14429" y="840"/>
                </a:lnTo>
                <a:cubicBezTo>
                  <a:pt x="14429" y="677"/>
                  <a:pt x="14428" y="537"/>
                  <a:pt x="14417" y="537"/>
                </a:cubicBezTo>
                <a:cubicBezTo>
                  <a:pt x="14411" y="531"/>
                  <a:pt x="14272" y="494"/>
                  <a:pt x="14115" y="445"/>
                </a:cubicBezTo>
                <a:lnTo>
                  <a:pt x="12508" y="54"/>
                </a:lnTo>
                <a:cubicBezTo>
                  <a:pt x="12346" y="22"/>
                  <a:pt x="12205" y="0"/>
                  <a:pt x="12200" y="0"/>
                </a:cubicBezTo>
                <a:cubicBezTo>
                  <a:pt x="12189" y="0"/>
                  <a:pt x="12125" y="120"/>
                  <a:pt x="12049" y="266"/>
                </a:cubicBezTo>
                <a:lnTo>
                  <a:pt x="11628" y="1096"/>
                </a:lnTo>
                <a:cubicBezTo>
                  <a:pt x="11552" y="1242"/>
                  <a:pt x="11358" y="1355"/>
                  <a:pt x="11196" y="1350"/>
                </a:cubicBezTo>
                <a:lnTo>
                  <a:pt x="10387" y="1350"/>
                </a:lnTo>
                <a:cubicBezTo>
                  <a:pt x="10225" y="1355"/>
                  <a:pt x="10025" y="1242"/>
                  <a:pt x="9955" y="1096"/>
                </a:cubicBezTo>
                <a:lnTo>
                  <a:pt x="9534" y="266"/>
                </a:lnTo>
                <a:cubicBezTo>
                  <a:pt x="9458" y="120"/>
                  <a:pt x="9394" y="0"/>
                  <a:pt x="9384" y="0"/>
                </a:cubicBezTo>
                <a:close/>
                <a:moveTo>
                  <a:pt x="10792" y="5820"/>
                </a:moveTo>
                <a:cubicBezTo>
                  <a:pt x="13533" y="5820"/>
                  <a:pt x="15761" y="8053"/>
                  <a:pt x="15761" y="10811"/>
                </a:cubicBezTo>
                <a:cubicBezTo>
                  <a:pt x="15761" y="13569"/>
                  <a:pt x="13533" y="15801"/>
                  <a:pt x="10792" y="15801"/>
                </a:cubicBezTo>
                <a:cubicBezTo>
                  <a:pt x="8051" y="15801"/>
                  <a:pt x="5822" y="13569"/>
                  <a:pt x="5822" y="10811"/>
                </a:cubicBezTo>
                <a:cubicBezTo>
                  <a:pt x="5822" y="8053"/>
                  <a:pt x="8045" y="5820"/>
                  <a:pt x="10792" y="5820"/>
                </a:cubicBezTo>
                <a:close/>
                <a:moveTo>
                  <a:pt x="10792" y="7592"/>
                </a:moveTo>
                <a:cubicBezTo>
                  <a:pt x="9016" y="7592"/>
                  <a:pt x="7581" y="9033"/>
                  <a:pt x="7581" y="10816"/>
                </a:cubicBezTo>
                <a:cubicBezTo>
                  <a:pt x="7581" y="12593"/>
                  <a:pt x="9016" y="14040"/>
                  <a:pt x="10792" y="14040"/>
                </a:cubicBezTo>
                <a:cubicBezTo>
                  <a:pt x="12567" y="14040"/>
                  <a:pt x="14002" y="12599"/>
                  <a:pt x="14002" y="10816"/>
                </a:cubicBezTo>
                <a:cubicBezTo>
                  <a:pt x="14002" y="9033"/>
                  <a:pt x="12567" y="7592"/>
                  <a:pt x="10792" y="7592"/>
                </a:cubicBezTo>
                <a:close/>
              </a:path>
            </a:pathLst>
          </a:custGeom>
          <a:solidFill>
            <a:srgbClr val="7030A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D2A8286-5187-61D2-7AB1-A435B1D5AE7F}"/>
              </a:ext>
            </a:extLst>
          </p:cNvPr>
          <p:cNvSpPr txBox="1"/>
          <p:nvPr/>
        </p:nvSpPr>
        <p:spPr>
          <a:xfrm>
            <a:off x="19397540" y="29663326"/>
            <a:ext cx="12202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GHG</a:t>
            </a:r>
            <a:endParaRPr lang="en-US" sz="3600" baseline="-2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EA8E0E6-178F-DA2B-70DD-15862A7DCB2D}"/>
              </a:ext>
            </a:extLst>
          </p:cNvPr>
          <p:cNvSpPr txBox="1"/>
          <p:nvPr/>
        </p:nvSpPr>
        <p:spPr>
          <a:xfrm>
            <a:off x="21695694" y="30432379"/>
            <a:ext cx="886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Aer</a:t>
            </a:r>
            <a:endParaRPr lang="en-US" sz="3600" baseline="-2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8" name="Line">
            <a:extLst>
              <a:ext uri="{FF2B5EF4-FFF2-40B4-BE49-F238E27FC236}">
                <a16:creationId xmlns:a16="http://schemas.microsoft.com/office/drawing/2014/main" id="{61B65E37-8342-AE22-DC5D-DC1C1167C4CC}"/>
              </a:ext>
            </a:extLst>
          </p:cNvPr>
          <p:cNvSpPr/>
          <p:nvPr/>
        </p:nvSpPr>
        <p:spPr>
          <a:xfrm flipV="1">
            <a:off x="18121413" y="29208514"/>
            <a:ext cx="317101" cy="1565527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" name="-">
            <a:extLst>
              <a:ext uri="{FF2B5EF4-FFF2-40B4-BE49-F238E27FC236}">
                <a16:creationId xmlns:a16="http://schemas.microsoft.com/office/drawing/2014/main" id="{9AD22004-F973-3F99-52C5-B2ED493D20C0}"/>
              </a:ext>
            </a:extLst>
          </p:cNvPr>
          <p:cNvSpPr txBox="1"/>
          <p:nvPr/>
        </p:nvSpPr>
        <p:spPr>
          <a:xfrm>
            <a:off x="17967026" y="30680744"/>
            <a:ext cx="250069" cy="666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algn="ctr" defTabSz="1219169" hangingPunct="0"/>
            <a:r>
              <a:rPr sz="4000" kern="0" dirty="0">
                <a:latin typeface="Helvetica Neue"/>
                <a:ea typeface="Helvetica Neue"/>
                <a:cs typeface="Helvetica Neue"/>
                <a:sym typeface="Helvetica Neue"/>
              </a:rPr>
              <a:t>-</a:t>
            </a:r>
          </a:p>
        </p:txBody>
      </p:sp>
      <p:sp>
        <p:nvSpPr>
          <p:cNvPr id="70" name="Arrow 2">
            <a:extLst>
              <a:ext uri="{FF2B5EF4-FFF2-40B4-BE49-F238E27FC236}">
                <a16:creationId xmlns:a16="http://schemas.microsoft.com/office/drawing/2014/main" id="{98C0B99C-C22D-F8B3-A7F3-138C98762C33}"/>
              </a:ext>
            </a:extLst>
          </p:cNvPr>
          <p:cNvSpPr/>
          <p:nvPr/>
        </p:nvSpPr>
        <p:spPr>
          <a:xfrm>
            <a:off x="17689095" y="30735186"/>
            <a:ext cx="813585" cy="6551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49" y="0"/>
                </a:moveTo>
                <a:cubicBezTo>
                  <a:pt x="8457" y="0"/>
                  <a:pt x="6373" y="1103"/>
                  <a:pt x="4819" y="2903"/>
                </a:cubicBezTo>
                <a:lnTo>
                  <a:pt x="6744" y="6147"/>
                </a:lnTo>
                <a:cubicBezTo>
                  <a:pt x="7744" y="4819"/>
                  <a:pt x="9169" y="3989"/>
                  <a:pt x="10749" y="3989"/>
                </a:cubicBezTo>
                <a:cubicBezTo>
                  <a:pt x="13751" y="3989"/>
                  <a:pt x="16189" y="6985"/>
                  <a:pt x="16232" y="10700"/>
                </a:cubicBezTo>
                <a:lnTo>
                  <a:pt x="14265" y="10700"/>
                </a:lnTo>
                <a:lnTo>
                  <a:pt x="17933" y="16883"/>
                </a:lnTo>
                <a:lnTo>
                  <a:pt x="21600" y="10700"/>
                </a:lnTo>
                <a:lnTo>
                  <a:pt x="19444" y="10700"/>
                </a:lnTo>
                <a:cubicBezTo>
                  <a:pt x="19401" y="4782"/>
                  <a:pt x="15525" y="0"/>
                  <a:pt x="10749" y="0"/>
                </a:cubicBezTo>
                <a:close/>
                <a:moveTo>
                  <a:pt x="3667" y="4515"/>
                </a:moveTo>
                <a:lnTo>
                  <a:pt x="0" y="10700"/>
                </a:lnTo>
                <a:lnTo>
                  <a:pt x="2054" y="10700"/>
                </a:lnTo>
                <a:cubicBezTo>
                  <a:pt x="2053" y="10733"/>
                  <a:pt x="2054" y="10767"/>
                  <a:pt x="2054" y="10801"/>
                </a:cubicBezTo>
                <a:cubicBezTo>
                  <a:pt x="2054" y="16766"/>
                  <a:pt x="5946" y="21600"/>
                  <a:pt x="10749" y="21600"/>
                </a:cubicBezTo>
                <a:cubicBezTo>
                  <a:pt x="13080" y="21600"/>
                  <a:pt x="15197" y="20461"/>
                  <a:pt x="16759" y="18607"/>
                </a:cubicBezTo>
                <a:lnTo>
                  <a:pt x="14814" y="15375"/>
                </a:lnTo>
                <a:cubicBezTo>
                  <a:pt x="13811" y="16749"/>
                  <a:pt x="12360" y="17611"/>
                  <a:pt x="10749" y="17611"/>
                </a:cubicBezTo>
                <a:cubicBezTo>
                  <a:pt x="7720" y="17611"/>
                  <a:pt x="5266" y="14563"/>
                  <a:pt x="5266" y="10801"/>
                </a:cubicBezTo>
                <a:cubicBezTo>
                  <a:pt x="5266" y="10767"/>
                  <a:pt x="5265" y="10733"/>
                  <a:pt x="5266" y="10700"/>
                </a:cubicBezTo>
                <a:lnTo>
                  <a:pt x="7335" y="10700"/>
                </a:lnTo>
                <a:lnTo>
                  <a:pt x="3667" y="4515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6996B71A-1826-32F4-EEF2-E21E7A6371D1}"/>
              </a:ext>
            </a:extLst>
          </p:cNvPr>
          <p:cNvCxnSpPr>
            <a:cxnSpLocks/>
          </p:cNvCxnSpPr>
          <p:nvPr/>
        </p:nvCxnSpPr>
        <p:spPr>
          <a:xfrm>
            <a:off x="18971082" y="30526200"/>
            <a:ext cx="1760116" cy="0"/>
          </a:xfrm>
          <a:prstGeom prst="line">
            <a:avLst/>
          </a:prstGeom>
          <a:ln w="66675" cmpd="tri">
            <a:solidFill>
              <a:srgbClr val="945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F7DE547-C6FF-BFE3-BD05-FEF2B0FB2979}"/>
              </a:ext>
            </a:extLst>
          </p:cNvPr>
          <p:cNvCxnSpPr>
            <a:cxnSpLocks/>
          </p:cNvCxnSpPr>
          <p:nvPr/>
        </p:nvCxnSpPr>
        <p:spPr>
          <a:xfrm>
            <a:off x="20990233" y="30507311"/>
            <a:ext cx="1567738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ight Brace 78">
            <a:extLst>
              <a:ext uri="{FF2B5EF4-FFF2-40B4-BE49-F238E27FC236}">
                <a16:creationId xmlns:a16="http://schemas.microsoft.com/office/drawing/2014/main" id="{E636778E-80BB-A154-CDC2-A1D9B370E1EC}"/>
              </a:ext>
            </a:extLst>
          </p:cNvPr>
          <p:cNvSpPr/>
          <p:nvPr/>
        </p:nvSpPr>
        <p:spPr>
          <a:xfrm rot="16200000">
            <a:off x="15366718" y="26064300"/>
            <a:ext cx="1248473" cy="5795548"/>
          </a:xfrm>
          <a:prstGeom prst="rightBrace">
            <a:avLst>
              <a:gd name="adj1" fmla="val 8333"/>
              <a:gd name="adj2" fmla="val 35245"/>
            </a:avLst>
          </a:prstGeom>
          <a:ln w="508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ight Brace 79">
            <a:extLst>
              <a:ext uri="{FF2B5EF4-FFF2-40B4-BE49-F238E27FC236}">
                <a16:creationId xmlns:a16="http://schemas.microsoft.com/office/drawing/2014/main" id="{FB28F31B-2046-4CB7-B318-FD9044AB88E0}"/>
              </a:ext>
            </a:extLst>
          </p:cNvPr>
          <p:cNvSpPr/>
          <p:nvPr/>
        </p:nvSpPr>
        <p:spPr>
          <a:xfrm rot="16200000">
            <a:off x="18604959" y="27300497"/>
            <a:ext cx="1248473" cy="2947727"/>
          </a:xfrm>
          <a:prstGeom prst="rightBrace">
            <a:avLst>
              <a:gd name="adj1" fmla="val 8333"/>
              <a:gd name="adj2" fmla="val 16915"/>
            </a:avLst>
          </a:prstGeom>
          <a:ln w="508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3B873BD-001F-9680-1588-20ED860B40C3}"/>
              </a:ext>
            </a:extLst>
          </p:cNvPr>
          <p:cNvSpPr txBox="1"/>
          <p:nvPr/>
        </p:nvSpPr>
        <p:spPr>
          <a:xfrm>
            <a:off x="14143047" y="27773966"/>
            <a:ext cx="17508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hist-</a:t>
            </a:r>
            <a:r>
              <a:rPr lang="en-US" sz="3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nat</a:t>
            </a:r>
            <a:endParaRPr lang="en-US" sz="3600" baseline="-2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9CC87B2-2B84-7181-04A8-5F023494C283}"/>
              </a:ext>
            </a:extLst>
          </p:cNvPr>
          <p:cNvSpPr txBox="1"/>
          <p:nvPr/>
        </p:nvSpPr>
        <p:spPr>
          <a:xfrm>
            <a:off x="16511999" y="27625110"/>
            <a:ext cx="21355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hist-GHG</a:t>
            </a:r>
            <a:endParaRPr lang="en-US" sz="3600" baseline="-2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4" name="Right Brace 83">
            <a:extLst>
              <a:ext uri="{FF2B5EF4-FFF2-40B4-BE49-F238E27FC236}">
                <a16:creationId xmlns:a16="http://schemas.microsoft.com/office/drawing/2014/main" id="{08BB852A-9808-EAF7-ED1F-FEAFE9C65FC8}"/>
              </a:ext>
            </a:extLst>
          </p:cNvPr>
          <p:cNvSpPr/>
          <p:nvPr/>
        </p:nvSpPr>
        <p:spPr>
          <a:xfrm rot="16200000">
            <a:off x="16884621" y="23923632"/>
            <a:ext cx="1248473" cy="9283421"/>
          </a:xfrm>
          <a:prstGeom prst="rightBrace">
            <a:avLst>
              <a:gd name="adj1" fmla="val 8333"/>
              <a:gd name="adj2" fmla="val 77627"/>
            </a:avLst>
          </a:prstGeom>
          <a:ln w="508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C1284D0-768E-D97E-7CC8-13AA29F48A34}"/>
              </a:ext>
            </a:extLst>
          </p:cNvPr>
          <p:cNvSpPr/>
          <p:nvPr/>
        </p:nvSpPr>
        <p:spPr>
          <a:xfrm>
            <a:off x="19638192" y="8894128"/>
            <a:ext cx="876557" cy="378638"/>
          </a:xfrm>
          <a:prstGeom prst="rect">
            <a:avLst/>
          </a:prstGeom>
          <a:solidFill>
            <a:schemeClr val="lt1">
              <a:alpha val="80774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A271FC8-FEF1-659D-95CE-5E6DE362AEEC}"/>
              </a:ext>
            </a:extLst>
          </p:cNvPr>
          <p:cNvSpPr txBox="1"/>
          <p:nvPr/>
        </p:nvSpPr>
        <p:spPr>
          <a:xfrm>
            <a:off x="18771012" y="27364173"/>
            <a:ext cx="3815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hist (or SSP-245) </a:t>
            </a:r>
            <a:endParaRPr lang="en-US" sz="3600" baseline="-2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4" name="Water">
            <a:extLst>
              <a:ext uri="{FF2B5EF4-FFF2-40B4-BE49-F238E27FC236}">
                <a16:creationId xmlns:a16="http://schemas.microsoft.com/office/drawing/2014/main" id="{0B40B283-9D3B-2466-5676-148AEEBD331F}"/>
              </a:ext>
            </a:extLst>
          </p:cNvPr>
          <p:cNvSpPr/>
          <p:nvPr/>
        </p:nvSpPr>
        <p:spPr>
          <a:xfrm>
            <a:off x="19696819" y="8948570"/>
            <a:ext cx="763393" cy="2646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3728"/>
                </a:lnTo>
                <a:cubicBezTo>
                  <a:pt x="292" y="3728"/>
                  <a:pt x="665" y="4209"/>
                  <a:pt x="1059" y="4708"/>
                </a:cubicBezTo>
                <a:cubicBezTo>
                  <a:pt x="1551" y="5332"/>
                  <a:pt x="2109" y="6053"/>
                  <a:pt x="2703" y="6053"/>
                </a:cubicBezTo>
                <a:cubicBezTo>
                  <a:pt x="3287" y="6053"/>
                  <a:pt x="3802" y="5365"/>
                  <a:pt x="4256" y="4757"/>
                </a:cubicBezTo>
                <a:cubicBezTo>
                  <a:pt x="4656" y="4226"/>
                  <a:pt x="5034" y="3728"/>
                  <a:pt x="5402" y="3728"/>
                </a:cubicBezTo>
                <a:cubicBezTo>
                  <a:pt x="5769" y="3728"/>
                  <a:pt x="6142" y="4226"/>
                  <a:pt x="6542" y="4757"/>
                </a:cubicBezTo>
                <a:cubicBezTo>
                  <a:pt x="6996" y="5365"/>
                  <a:pt x="7516" y="6053"/>
                  <a:pt x="8105" y="6053"/>
                </a:cubicBezTo>
                <a:cubicBezTo>
                  <a:pt x="8689" y="6053"/>
                  <a:pt x="9186" y="5380"/>
                  <a:pt x="9624" y="4771"/>
                </a:cubicBezTo>
                <a:cubicBezTo>
                  <a:pt x="10019" y="4225"/>
                  <a:pt x="10392" y="3728"/>
                  <a:pt x="10803" y="3728"/>
                </a:cubicBezTo>
                <a:cubicBezTo>
                  <a:pt x="11187" y="3728"/>
                  <a:pt x="11512" y="4178"/>
                  <a:pt x="11885" y="4708"/>
                </a:cubicBezTo>
                <a:cubicBezTo>
                  <a:pt x="12328" y="5332"/>
                  <a:pt x="12837" y="6053"/>
                  <a:pt x="13502" y="6053"/>
                </a:cubicBezTo>
                <a:cubicBezTo>
                  <a:pt x="14172" y="6053"/>
                  <a:pt x="14690" y="5333"/>
                  <a:pt x="15144" y="4693"/>
                </a:cubicBezTo>
                <a:cubicBezTo>
                  <a:pt x="15517" y="4179"/>
                  <a:pt x="15836" y="3728"/>
                  <a:pt x="16198" y="3728"/>
                </a:cubicBezTo>
                <a:cubicBezTo>
                  <a:pt x="16566" y="3728"/>
                  <a:pt x="16902" y="4182"/>
                  <a:pt x="17291" y="4727"/>
                </a:cubicBezTo>
                <a:cubicBezTo>
                  <a:pt x="17746" y="5351"/>
                  <a:pt x="18264" y="6053"/>
                  <a:pt x="18902" y="6053"/>
                </a:cubicBezTo>
                <a:cubicBezTo>
                  <a:pt x="19556" y="6053"/>
                  <a:pt x="20113" y="5319"/>
                  <a:pt x="20605" y="4664"/>
                </a:cubicBezTo>
                <a:cubicBezTo>
                  <a:pt x="20972" y="4181"/>
                  <a:pt x="21319" y="3728"/>
                  <a:pt x="21600" y="3728"/>
                </a:cubicBezTo>
                <a:lnTo>
                  <a:pt x="21600" y="0"/>
                </a:lnTo>
                <a:cubicBezTo>
                  <a:pt x="21038" y="0"/>
                  <a:pt x="20547" y="653"/>
                  <a:pt x="20071" y="1277"/>
                </a:cubicBezTo>
                <a:cubicBezTo>
                  <a:pt x="19655" y="1807"/>
                  <a:pt x="19270" y="2325"/>
                  <a:pt x="18897" y="2325"/>
                </a:cubicBezTo>
                <a:cubicBezTo>
                  <a:pt x="18551" y="2325"/>
                  <a:pt x="18221" y="1870"/>
                  <a:pt x="17842" y="1355"/>
                </a:cubicBezTo>
                <a:cubicBezTo>
                  <a:pt x="17377" y="715"/>
                  <a:pt x="16853" y="0"/>
                  <a:pt x="16198" y="0"/>
                </a:cubicBezTo>
                <a:cubicBezTo>
                  <a:pt x="15544" y="0"/>
                  <a:pt x="15037" y="716"/>
                  <a:pt x="14583" y="1340"/>
                </a:cubicBezTo>
                <a:cubicBezTo>
                  <a:pt x="14205" y="1871"/>
                  <a:pt x="13875" y="2325"/>
                  <a:pt x="13502" y="2325"/>
                </a:cubicBezTo>
                <a:cubicBezTo>
                  <a:pt x="13134" y="2325"/>
                  <a:pt x="12820" y="1870"/>
                  <a:pt x="12452" y="1355"/>
                </a:cubicBezTo>
                <a:cubicBezTo>
                  <a:pt x="11998" y="715"/>
                  <a:pt x="11485" y="0"/>
                  <a:pt x="10803" y="0"/>
                </a:cubicBezTo>
                <a:cubicBezTo>
                  <a:pt x="10106" y="0"/>
                  <a:pt x="9554" y="749"/>
                  <a:pt x="9073" y="1404"/>
                </a:cubicBezTo>
                <a:cubicBezTo>
                  <a:pt x="8711" y="1903"/>
                  <a:pt x="8402" y="2325"/>
                  <a:pt x="8105" y="2325"/>
                </a:cubicBezTo>
                <a:cubicBezTo>
                  <a:pt x="7802" y="2325"/>
                  <a:pt x="7467" y="1889"/>
                  <a:pt x="7083" y="1374"/>
                </a:cubicBezTo>
                <a:cubicBezTo>
                  <a:pt x="6602" y="735"/>
                  <a:pt x="6050" y="0"/>
                  <a:pt x="5402" y="0"/>
                </a:cubicBezTo>
                <a:cubicBezTo>
                  <a:pt x="4747" y="0"/>
                  <a:pt x="4202" y="735"/>
                  <a:pt x="3715" y="1374"/>
                </a:cubicBezTo>
                <a:cubicBezTo>
                  <a:pt x="3348" y="1858"/>
                  <a:pt x="3001" y="2325"/>
                  <a:pt x="2703" y="2325"/>
                </a:cubicBezTo>
                <a:cubicBezTo>
                  <a:pt x="2384" y="2325"/>
                  <a:pt x="1996" y="1827"/>
                  <a:pt x="1585" y="1296"/>
                </a:cubicBezTo>
                <a:cubicBezTo>
                  <a:pt x="1082" y="657"/>
                  <a:pt x="568" y="0"/>
                  <a:pt x="0" y="0"/>
                </a:cubicBezTo>
                <a:close/>
                <a:moveTo>
                  <a:pt x="0" y="7769"/>
                </a:moveTo>
                <a:lnTo>
                  <a:pt x="0" y="11492"/>
                </a:lnTo>
                <a:cubicBezTo>
                  <a:pt x="292" y="11492"/>
                  <a:pt x="665" y="11977"/>
                  <a:pt x="1059" y="12477"/>
                </a:cubicBezTo>
                <a:cubicBezTo>
                  <a:pt x="1551" y="13100"/>
                  <a:pt x="2109" y="13817"/>
                  <a:pt x="2703" y="13817"/>
                </a:cubicBezTo>
                <a:cubicBezTo>
                  <a:pt x="3287" y="13817"/>
                  <a:pt x="3802" y="13133"/>
                  <a:pt x="4256" y="12525"/>
                </a:cubicBezTo>
                <a:cubicBezTo>
                  <a:pt x="4656" y="11995"/>
                  <a:pt x="5034" y="11492"/>
                  <a:pt x="5402" y="11492"/>
                </a:cubicBezTo>
                <a:cubicBezTo>
                  <a:pt x="5769" y="11492"/>
                  <a:pt x="6142" y="11995"/>
                  <a:pt x="6542" y="12525"/>
                </a:cubicBezTo>
                <a:cubicBezTo>
                  <a:pt x="6996" y="13133"/>
                  <a:pt x="7516" y="13817"/>
                  <a:pt x="8105" y="13817"/>
                </a:cubicBezTo>
                <a:cubicBezTo>
                  <a:pt x="8689" y="13817"/>
                  <a:pt x="9186" y="13148"/>
                  <a:pt x="9624" y="12540"/>
                </a:cubicBezTo>
                <a:cubicBezTo>
                  <a:pt x="10019" y="11994"/>
                  <a:pt x="10392" y="11492"/>
                  <a:pt x="10803" y="11492"/>
                </a:cubicBezTo>
                <a:cubicBezTo>
                  <a:pt x="11187" y="11492"/>
                  <a:pt x="11512" y="11946"/>
                  <a:pt x="11885" y="12477"/>
                </a:cubicBezTo>
                <a:cubicBezTo>
                  <a:pt x="12328" y="13100"/>
                  <a:pt x="12837" y="13817"/>
                  <a:pt x="13502" y="13817"/>
                </a:cubicBezTo>
                <a:cubicBezTo>
                  <a:pt x="14172" y="13817"/>
                  <a:pt x="14690" y="13101"/>
                  <a:pt x="15144" y="12462"/>
                </a:cubicBezTo>
                <a:cubicBezTo>
                  <a:pt x="15517" y="11947"/>
                  <a:pt x="15836" y="11492"/>
                  <a:pt x="16198" y="11492"/>
                </a:cubicBezTo>
                <a:cubicBezTo>
                  <a:pt x="16566" y="11492"/>
                  <a:pt x="16902" y="11945"/>
                  <a:pt x="17291" y="12491"/>
                </a:cubicBezTo>
                <a:cubicBezTo>
                  <a:pt x="17746" y="13115"/>
                  <a:pt x="18264" y="13817"/>
                  <a:pt x="18902" y="13817"/>
                </a:cubicBezTo>
                <a:cubicBezTo>
                  <a:pt x="19556" y="13817"/>
                  <a:pt x="20113" y="13083"/>
                  <a:pt x="20605" y="12428"/>
                </a:cubicBezTo>
                <a:cubicBezTo>
                  <a:pt x="20972" y="11944"/>
                  <a:pt x="21319" y="11492"/>
                  <a:pt x="21600" y="11492"/>
                </a:cubicBezTo>
                <a:lnTo>
                  <a:pt x="21600" y="7769"/>
                </a:lnTo>
                <a:cubicBezTo>
                  <a:pt x="21038" y="7769"/>
                  <a:pt x="20547" y="8422"/>
                  <a:pt x="20071" y="9045"/>
                </a:cubicBezTo>
                <a:cubicBezTo>
                  <a:pt x="19655" y="9591"/>
                  <a:pt x="19270" y="10088"/>
                  <a:pt x="18897" y="10088"/>
                </a:cubicBezTo>
                <a:cubicBezTo>
                  <a:pt x="18551" y="10088"/>
                  <a:pt x="18221" y="9638"/>
                  <a:pt x="17842" y="9123"/>
                </a:cubicBezTo>
                <a:cubicBezTo>
                  <a:pt x="17377" y="8484"/>
                  <a:pt x="16853" y="7769"/>
                  <a:pt x="16198" y="7769"/>
                </a:cubicBezTo>
                <a:cubicBezTo>
                  <a:pt x="15544" y="7769"/>
                  <a:pt x="15037" y="8485"/>
                  <a:pt x="14583" y="9109"/>
                </a:cubicBezTo>
                <a:cubicBezTo>
                  <a:pt x="14205" y="9639"/>
                  <a:pt x="13875" y="10088"/>
                  <a:pt x="13502" y="10088"/>
                </a:cubicBezTo>
                <a:cubicBezTo>
                  <a:pt x="13134" y="10088"/>
                  <a:pt x="12820" y="9638"/>
                  <a:pt x="12452" y="9123"/>
                </a:cubicBezTo>
                <a:cubicBezTo>
                  <a:pt x="11998" y="8484"/>
                  <a:pt x="11485" y="7769"/>
                  <a:pt x="10803" y="7769"/>
                </a:cubicBezTo>
                <a:cubicBezTo>
                  <a:pt x="10106" y="7769"/>
                  <a:pt x="9554" y="8517"/>
                  <a:pt x="9073" y="9172"/>
                </a:cubicBezTo>
                <a:cubicBezTo>
                  <a:pt x="8711" y="9671"/>
                  <a:pt x="8402" y="10088"/>
                  <a:pt x="8105" y="10088"/>
                </a:cubicBezTo>
                <a:cubicBezTo>
                  <a:pt x="7802" y="10088"/>
                  <a:pt x="7467" y="9653"/>
                  <a:pt x="7083" y="9138"/>
                </a:cubicBezTo>
                <a:cubicBezTo>
                  <a:pt x="6602" y="8499"/>
                  <a:pt x="6050" y="7769"/>
                  <a:pt x="5402" y="7769"/>
                </a:cubicBezTo>
                <a:cubicBezTo>
                  <a:pt x="4747" y="7769"/>
                  <a:pt x="4202" y="8499"/>
                  <a:pt x="3715" y="9138"/>
                </a:cubicBezTo>
                <a:cubicBezTo>
                  <a:pt x="3348" y="9622"/>
                  <a:pt x="3001" y="10088"/>
                  <a:pt x="2703" y="10088"/>
                </a:cubicBezTo>
                <a:cubicBezTo>
                  <a:pt x="2384" y="10088"/>
                  <a:pt x="1996" y="9590"/>
                  <a:pt x="1585" y="9060"/>
                </a:cubicBezTo>
                <a:cubicBezTo>
                  <a:pt x="1082" y="8421"/>
                  <a:pt x="568" y="7769"/>
                  <a:pt x="0" y="7769"/>
                </a:cubicBezTo>
                <a:close/>
                <a:moveTo>
                  <a:pt x="0" y="15547"/>
                </a:moveTo>
                <a:lnTo>
                  <a:pt x="0" y="19275"/>
                </a:lnTo>
                <a:cubicBezTo>
                  <a:pt x="292" y="19275"/>
                  <a:pt x="665" y="19761"/>
                  <a:pt x="1059" y="20260"/>
                </a:cubicBezTo>
                <a:cubicBezTo>
                  <a:pt x="1551" y="20884"/>
                  <a:pt x="2109" y="21600"/>
                  <a:pt x="2703" y="21600"/>
                </a:cubicBezTo>
                <a:cubicBezTo>
                  <a:pt x="3287" y="21600"/>
                  <a:pt x="3802" y="20912"/>
                  <a:pt x="4256" y="20304"/>
                </a:cubicBezTo>
                <a:cubicBezTo>
                  <a:pt x="4656" y="19773"/>
                  <a:pt x="5034" y="19275"/>
                  <a:pt x="5402" y="19275"/>
                </a:cubicBezTo>
                <a:cubicBezTo>
                  <a:pt x="5769" y="19275"/>
                  <a:pt x="6142" y="19773"/>
                  <a:pt x="6542" y="20304"/>
                </a:cubicBezTo>
                <a:cubicBezTo>
                  <a:pt x="6996" y="20912"/>
                  <a:pt x="7516" y="21600"/>
                  <a:pt x="8105" y="21600"/>
                </a:cubicBezTo>
                <a:cubicBezTo>
                  <a:pt x="8689" y="21600"/>
                  <a:pt x="9186" y="20931"/>
                  <a:pt x="9624" y="20323"/>
                </a:cubicBezTo>
                <a:cubicBezTo>
                  <a:pt x="10019" y="19777"/>
                  <a:pt x="10392" y="19275"/>
                  <a:pt x="10803" y="19275"/>
                </a:cubicBezTo>
                <a:cubicBezTo>
                  <a:pt x="11187" y="19275"/>
                  <a:pt x="11512" y="19729"/>
                  <a:pt x="11885" y="20260"/>
                </a:cubicBezTo>
                <a:cubicBezTo>
                  <a:pt x="12328" y="20884"/>
                  <a:pt x="12837" y="21600"/>
                  <a:pt x="13502" y="21600"/>
                </a:cubicBezTo>
                <a:cubicBezTo>
                  <a:pt x="14172" y="21600"/>
                  <a:pt x="14690" y="20885"/>
                  <a:pt x="15144" y="20245"/>
                </a:cubicBezTo>
                <a:cubicBezTo>
                  <a:pt x="15517" y="19730"/>
                  <a:pt x="15836" y="19275"/>
                  <a:pt x="16198" y="19275"/>
                </a:cubicBezTo>
                <a:cubicBezTo>
                  <a:pt x="16566" y="19275"/>
                  <a:pt x="16902" y="19729"/>
                  <a:pt x="17291" y="20274"/>
                </a:cubicBezTo>
                <a:cubicBezTo>
                  <a:pt x="17746" y="20898"/>
                  <a:pt x="18264" y="21600"/>
                  <a:pt x="18902" y="21600"/>
                </a:cubicBezTo>
                <a:cubicBezTo>
                  <a:pt x="19556" y="21600"/>
                  <a:pt x="20113" y="20866"/>
                  <a:pt x="20605" y="20211"/>
                </a:cubicBezTo>
                <a:cubicBezTo>
                  <a:pt x="20972" y="19728"/>
                  <a:pt x="21319" y="19275"/>
                  <a:pt x="21600" y="19275"/>
                </a:cubicBezTo>
                <a:lnTo>
                  <a:pt x="21600" y="15547"/>
                </a:lnTo>
                <a:cubicBezTo>
                  <a:pt x="21038" y="15547"/>
                  <a:pt x="20547" y="16205"/>
                  <a:pt x="20071" y="16829"/>
                </a:cubicBezTo>
                <a:cubicBezTo>
                  <a:pt x="19655" y="17359"/>
                  <a:pt x="19270" y="17872"/>
                  <a:pt x="18897" y="17872"/>
                </a:cubicBezTo>
                <a:cubicBezTo>
                  <a:pt x="18551" y="17872"/>
                  <a:pt x="18221" y="17421"/>
                  <a:pt x="17842" y="16907"/>
                </a:cubicBezTo>
                <a:cubicBezTo>
                  <a:pt x="17377" y="16267"/>
                  <a:pt x="16853" y="15547"/>
                  <a:pt x="16198" y="15547"/>
                </a:cubicBezTo>
                <a:cubicBezTo>
                  <a:pt x="15544" y="15547"/>
                  <a:pt x="15037" y="16268"/>
                  <a:pt x="14583" y="16892"/>
                </a:cubicBezTo>
                <a:cubicBezTo>
                  <a:pt x="14205" y="17422"/>
                  <a:pt x="13875" y="17872"/>
                  <a:pt x="13502" y="17872"/>
                </a:cubicBezTo>
                <a:cubicBezTo>
                  <a:pt x="13134" y="17872"/>
                  <a:pt x="12820" y="17421"/>
                  <a:pt x="12452" y="16907"/>
                </a:cubicBezTo>
                <a:cubicBezTo>
                  <a:pt x="11998" y="16267"/>
                  <a:pt x="11485" y="15547"/>
                  <a:pt x="10803" y="15547"/>
                </a:cubicBezTo>
                <a:cubicBezTo>
                  <a:pt x="10106" y="15547"/>
                  <a:pt x="9554" y="16296"/>
                  <a:pt x="9073" y="16951"/>
                </a:cubicBezTo>
                <a:cubicBezTo>
                  <a:pt x="8711" y="17450"/>
                  <a:pt x="8402" y="17872"/>
                  <a:pt x="8105" y="17872"/>
                </a:cubicBezTo>
                <a:cubicBezTo>
                  <a:pt x="7802" y="17872"/>
                  <a:pt x="7467" y="17436"/>
                  <a:pt x="7083" y="16921"/>
                </a:cubicBezTo>
                <a:cubicBezTo>
                  <a:pt x="6602" y="16282"/>
                  <a:pt x="6050" y="15547"/>
                  <a:pt x="5402" y="15547"/>
                </a:cubicBezTo>
                <a:cubicBezTo>
                  <a:pt x="4747" y="15547"/>
                  <a:pt x="4202" y="16282"/>
                  <a:pt x="3715" y="16921"/>
                </a:cubicBezTo>
                <a:cubicBezTo>
                  <a:pt x="3348" y="17405"/>
                  <a:pt x="3001" y="17872"/>
                  <a:pt x="2703" y="17872"/>
                </a:cubicBezTo>
                <a:cubicBezTo>
                  <a:pt x="2384" y="17872"/>
                  <a:pt x="1996" y="17374"/>
                  <a:pt x="1585" y="16843"/>
                </a:cubicBezTo>
                <a:cubicBezTo>
                  <a:pt x="1082" y="16204"/>
                  <a:pt x="568" y="15547"/>
                  <a:pt x="0" y="15547"/>
                </a:cubicBezTo>
                <a:close/>
              </a:path>
            </a:pathLst>
          </a:custGeom>
          <a:solidFill>
            <a:srgbClr val="7030A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029B673-01D9-E14D-1E48-EEB33D5A3EF8}"/>
              </a:ext>
            </a:extLst>
          </p:cNvPr>
          <p:cNvSpPr/>
          <p:nvPr/>
        </p:nvSpPr>
        <p:spPr>
          <a:xfrm>
            <a:off x="19899854" y="16479730"/>
            <a:ext cx="876557" cy="378638"/>
          </a:xfrm>
          <a:prstGeom prst="rect">
            <a:avLst/>
          </a:prstGeom>
          <a:solidFill>
            <a:schemeClr val="lt1">
              <a:alpha val="80774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341B75F-4F09-DA7F-F8A8-4B99047DE469}"/>
              </a:ext>
            </a:extLst>
          </p:cNvPr>
          <p:cNvSpPr/>
          <p:nvPr/>
        </p:nvSpPr>
        <p:spPr>
          <a:xfrm>
            <a:off x="20771894" y="15367031"/>
            <a:ext cx="876557" cy="378638"/>
          </a:xfrm>
          <a:prstGeom prst="rect">
            <a:avLst/>
          </a:prstGeom>
          <a:solidFill>
            <a:schemeClr val="lt1">
              <a:alpha val="80774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Water">
            <a:extLst>
              <a:ext uri="{FF2B5EF4-FFF2-40B4-BE49-F238E27FC236}">
                <a16:creationId xmlns:a16="http://schemas.microsoft.com/office/drawing/2014/main" id="{BF92DECA-8100-5FAF-495D-7BEF0FD9F104}"/>
              </a:ext>
            </a:extLst>
          </p:cNvPr>
          <p:cNvSpPr/>
          <p:nvPr/>
        </p:nvSpPr>
        <p:spPr>
          <a:xfrm>
            <a:off x="20816943" y="15431381"/>
            <a:ext cx="763393" cy="2646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3728"/>
                </a:lnTo>
                <a:cubicBezTo>
                  <a:pt x="292" y="3728"/>
                  <a:pt x="665" y="4209"/>
                  <a:pt x="1059" y="4708"/>
                </a:cubicBezTo>
                <a:cubicBezTo>
                  <a:pt x="1551" y="5332"/>
                  <a:pt x="2109" y="6053"/>
                  <a:pt x="2703" y="6053"/>
                </a:cubicBezTo>
                <a:cubicBezTo>
                  <a:pt x="3287" y="6053"/>
                  <a:pt x="3802" y="5365"/>
                  <a:pt x="4256" y="4757"/>
                </a:cubicBezTo>
                <a:cubicBezTo>
                  <a:pt x="4656" y="4226"/>
                  <a:pt x="5034" y="3728"/>
                  <a:pt x="5402" y="3728"/>
                </a:cubicBezTo>
                <a:cubicBezTo>
                  <a:pt x="5769" y="3728"/>
                  <a:pt x="6142" y="4226"/>
                  <a:pt x="6542" y="4757"/>
                </a:cubicBezTo>
                <a:cubicBezTo>
                  <a:pt x="6996" y="5365"/>
                  <a:pt x="7516" y="6053"/>
                  <a:pt x="8105" y="6053"/>
                </a:cubicBezTo>
                <a:cubicBezTo>
                  <a:pt x="8689" y="6053"/>
                  <a:pt x="9186" y="5380"/>
                  <a:pt x="9624" y="4771"/>
                </a:cubicBezTo>
                <a:cubicBezTo>
                  <a:pt x="10019" y="4225"/>
                  <a:pt x="10392" y="3728"/>
                  <a:pt x="10803" y="3728"/>
                </a:cubicBezTo>
                <a:cubicBezTo>
                  <a:pt x="11187" y="3728"/>
                  <a:pt x="11512" y="4178"/>
                  <a:pt x="11885" y="4708"/>
                </a:cubicBezTo>
                <a:cubicBezTo>
                  <a:pt x="12328" y="5332"/>
                  <a:pt x="12837" y="6053"/>
                  <a:pt x="13502" y="6053"/>
                </a:cubicBezTo>
                <a:cubicBezTo>
                  <a:pt x="14172" y="6053"/>
                  <a:pt x="14690" y="5333"/>
                  <a:pt x="15144" y="4693"/>
                </a:cubicBezTo>
                <a:cubicBezTo>
                  <a:pt x="15517" y="4179"/>
                  <a:pt x="15836" y="3728"/>
                  <a:pt x="16198" y="3728"/>
                </a:cubicBezTo>
                <a:cubicBezTo>
                  <a:pt x="16566" y="3728"/>
                  <a:pt x="16902" y="4182"/>
                  <a:pt x="17291" y="4727"/>
                </a:cubicBezTo>
                <a:cubicBezTo>
                  <a:pt x="17746" y="5351"/>
                  <a:pt x="18264" y="6053"/>
                  <a:pt x="18902" y="6053"/>
                </a:cubicBezTo>
                <a:cubicBezTo>
                  <a:pt x="19556" y="6053"/>
                  <a:pt x="20113" y="5319"/>
                  <a:pt x="20605" y="4664"/>
                </a:cubicBezTo>
                <a:cubicBezTo>
                  <a:pt x="20972" y="4181"/>
                  <a:pt x="21319" y="3728"/>
                  <a:pt x="21600" y="3728"/>
                </a:cubicBezTo>
                <a:lnTo>
                  <a:pt x="21600" y="0"/>
                </a:lnTo>
                <a:cubicBezTo>
                  <a:pt x="21038" y="0"/>
                  <a:pt x="20547" y="653"/>
                  <a:pt x="20071" y="1277"/>
                </a:cubicBezTo>
                <a:cubicBezTo>
                  <a:pt x="19655" y="1807"/>
                  <a:pt x="19270" y="2325"/>
                  <a:pt x="18897" y="2325"/>
                </a:cubicBezTo>
                <a:cubicBezTo>
                  <a:pt x="18551" y="2325"/>
                  <a:pt x="18221" y="1870"/>
                  <a:pt x="17842" y="1355"/>
                </a:cubicBezTo>
                <a:cubicBezTo>
                  <a:pt x="17377" y="715"/>
                  <a:pt x="16853" y="0"/>
                  <a:pt x="16198" y="0"/>
                </a:cubicBezTo>
                <a:cubicBezTo>
                  <a:pt x="15544" y="0"/>
                  <a:pt x="15037" y="716"/>
                  <a:pt x="14583" y="1340"/>
                </a:cubicBezTo>
                <a:cubicBezTo>
                  <a:pt x="14205" y="1871"/>
                  <a:pt x="13875" y="2325"/>
                  <a:pt x="13502" y="2325"/>
                </a:cubicBezTo>
                <a:cubicBezTo>
                  <a:pt x="13134" y="2325"/>
                  <a:pt x="12820" y="1870"/>
                  <a:pt x="12452" y="1355"/>
                </a:cubicBezTo>
                <a:cubicBezTo>
                  <a:pt x="11998" y="715"/>
                  <a:pt x="11485" y="0"/>
                  <a:pt x="10803" y="0"/>
                </a:cubicBezTo>
                <a:cubicBezTo>
                  <a:pt x="10106" y="0"/>
                  <a:pt x="9554" y="749"/>
                  <a:pt x="9073" y="1404"/>
                </a:cubicBezTo>
                <a:cubicBezTo>
                  <a:pt x="8711" y="1903"/>
                  <a:pt x="8402" y="2325"/>
                  <a:pt x="8105" y="2325"/>
                </a:cubicBezTo>
                <a:cubicBezTo>
                  <a:pt x="7802" y="2325"/>
                  <a:pt x="7467" y="1889"/>
                  <a:pt x="7083" y="1374"/>
                </a:cubicBezTo>
                <a:cubicBezTo>
                  <a:pt x="6602" y="735"/>
                  <a:pt x="6050" y="0"/>
                  <a:pt x="5402" y="0"/>
                </a:cubicBezTo>
                <a:cubicBezTo>
                  <a:pt x="4747" y="0"/>
                  <a:pt x="4202" y="735"/>
                  <a:pt x="3715" y="1374"/>
                </a:cubicBezTo>
                <a:cubicBezTo>
                  <a:pt x="3348" y="1858"/>
                  <a:pt x="3001" y="2325"/>
                  <a:pt x="2703" y="2325"/>
                </a:cubicBezTo>
                <a:cubicBezTo>
                  <a:pt x="2384" y="2325"/>
                  <a:pt x="1996" y="1827"/>
                  <a:pt x="1585" y="1296"/>
                </a:cubicBezTo>
                <a:cubicBezTo>
                  <a:pt x="1082" y="657"/>
                  <a:pt x="568" y="0"/>
                  <a:pt x="0" y="0"/>
                </a:cubicBezTo>
                <a:close/>
                <a:moveTo>
                  <a:pt x="0" y="7769"/>
                </a:moveTo>
                <a:lnTo>
                  <a:pt x="0" y="11492"/>
                </a:lnTo>
                <a:cubicBezTo>
                  <a:pt x="292" y="11492"/>
                  <a:pt x="665" y="11977"/>
                  <a:pt x="1059" y="12477"/>
                </a:cubicBezTo>
                <a:cubicBezTo>
                  <a:pt x="1551" y="13100"/>
                  <a:pt x="2109" y="13817"/>
                  <a:pt x="2703" y="13817"/>
                </a:cubicBezTo>
                <a:cubicBezTo>
                  <a:pt x="3287" y="13817"/>
                  <a:pt x="3802" y="13133"/>
                  <a:pt x="4256" y="12525"/>
                </a:cubicBezTo>
                <a:cubicBezTo>
                  <a:pt x="4656" y="11995"/>
                  <a:pt x="5034" y="11492"/>
                  <a:pt x="5402" y="11492"/>
                </a:cubicBezTo>
                <a:cubicBezTo>
                  <a:pt x="5769" y="11492"/>
                  <a:pt x="6142" y="11995"/>
                  <a:pt x="6542" y="12525"/>
                </a:cubicBezTo>
                <a:cubicBezTo>
                  <a:pt x="6996" y="13133"/>
                  <a:pt x="7516" y="13817"/>
                  <a:pt x="8105" y="13817"/>
                </a:cubicBezTo>
                <a:cubicBezTo>
                  <a:pt x="8689" y="13817"/>
                  <a:pt x="9186" y="13148"/>
                  <a:pt x="9624" y="12540"/>
                </a:cubicBezTo>
                <a:cubicBezTo>
                  <a:pt x="10019" y="11994"/>
                  <a:pt x="10392" y="11492"/>
                  <a:pt x="10803" y="11492"/>
                </a:cubicBezTo>
                <a:cubicBezTo>
                  <a:pt x="11187" y="11492"/>
                  <a:pt x="11512" y="11946"/>
                  <a:pt x="11885" y="12477"/>
                </a:cubicBezTo>
                <a:cubicBezTo>
                  <a:pt x="12328" y="13100"/>
                  <a:pt x="12837" y="13817"/>
                  <a:pt x="13502" y="13817"/>
                </a:cubicBezTo>
                <a:cubicBezTo>
                  <a:pt x="14172" y="13817"/>
                  <a:pt x="14690" y="13101"/>
                  <a:pt x="15144" y="12462"/>
                </a:cubicBezTo>
                <a:cubicBezTo>
                  <a:pt x="15517" y="11947"/>
                  <a:pt x="15836" y="11492"/>
                  <a:pt x="16198" y="11492"/>
                </a:cubicBezTo>
                <a:cubicBezTo>
                  <a:pt x="16566" y="11492"/>
                  <a:pt x="16902" y="11945"/>
                  <a:pt x="17291" y="12491"/>
                </a:cubicBezTo>
                <a:cubicBezTo>
                  <a:pt x="17746" y="13115"/>
                  <a:pt x="18264" y="13817"/>
                  <a:pt x="18902" y="13817"/>
                </a:cubicBezTo>
                <a:cubicBezTo>
                  <a:pt x="19556" y="13817"/>
                  <a:pt x="20113" y="13083"/>
                  <a:pt x="20605" y="12428"/>
                </a:cubicBezTo>
                <a:cubicBezTo>
                  <a:pt x="20972" y="11944"/>
                  <a:pt x="21319" y="11492"/>
                  <a:pt x="21600" y="11492"/>
                </a:cubicBezTo>
                <a:lnTo>
                  <a:pt x="21600" y="7769"/>
                </a:lnTo>
                <a:cubicBezTo>
                  <a:pt x="21038" y="7769"/>
                  <a:pt x="20547" y="8422"/>
                  <a:pt x="20071" y="9045"/>
                </a:cubicBezTo>
                <a:cubicBezTo>
                  <a:pt x="19655" y="9591"/>
                  <a:pt x="19270" y="10088"/>
                  <a:pt x="18897" y="10088"/>
                </a:cubicBezTo>
                <a:cubicBezTo>
                  <a:pt x="18551" y="10088"/>
                  <a:pt x="18221" y="9638"/>
                  <a:pt x="17842" y="9123"/>
                </a:cubicBezTo>
                <a:cubicBezTo>
                  <a:pt x="17377" y="8484"/>
                  <a:pt x="16853" y="7769"/>
                  <a:pt x="16198" y="7769"/>
                </a:cubicBezTo>
                <a:cubicBezTo>
                  <a:pt x="15544" y="7769"/>
                  <a:pt x="15037" y="8485"/>
                  <a:pt x="14583" y="9109"/>
                </a:cubicBezTo>
                <a:cubicBezTo>
                  <a:pt x="14205" y="9639"/>
                  <a:pt x="13875" y="10088"/>
                  <a:pt x="13502" y="10088"/>
                </a:cubicBezTo>
                <a:cubicBezTo>
                  <a:pt x="13134" y="10088"/>
                  <a:pt x="12820" y="9638"/>
                  <a:pt x="12452" y="9123"/>
                </a:cubicBezTo>
                <a:cubicBezTo>
                  <a:pt x="11998" y="8484"/>
                  <a:pt x="11485" y="7769"/>
                  <a:pt x="10803" y="7769"/>
                </a:cubicBezTo>
                <a:cubicBezTo>
                  <a:pt x="10106" y="7769"/>
                  <a:pt x="9554" y="8517"/>
                  <a:pt x="9073" y="9172"/>
                </a:cubicBezTo>
                <a:cubicBezTo>
                  <a:pt x="8711" y="9671"/>
                  <a:pt x="8402" y="10088"/>
                  <a:pt x="8105" y="10088"/>
                </a:cubicBezTo>
                <a:cubicBezTo>
                  <a:pt x="7802" y="10088"/>
                  <a:pt x="7467" y="9653"/>
                  <a:pt x="7083" y="9138"/>
                </a:cubicBezTo>
                <a:cubicBezTo>
                  <a:pt x="6602" y="8499"/>
                  <a:pt x="6050" y="7769"/>
                  <a:pt x="5402" y="7769"/>
                </a:cubicBezTo>
                <a:cubicBezTo>
                  <a:pt x="4747" y="7769"/>
                  <a:pt x="4202" y="8499"/>
                  <a:pt x="3715" y="9138"/>
                </a:cubicBezTo>
                <a:cubicBezTo>
                  <a:pt x="3348" y="9622"/>
                  <a:pt x="3001" y="10088"/>
                  <a:pt x="2703" y="10088"/>
                </a:cubicBezTo>
                <a:cubicBezTo>
                  <a:pt x="2384" y="10088"/>
                  <a:pt x="1996" y="9590"/>
                  <a:pt x="1585" y="9060"/>
                </a:cubicBezTo>
                <a:cubicBezTo>
                  <a:pt x="1082" y="8421"/>
                  <a:pt x="568" y="7769"/>
                  <a:pt x="0" y="7769"/>
                </a:cubicBezTo>
                <a:close/>
                <a:moveTo>
                  <a:pt x="0" y="15547"/>
                </a:moveTo>
                <a:lnTo>
                  <a:pt x="0" y="19275"/>
                </a:lnTo>
                <a:cubicBezTo>
                  <a:pt x="292" y="19275"/>
                  <a:pt x="665" y="19761"/>
                  <a:pt x="1059" y="20260"/>
                </a:cubicBezTo>
                <a:cubicBezTo>
                  <a:pt x="1551" y="20884"/>
                  <a:pt x="2109" y="21600"/>
                  <a:pt x="2703" y="21600"/>
                </a:cubicBezTo>
                <a:cubicBezTo>
                  <a:pt x="3287" y="21600"/>
                  <a:pt x="3802" y="20912"/>
                  <a:pt x="4256" y="20304"/>
                </a:cubicBezTo>
                <a:cubicBezTo>
                  <a:pt x="4656" y="19773"/>
                  <a:pt x="5034" y="19275"/>
                  <a:pt x="5402" y="19275"/>
                </a:cubicBezTo>
                <a:cubicBezTo>
                  <a:pt x="5769" y="19275"/>
                  <a:pt x="6142" y="19773"/>
                  <a:pt x="6542" y="20304"/>
                </a:cubicBezTo>
                <a:cubicBezTo>
                  <a:pt x="6996" y="20912"/>
                  <a:pt x="7516" y="21600"/>
                  <a:pt x="8105" y="21600"/>
                </a:cubicBezTo>
                <a:cubicBezTo>
                  <a:pt x="8689" y="21600"/>
                  <a:pt x="9186" y="20931"/>
                  <a:pt x="9624" y="20323"/>
                </a:cubicBezTo>
                <a:cubicBezTo>
                  <a:pt x="10019" y="19777"/>
                  <a:pt x="10392" y="19275"/>
                  <a:pt x="10803" y="19275"/>
                </a:cubicBezTo>
                <a:cubicBezTo>
                  <a:pt x="11187" y="19275"/>
                  <a:pt x="11512" y="19729"/>
                  <a:pt x="11885" y="20260"/>
                </a:cubicBezTo>
                <a:cubicBezTo>
                  <a:pt x="12328" y="20884"/>
                  <a:pt x="12837" y="21600"/>
                  <a:pt x="13502" y="21600"/>
                </a:cubicBezTo>
                <a:cubicBezTo>
                  <a:pt x="14172" y="21600"/>
                  <a:pt x="14690" y="20885"/>
                  <a:pt x="15144" y="20245"/>
                </a:cubicBezTo>
                <a:cubicBezTo>
                  <a:pt x="15517" y="19730"/>
                  <a:pt x="15836" y="19275"/>
                  <a:pt x="16198" y="19275"/>
                </a:cubicBezTo>
                <a:cubicBezTo>
                  <a:pt x="16566" y="19275"/>
                  <a:pt x="16902" y="19729"/>
                  <a:pt x="17291" y="20274"/>
                </a:cubicBezTo>
                <a:cubicBezTo>
                  <a:pt x="17746" y="20898"/>
                  <a:pt x="18264" y="21600"/>
                  <a:pt x="18902" y="21600"/>
                </a:cubicBezTo>
                <a:cubicBezTo>
                  <a:pt x="19556" y="21600"/>
                  <a:pt x="20113" y="20866"/>
                  <a:pt x="20605" y="20211"/>
                </a:cubicBezTo>
                <a:cubicBezTo>
                  <a:pt x="20972" y="19728"/>
                  <a:pt x="21319" y="19275"/>
                  <a:pt x="21600" y="19275"/>
                </a:cubicBezTo>
                <a:lnTo>
                  <a:pt x="21600" y="15547"/>
                </a:lnTo>
                <a:cubicBezTo>
                  <a:pt x="21038" y="15547"/>
                  <a:pt x="20547" y="16205"/>
                  <a:pt x="20071" y="16829"/>
                </a:cubicBezTo>
                <a:cubicBezTo>
                  <a:pt x="19655" y="17359"/>
                  <a:pt x="19270" y="17872"/>
                  <a:pt x="18897" y="17872"/>
                </a:cubicBezTo>
                <a:cubicBezTo>
                  <a:pt x="18551" y="17872"/>
                  <a:pt x="18221" y="17421"/>
                  <a:pt x="17842" y="16907"/>
                </a:cubicBezTo>
                <a:cubicBezTo>
                  <a:pt x="17377" y="16267"/>
                  <a:pt x="16853" y="15547"/>
                  <a:pt x="16198" y="15547"/>
                </a:cubicBezTo>
                <a:cubicBezTo>
                  <a:pt x="15544" y="15547"/>
                  <a:pt x="15037" y="16268"/>
                  <a:pt x="14583" y="16892"/>
                </a:cubicBezTo>
                <a:cubicBezTo>
                  <a:pt x="14205" y="17422"/>
                  <a:pt x="13875" y="17872"/>
                  <a:pt x="13502" y="17872"/>
                </a:cubicBezTo>
                <a:cubicBezTo>
                  <a:pt x="13134" y="17872"/>
                  <a:pt x="12820" y="17421"/>
                  <a:pt x="12452" y="16907"/>
                </a:cubicBezTo>
                <a:cubicBezTo>
                  <a:pt x="11998" y="16267"/>
                  <a:pt x="11485" y="15547"/>
                  <a:pt x="10803" y="15547"/>
                </a:cubicBezTo>
                <a:cubicBezTo>
                  <a:pt x="10106" y="15547"/>
                  <a:pt x="9554" y="16296"/>
                  <a:pt x="9073" y="16951"/>
                </a:cubicBezTo>
                <a:cubicBezTo>
                  <a:pt x="8711" y="17450"/>
                  <a:pt x="8402" y="17872"/>
                  <a:pt x="8105" y="17872"/>
                </a:cubicBezTo>
                <a:cubicBezTo>
                  <a:pt x="7802" y="17872"/>
                  <a:pt x="7467" y="17436"/>
                  <a:pt x="7083" y="16921"/>
                </a:cubicBezTo>
                <a:cubicBezTo>
                  <a:pt x="6602" y="16282"/>
                  <a:pt x="6050" y="15547"/>
                  <a:pt x="5402" y="15547"/>
                </a:cubicBezTo>
                <a:cubicBezTo>
                  <a:pt x="4747" y="15547"/>
                  <a:pt x="4202" y="16282"/>
                  <a:pt x="3715" y="16921"/>
                </a:cubicBezTo>
                <a:cubicBezTo>
                  <a:pt x="3348" y="17405"/>
                  <a:pt x="3001" y="17872"/>
                  <a:pt x="2703" y="17872"/>
                </a:cubicBezTo>
                <a:cubicBezTo>
                  <a:pt x="2384" y="17872"/>
                  <a:pt x="1996" y="17374"/>
                  <a:pt x="1585" y="16843"/>
                </a:cubicBezTo>
                <a:cubicBezTo>
                  <a:pt x="1082" y="16204"/>
                  <a:pt x="568" y="15547"/>
                  <a:pt x="0" y="15547"/>
                </a:cubicBezTo>
                <a:close/>
              </a:path>
            </a:pathLst>
          </a:custGeom>
          <a:solidFill>
            <a:srgbClr val="C0000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0" name="Water">
            <a:extLst>
              <a:ext uri="{FF2B5EF4-FFF2-40B4-BE49-F238E27FC236}">
                <a16:creationId xmlns:a16="http://schemas.microsoft.com/office/drawing/2014/main" id="{287397F6-1460-9F5D-AA09-4147D33D5EA8}"/>
              </a:ext>
            </a:extLst>
          </p:cNvPr>
          <p:cNvSpPr/>
          <p:nvPr/>
        </p:nvSpPr>
        <p:spPr>
          <a:xfrm>
            <a:off x="19947933" y="16541280"/>
            <a:ext cx="763393" cy="2646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3728"/>
                </a:lnTo>
                <a:cubicBezTo>
                  <a:pt x="292" y="3728"/>
                  <a:pt x="665" y="4209"/>
                  <a:pt x="1059" y="4708"/>
                </a:cubicBezTo>
                <a:cubicBezTo>
                  <a:pt x="1551" y="5332"/>
                  <a:pt x="2109" y="6053"/>
                  <a:pt x="2703" y="6053"/>
                </a:cubicBezTo>
                <a:cubicBezTo>
                  <a:pt x="3287" y="6053"/>
                  <a:pt x="3802" y="5365"/>
                  <a:pt x="4256" y="4757"/>
                </a:cubicBezTo>
                <a:cubicBezTo>
                  <a:pt x="4656" y="4226"/>
                  <a:pt x="5034" y="3728"/>
                  <a:pt x="5402" y="3728"/>
                </a:cubicBezTo>
                <a:cubicBezTo>
                  <a:pt x="5769" y="3728"/>
                  <a:pt x="6142" y="4226"/>
                  <a:pt x="6542" y="4757"/>
                </a:cubicBezTo>
                <a:cubicBezTo>
                  <a:pt x="6996" y="5365"/>
                  <a:pt x="7516" y="6053"/>
                  <a:pt x="8105" y="6053"/>
                </a:cubicBezTo>
                <a:cubicBezTo>
                  <a:pt x="8689" y="6053"/>
                  <a:pt x="9186" y="5380"/>
                  <a:pt x="9624" y="4771"/>
                </a:cubicBezTo>
                <a:cubicBezTo>
                  <a:pt x="10019" y="4225"/>
                  <a:pt x="10392" y="3728"/>
                  <a:pt x="10803" y="3728"/>
                </a:cubicBezTo>
                <a:cubicBezTo>
                  <a:pt x="11187" y="3728"/>
                  <a:pt x="11512" y="4178"/>
                  <a:pt x="11885" y="4708"/>
                </a:cubicBezTo>
                <a:cubicBezTo>
                  <a:pt x="12328" y="5332"/>
                  <a:pt x="12837" y="6053"/>
                  <a:pt x="13502" y="6053"/>
                </a:cubicBezTo>
                <a:cubicBezTo>
                  <a:pt x="14172" y="6053"/>
                  <a:pt x="14690" y="5333"/>
                  <a:pt x="15144" y="4693"/>
                </a:cubicBezTo>
                <a:cubicBezTo>
                  <a:pt x="15517" y="4179"/>
                  <a:pt x="15836" y="3728"/>
                  <a:pt x="16198" y="3728"/>
                </a:cubicBezTo>
                <a:cubicBezTo>
                  <a:pt x="16566" y="3728"/>
                  <a:pt x="16902" y="4182"/>
                  <a:pt x="17291" y="4727"/>
                </a:cubicBezTo>
                <a:cubicBezTo>
                  <a:pt x="17746" y="5351"/>
                  <a:pt x="18264" y="6053"/>
                  <a:pt x="18902" y="6053"/>
                </a:cubicBezTo>
                <a:cubicBezTo>
                  <a:pt x="19556" y="6053"/>
                  <a:pt x="20113" y="5319"/>
                  <a:pt x="20605" y="4664"/>
                </a:cubicBezTo>
                <a:cubicBezTo>
                  <a:pt x="20972" y="4181"/>
                  <a:pt x="21319" y="3728"/>
                  <a:pt x="21600" y="3728"/>
                </a:cubicBezTo>
                <a:lnTo>
                  <a:pt x="21600" y="0"/>
                </a:lnTo>
                <a:cubicBezTo>
                  <a:pt x="21038" y="0"/>
                  <a:pt x="20547" y="653"/>
                  <a:pt x="20071" y="1277"/>
                </a:cubicBezTo>
                <a:cubicBezTo>
                  <a:pt x="19655" y="1807"/>
                  <a:pt x="19270" y="2325"/>
                  <a:pt x="18897" y="2325"/>
                </a:cubicBezTo>
                <a:cubicBezTo>
                  <a:pt x="18551" y="2325"/>
                  <a:pt x="18221" y="1870"/>
                  <a:pt x="17842" y="1355"/>
                </a:cubicBezTo>
                <a:cubicBezTo>
                  <a:pt x="17377" y="715"/>
                  <a:pt x="16853" y="0"/>
                  <a:pt x="16198" y="0"/>
                </a:cubicBezTo>
                <a:cubicBezTo>
                  <a:pt x="15544" y="0"/>
                  <a:pt x="15037" y="716"/>
                  <a:pt x="14583" y="1340"/>
                </a:cubicBezTo>
                <a:cubicBezTo>
                  <a:pt x="14205" y="1871"/>
                  <a:pt x="13875" y="2325"/>
                  <a:pt x="13502" y="2325"/>
                </a:cubicBezTo>
                <a:cubicBezTo>
                  <a:pt x="13134" y="2325"/>
                  <a:pt x="12820" y="1870"/>
                  <a:pt x="12452" y="1355"/>
                </a:cubicBezTo>
                <a:cubicBezTo>
                  <a:pt x="11998" y="715"/>
                  <a:pt x="11485" y="0"/>
                  <a:pt x="10803" y="0"/>
                </a:cubicBezTo>
                <a:cubicBezTo>
                  <a:pt x="10106" y="0"/>
                  <a:pt x="9554" y="749"/>
                  <a:pt x="9073" y="1404"/>
                </a:cubicBezTo>
                <a:cubicBezTo>
                  <a:pt x="8711" y="1903"/>
                  <a:pt x="8402" y="2325"/>
                  <a:pt x="8105" y="2325"/>
                </a:cubicBezTo>
                <a:cubicBezTo>
                  <a:pt x="7802" y="2325"/>
                  <a:pt x="7467" y="1889"/>
                  <a:pt x="7083" y="1374"/>
                </a:cubicBezTo>
                <a:cubicBezTo>
                  <a:pt x="6602" y="735"/>
                  <a:pt x="6050" y="0"/>
                  <a:pt x="5402" y="0"/>
                </a:cubicBezTo>
                <a:cubicBezTo>
                  <a:pt x="4747" y="0"/>
                  <a:pt x="4202" y="735"/>
                  <a:pt x="3715" y="1374"/>
                </a:cubicBezTo>
                <a:cubicBezTo>
                  <a:pt x="3348" y="1858"/>
                  <a:pt x="3001" y="2325"/>
                  <a:pt x="2703" y="2325"/>
                </a:cubicBezTo>
                <a:cubicBezTo>
                  <a:pt x="2384" y="2325"/>
                  <a:pt x="1996" y="1827"/>
                  <a:pt x="1585" y="1296"/>
                </a:cubicBezTo>
                <a:cubicBezTo>
                  <a:pt x="1082" y="657"/>
                  <a:pt x="568" y="0"/>
                  <a:pt x="0" y="0"/>
                </a:cubicBezTo>
                <a:close/>
                <a:moveTo>
                  <a:pt x="0" y="7769"/>
                </a:moveTo>
                <a:lnTo>
                  <a:pt x="0" y="11492"/>
                </a:lnTo>
                <a:cubicBezTo>
                  <a:pt x="292" y="11492"/>
                  <a:pt x="665" y="11977"/>
                  <a:pt x="1059" y="12477"/>
                </a:cubicBezTo>
                <a:cubicBezTo>
                  <a:pt x="1551" y="13100"/>
                  <a:pt x="2109" y="13817"/>
                  <a:pt x="2703" y="13817"/>
                </a:cubicBezTo>
                <a:cubicBezTo>
                  <a:pt x="3287" y="13817"/>
                  <a:pt x="3802" y="13133"/>
                  <a:pt x="4256" y="12525"/>
                </a:cubicBezTo>
                <a:cubicBezTo>
                  <a:pt x="4656" y="11995"/>
                  <a:pt x="5034" y="11492"/>
                  <a:pt x="5402" y="11492"/>
                </a:cubicBezTo>
                <a:cubicBezTo>
                  <a:pt x="5769" y="11492"/>
                  <a:pt x="6142" y="11995"/>
                  <a:pt x="6542" y="12525"/>
                </a:cubicBezTo>
                <a:cubicBezTo>
                  <a:pt x="6996" y="13133"/>
                  <a:pt x="7516" y="13817"/>
                  <a:pt x="8105" y="13817"/>
                </a:cubicBezTo>
                <a:cubicBezTo>
                  <a:pt x="8689" y="13817"/>
                  <a:pt x="9186" y="13148"/>
                  <a:pt x="9624" y="12540"/>
                </a:cubicBezTo>
                <a:cubicBezTo>
                  <a:pt x="10019" y="11994"/>
                  <a:pt x="10392" y="11492"/>
                  <a:pt x="10803" y="11492"/>
                </a:cubicBezTo>
                <a:cubicBezTo>
                  <a:pt x="11187" y="11492"/>
                  <a:pt x="11512" y="11946"/>
                  <a:pt x="11885" y="12477"/>
                </a:cubicBezTo>
                <a:cubicBezTo>
                  <a:pt x="12328" y="13100"/>
                  <a:pt x="12837" y="13817"/>
                  <a:pt x="13502" y="13817"/>
                </a:cubicBezTo>
                <a:cubicBezTo>
                  <a:pt x="14172" y="13817"/>
                  <a:pt x="14690" y="13101"/>
                  <a:pt x="15144" y="12462"/>
                </a:cubicBezTo>
                <a:cubicBezTo>
                  <a:pt x="15517" y="11947"/>
                  <a:pt x="15836" y="11492"/>
                  <a:pt x="16198" y="11492"/>
                </a:cubicBezTo>
                <a:cubicBezTo>
                  <a:pt x="16566" y="11492"/>
                  <a:pt x="16902" y="11945"/>
                  <a:pt x="17291" y="12491"/>
                </a:cubicBezTo>
                <a:cubicBezTo>
                  <a:pt x="17746" y="13115"/>
                  <a:pt x="18264" y="13817"/>
                  <a:pt x="18902" y="13817"/>
                </a:cubicBezTo>
                <a:cubicBezTo>
                  <a:pt x="19556" y="13817"/>
                  <a:pt x="20113" y="13083"/>
                  <a:pt x="20605" y="12428"/>
                </a:cubicBezTo>
                <a:cubicBezTo>
                  <a:pt x="20972" y="11944"/>
                  <a:pt x="21319" y="11492"/>
                  <a:pt x="21600" y="11492"/>
                </a:cubicBezTo>
                <a:lnTo>
                  <a:pt x="21600" y="7769"/>
                </a:lnTo>
                <a:cubicBezTo>
                  <a:pt x="21038" y="7769"/>
                  <a:pt x="20547" y="8422"/>
                  <a:pt x="20071" y="9045"/>
                </a:cubicBezTo>
                <a:cubicBezTo>
                  <a:pt x="19655" y="9591"/>
                  <a:pt x="19270" y="10088"/>
                  <a:pt x="18897" y="10088"/>
                </a:cubicBezTo>
                <a:cubicBezTo>
                  <a:pt x="18551" y="10088"/>
                  <a:pt x="18221" y="9638"/>
                  <a:pt x="17842" y="9123"/>
                </a:cubicBezTo>
                <a:cubicBezTo>
                  <a:pt x="17377" y="8484"/>
                  <a:pt x="16853" y="7769"/>
                  <a:pt x="16198" y="7769"/>
                </a:cubicBezTo>
                <a:cubicBezTo>
                  <a:pt x="15544" y="7769"/>
                  <a:pt x="15037" y="8485"/>
                  <a:pt x="14583" y="9109"/>
                </a:cubicBezTo>
                <a:cubicBezTo>
                  <a:pt x="14205" y="9639"/>
                  <a:pt x="13875" y="10088"/>
                  <a:pt x="13502" y="10088"/>
                </a:cubicBezTo>
                <a:cubicBezTo>
                  <a:pt x="13134" y="10088"/>
                  <a:pt x="12820" y="9638"/>
                  <a:pt x="12452" y="9123"/>
                </a:cubicBezTo>
                <a:cubicBezTo>
                  <a:pt x="11998" y="8484"/>
                  <a:pt x="11485" y="7769"/>
                  <a:pt x="10803" y="7769"/>
                </a:cubicBezTo>
                <a:cubicBezTo>
                  <a:pt x="10106" y="7769"/>
                  <a:pt x="9554" y="8517"/>
                  <a:pt x="9073" y="9172"/>
                </a:cubicBezTo>
                <a:cubicBezTo>
                  <a:pt x="8711" y="9671"/>
                  <a:pt x="8402" y="10088"/>
                  <a:pt x="8105" y="10088"/>
                </a:cubicBezTo>
                <a:cubicBezTo>
                  <a:pt x="7802" y="10088"/>
                  <a:pt x="7467" y="9653"/>
                  <a:pt x="7083" y="9138"/>
                </a:cubicBezTo>
                <a:cubicBezTo>
                  <a:pt x="6602" y="8499"/>
                  <a:pt x="6050" y="7769"/>
                  <a:pt x="5402" y="7769"/>
                </a:cubicBezTo>
                <a:cubicBezTo>
                  <a:pt x="4747" y="7769"/>
                  <a:pt x="4202" y="8499"/>
                  <a:pt x="3715" y="9138"/>
                </a:cubicBezTo>
                <a:cubicBezTo>
                  <a:pt x="3348" y="9622"/>
                  <a:pt x="3001" y="10088"/>
                  <a:pt x="2703" y="10088"/>
                </a:cubicBezTo>
                <a:cubicBezTo>
                  <a:pt x="2384" y="10088"/>
                  <a:pt x="1996" y="9590"/>
                  <a:pt x="1585" y="9060"/>
                </a:cubicBezTo>
                <a:cubicBezTo>
                  <a:pt x="1082" y="8421"/>
                  <a:pt x="568" y="7769"/>
                  <a:pt x="0" y="7769"/>
                </a:cubicBezTo>
                <a:close/>
                <a:moveTo>
                  <a:pt x="0" y="15547"/>
                </a:moveTo>
                <a:lnTo>
                  <a:pt x="0" y="19275"/>
                </a:lnTo>
                <a:cubicBezTo>
                  <a:pt x="292" y="19275"/>
                  <a:pt x="665" y="19761"/>
                  <a:pt x="1059" y="20260"/>
                </a:cubicBezTo>
                <a:cubicBezTo>
                  <a:pt x="1551" y="20884"/>
                  <a:pt x="2109" y="21600"/>
                  <a:pt x="2703" y="21600"/>
                </a:cubicBezTo>
                <a:cubicBezTo>
                  <a:pt x="3287" y="21600"/>
                  <a:pt x="3802" y="20912"/>
                  <a:pt x="4256" y="20304"/>
                </a:cubicBezTo>
                <a:cubicBezTo>
                  <a:pt x="4656" y="19773"/>
                  <a:pt x="5034" y="19275"/>
                  <a:pt x="5402" y="19275"/>
                </a:cubicBezTo>
                <a:cubicBezTo>
                  <a:pt x="5769" y="19275"/>
                  <a:pt x="6142" y="19773"/>
                  <a:pt x="6542" y="20304"/>
                </a:cubicBezTo>
                <a:cubicBezTo>
                  <a:pt x="6996" y="20912"/>
                  <a:pt x="7516" y="21600"/>
                  <a:pt x="8105" y="21600"/>
                </a:cubicBezTo>
                <a:cubicBezTo>
                  <a:pt x="8689" y="21600"/>
                  <a:pt x="9186" y="20931"/>
                  <a:pt x="9624" y="20323"/>
                </a:cubicBezTo>
                <a:cubicBezTo>
                  <a:pt x="10019" y="19777"/>
                  <a:pt x="10392" y="19275"/>
                  <a:pt x="10803" y="19275"/>
                </a:cubicBezTo>
                <a:cubicBezTo>
                  <a:pt x="11187" y="19275"/>
                  <a:pt x="11512" y="19729"/>
                  <a:pt x="11885" y="20260"/>
                </a:cubicBezTo>
                <a:cubicBezTo>
                  <a:pt x="12328" y="20884"/>
                  <a:pt x="12837" y="21600"/>
                  <a:pt x="13502" y="21600"/>
                </a:cubicBezTo>
                <a:cubicBezTo>
                  <a:pt x="14172" y="21600"/>
                  <a:pt x="14690" y="20885"/>
                  <a:pt x="15144" y="20245"/>
                </a:cubicBezTo>
                <a:cubicBezTo>
                  <a:pt x="15517" y="19730"/>
                  <a:pt x="15836" y="19275"/>
                  <a:pt x="16198" y="19275"/>
                </a:cubicBezTo>
                <a:cubicBezTo>
                  <a:pt x="16566" y="19275"/>
                  <a:pt x="16902" y="19729"/>
                  <a:pt x="17291" y="20274"/>
                </a:cubicBezTo>
                <a:cubicBezTo>
                  <a:pt x="17746" y="20898"/>
                  <a:pt x="18264" y="21600"/>
                  <a:pt x="18902" y="21600"/>
                </a:cubicBezTo>
                <a:cubicBezTo>
                  <a:pt x="19556" y="21600"/>
                  <a:pt x="20113" y="20866"/>
                  <a:pt x="20605" y="20211"/>
                </a:cubicBezTo>
                <a:cubicBezTo>
                  <a:pt x="20972" y="19728"/>
                  <a:pt x="21319" y="19275"/>
                  <a:pt x="21600" y="19275"/>
                </a:cubicBezTo>
                <a:lnTo>
                  <a:pt x="21600" y="15547"/>
                </a:lnTo>
                <a:cubicBezTo>
                  <a:pt x="21038" y="15547"/>
                  <a:pt x="20547" y="16205"/>
                  <a:pt x="20071" y="16829"/>
                </a:cubicBezTo>
                <a:cubicBezTo>
                  <a:pt x="19655" y="17359"/>
                  <a:pt x="19270" y="17872"/>
                  <a:pt x="18897" y="17872"/>
                </a:cubicBezTo>
                <a:cubicBezTo>
                  <a:pt x="18551" y="17872"/>
                  <a:pt x="18221" y="17421"/>
                  <a:pt x="17842" y="16907"/>
                </a:cubicBezTo>
                <a:cubicBezTo>
                  <a:pt x="17377" y="16267"/>
                  <a:pt x="16853" y="15547"/>
                  <a:pt x="16198" y="15547"/>
                </a:cubicBezTo>
                <a:cubicBezTo>
                  <a:pt x="15544" y="15547"/>
                  <a:pt x="15037" y="16268"/>
                  <a:pt x="14583" y="16892"/>
                </a:cubicBezTo>
                <a:cubicBezTo>
                  <a:pt x="14205" y="17422"/>
                  <a:pt x="13875" y="17872"/>
                  <a:pt x="13502" y="17872"/>
                </a:cubicBezTo>
                <a:cubicBezTo>
                  <a:pt x="13134" y="17872"/>
                  <a:pt x="12820" y="17421"/>
                  <a:pt x="12452" y="16907"/>
                </a:cubicBezTo>
                <a:cubicBezTo>
                  <a:pt x="11998" y="16267"/>
                  <a:pt x="11485" y="15547"/>
                  <a:pt x="10803" y="15547"/>
                </a:cubicBezTo>
                <a:cubicBezTo>
                  <a:pt x="10106" y="15547"/>
                  <a:pt x="9554" y="16296"/>
                  <a:pt x="9073" y="16951"/>
                </a:cubicBezTo>
                <a:cubicBezTo>
                  <a:pt x="8711" y="17450"/>
                  <a:pt x="8402" y="17872"/>
                  <a:pt x="8105" y="17872"/>
                </a:cubicBezTo>
                <a:cubicBezTo>
                  <a:pt x="7802" y="17872"/>
                  <a:pt x="7467" y="17436"/>
                  <a:pt x="7083" y="16921"/>
                </a:cubicBezTo>
                <a:cubicBezTo>
                  <a:pt x="6602" y="16282"/>
                  <a:pt x="6050" y="15547"/>
                  <a:pt x="5402" y="15547"/>
                </a:cubicBezTo>
                <a:cubicBezTo>
                  <a:pt x="4747" y="15547"/>
                  <a:pt x="4202" y="16282"/>
                  <a:pt x="3715" y="16921"/>
                </a:cubicBezTo>
                <a:cubicBezTo>
                  <a:pt x="3348" y="17405"/>
                  <a:pt x="3001" y="17872"/>
                  <a:pt x="2703" y="17872"/>
                </a:cubicBezTo>
                <a:cubicBezTo>
                  <a:pt x="2384" y="17872"/>
                  <a:pt x="1996" y="17374"/>
                  <a:pt x="1585" y="16843"/>
                </a:cubicBezTo>
                <a:cubicBezTo>
                  <a:pt x="1082" y="16204"/>
                  <a:pt x="568" y="15547"/>
                  <a:pt x="0" y="15547"/>
                </a:cubicBezTo>
                <a:close/>
              </a:path>
            </a:pathLst>
          </a:custGeom>
          <a:solidFill>
            <a:srgbClr val="C0000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8" name="Gear">
            <a:extLst>
              <a:ext uri="{FF2B5EF4-FFF2-40B4-BE49-F238E27FC236}">
                <a16:creationId xmlns:a16="http://schemas.microsoft.com/office/drawing/2014/main" id="{4A20239E-42A5-6A6A-9BA5-BBDB9F8362B5}"/>
              </a:ext>
            </a:extLst>
          </p:cNvPr>
          <p:cNvSpPr/>
          <p:nvPr/>
        </p:nvSpPr>
        <p:spPr>
          <a:xfrm>
            <a:off x="14191507" y="12104833"/>
            <a:ext cx="637756" cy="6349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9384" y="0"/>
                </a:moveTo>
                <a:cubicBezTo>
                  <a:pt x="9373" y="0"/>
                  <a:pt x="9237" y="27"/>
                  <a:pt x="9075" y="54"/>
                </a:cubicBezTo>
                <a:lnTo>
                  <a:pt x="7468" y="445"/>
                </a:lnTo>
                <a:cubicBezTo>
                  <a:pt x="7312" y="494"/>
                  <a:pt x="7177" y="531"/>
                  <a:pt x="7166" y="537"/>
                </a:cubicBezTo>
                <a:cubicBezTo>
                  <a:pt x="7161" y="542"/>
                  <a:pt x="7154" y="677"/>
                  <a:pt x="7154" y="840"/>
                </a:cubicBezTo>
                <a:lnTo>
                  <a:pt x="7166" y="1761"/>
                </a:lnTo>
                <a:cubicBezTo>
                  <a:pt x="7166" y="1924"/>
                  <a:pt x="7047" y="2119"/>
                  <a:pt x="6902" y="2190"/>
                </a:cubicBezTo>
                <a:lnTo>
                  <a:pt x="6151" y="2574"/>
                </a:lnTo>
                <a:cubicBezTo>
                  <a:pt x="6006" y="2655"/>
                  <a:pt x="5778" y="2644"/>
                  <a:pt x="5649" y="2547"/>
                </a:cubicBezTo>
                <a:lnTo>
                  <a:pt x="4900" y="2010"/>
                </a:lnTo>
                <a:cubicBezTo>
                  <a:pt x="4765" y="1913"/>
                  <a:pt x="4651" y="1842"/>
                  <a:pt x="4645" y="1848"/>
                </a:cubicBezTo>
                <a:cubicBezTo>
                  <a:pt x="4640" y="1853"/>
                  <a:pt x="4527" y="1941"/>
                  <a:pt x="4398" y="2044"/>
                </a:cubicBezTo>
                <a:lnTo>
                  <a:pt x="3162" y="3116"/>
                </a:lnTo>
                <a:cubicBezTo>
                  <a:pt x="3043" y="3230"/>
                  <a:pt x="2941" y="3327"/>
                  <a:pt x="2936" y="3333"/>
                </a:cubicBezTo>
                <a:cubicBezTo>
                  <a:pt x="2930" y="3338"/>
                  <a:pt x="2990" y="3462"/>
                  <a:pt x="3065" y="3609"/>
                </a:cubicBezTo>
                <a:lnTo>
                  <a:pt x="3490" y="4401"/>
                </a:lnTo>
                <a:cubicBezTo>
                  <a:pt x="3566" y="4548"/>
                  <a:pt x="3551" y="4769"/>
                  <a:pt x="3448" y="4899"/>
                </a:cubicBezTo>
                <a:lnTo>
                  <a:pt x="2909" y="5648"/>
                </a:lnTo>
                <a:cubicBezTo>
                  <a:pt x="2817" y="5783"/>
                  <a:pt x="2612" y="5879"/>
                  <a:pt x="2450" y="5858"/>
                </a:cubicBezTo>
                <a:lnTo>
                  <a:pt x="1548" y="5739"/>
                </a:lnTo>
                <a:cubicBezTo>
                  <a:pt x="1386" y="5717"/>
                  <a:pt x="1251" y="5707"/>
                  <a:pt x="1246" y="5712"/>
                </a:cubicBezTo>
                <a:cubicBezTo>
                  <a:pt x="1241" y="5717"/>
                  <a:pt x="1181" y="5848"/>
                  <a:pt x="1111" y="6000"/>
                </a:cubicBezTo>
                <a:lnTo>
                  <a:pt x="518" y="7483"/>
                </a:lnTo>
                <a:cubicBezTo>
                  <a:pt x="464" y="7640"/>
                  <a:pt x="420" y="7776"/>
                  <a:pt x="415" y="7781"/>
                </a:cubicBezTo>
                <a:cubicBezTo>
                  <a:pt x="415" y="7792"/>
                  <a:pt x="523" y="7874"/>
                  <a:pt x="658" y="7966"/>
                </a:cubicBezTo>
                <a:lnTo>
                  <a:pt x="1381" y="8454"/>
                </a:lnTo>
                <a:cubicBezTo>
                  <a:pt x="1516" y="8546"/>
                  <a:pt x="1602" y="8752"/>
                  <a:pt x="1570" y="8914"/>
                </a:cubicBezTo>
                <a:lnTo>
                  <a:pt x="1420" y="9944"/>
                </a:lnTo>
                <a:cubicBezTo>
                  <a:pt x="1404" y="10106"/>
                  <a:pt x="1263" y="10291"/>
                  <a:pt x="1106" y="10345"/>
                </a:cubicBezTo>
                <a:lnTo>
                  <a:pt x="280" y="10648"/>
                </a:lnTo>
                <a:cubicBezTo>
                  <a:pt x="123" y="10702"/>
                  <a:pt x="0" y="10758"/>
                  <a:pt x="0" y="10769"/>
                </a:cubicBezTo>
                <a:cubicBezTo>
                  <a:pt x="0" y="10779"/>
                  <a:pt x="6" y="10919"/>
                  <a:pt x="17" y="11082"/>
                </a:cubicBezTo>
                <a:lnTo>
                  <a:pt x="167" y="12626"/>
                </a:lnTo>
                <a:cubicBezTo>
                  <a:pt x="194" y="12789"/>
                  <a:pt x="210" y="12930"/>
                  <a:pt x="216" y="12941"/>
                </a:cubicBezTo>
                <a:cubicBezTo>
                  <a:pt x="216" y="12952"/>
                  <a:pt x="350" y="12974"/>
                  <a:pt x="518" y="12990"/>
                </a:cubicBezTo>
                <a:lnTo>
                  <a:pt x="1354" y="13082"/>
                </a:lnTo>
                <a:cubicBezTo>
                  <a:pt x="1516" y="13098"/>
                  <a:pt x="1688" y="13245"/>
                  <a:pt x="1737" y="13402"/>
                </a:cubicBezTo>
                <a:lnTo>
                  <a:pt x="2121" y="14501"/>
                </a:lnTo>
                <a:cubicBezTo>
                  <a:pt x="2181" y="14653"/>
                  <a:pt x="2142" y="14881"/>
                  <a:pt x="2028" y="15000"/>
                </a:cubicBezTo>
                <a:lnTo>
                  <a:pt x="1457" y="15624"/>
                </a:lnTo>
                <a:cubicBezTo>
                  <a:pt x="1349" y="15743"/>
                  <a:pt x="1258" y="15850"/>
                  <a:pt x="1263" y="15856"/>
                </a:cubicBezTo>
                <a:cubicBezTo>
                  <a:pt x="1268" y="15861"/>
                  <a:pt x="1338" y="15986"/>
                  <a:pt x="1425" y="16127"/>
                </a:cubicBezTo>
                <a:lnTo>
                  <a:pt x="2256" y="17380"/>
                </a:lnTo>
                <a:cubicBezTo>
                  <a:pt x="2353" y="17510"/>
                  <a:pt x="2440" y="17623"/>
                  <a:pt x="2445" y="17634"/>
                </a:cubicBezTo>
                <a:cubicBezTo>
                  <a:pt x="2450" y="17639"/>
                  <a:pt x="2579" y="17595"/>
                  <a:pt x="2730" y="17535"/>
                </a:cubicBezTo>
                <a:lnTo>
                  <a:pt x="3490" y="17232"/>
                </a:lnTo>
                <a:cubicBezTo>
                  <a:pt x="3641" y="17173"/>
                  <a:pt x="3863" y="17216"/>
                  <a:pt x="3976" y="17336"/>
                </a:cubicBezTo>
                <a:lnTo>
                  <a:pt x="4905" y="18192"/>
                </a:lnTo>
                <a:cubicBezTo>
                  <a:pt x="5029" y="18295"/>
                  <a:pt x="5100" y="18511"/>
                  <a:pt x="5062" y="18673"/>
                </a:cubicBezTo>
                <a:lnTo>
                  <a:pt x="4851" y="19476"/>
                </a:lnTo>
                <a:cubicBezTo>
                  <a:pt x="4808" y="19633"/>
                  <a:pt x="4780" y="19769"/>
                  <a:pt x="4785" y="19774"/>
                </a:cubicBezTo>
                <a:cubicBezTo>
                  <a:pt x="4791" y="19780"/>
                  <a:pt x="4915" y="19850"/>
                  <a:pt x="5055" y="19937"/>
                </a:cubicBezTo>
                <a:lnTo>
                  <a:pt x="6345" y="20631"/>
                </a:lnTo>
                <a:cubicBezTo>
                  <a:pt x="6491" y="20701"/>
                  <a:pt x="6621" y="20761"/>
                  <a:pt x="6632" y="20766"/>
                </a:cubicBezTo>
                <a:cubicBezTo>
                  <a:pt x="6637" y="20772"/>
                  <a:pt x="6735" y="20668"/>
                  <a:pt x="6843" y="20543"/>
                </a:cubicBezTo>
                <a:lnTo>
                  <a:pt x="7370" y="19932"/>
                </a:lnTo>
                <a:cubicBezTo>
                  <a:pt x="7478" y="19807"/>
                  <a:pt x="7694" y="19742"/>
                  <a:pt x="7851" y="19791"/>
                </a:cubicBezTo>
                <a:lnTo>
                  <a:pt x="9136" y="20116"/>
                </a:lnTo>
                <a:cubicBezTo>
                  <a:pt x="9298" y="20149"/>
                  <a:pt x="9459" y="20306"/>
                  <a:pt x="9497" y="20468"/>
                </a:cubicBezTo>
                <a:lnTo>
                  <a:pt x="9680" y="21259"/>
                </a:lnTo>
                <a:cubicBezTo>
                  <a:pt x="9718" y="21422"/>
                  <a:pt x="9756" y="21552"/>
                  <a:pt x="9761" y="21552"/>
                </a:cubicBezTo>
                <a:cubicBezTo>
                  <a:pt x="9767" y="21552"/>
                  <a:pt x="9911" y="21562"/>
                  <a:pt x="10073" y="21573"/>
                </a:cubicBezTo>
                <a:lnTo>
                  <a:pt x="10500" y="21595"/>
                </a:lnTo>
                <a:cubicBezTo>
                  <a:pt x="10662" y="21600"/>
                  <a:pt x="10931" y="21600"/>
                  <a:pt x="11098" y="21595"/>
                </a:cubicBezTo>
                <a:lnTo>
                  <a:pt x="11525" y="21573"/>
                </a:lnTo>
                <a:cubicBezTo>
                  <a:pt x="11687" y="21562"/>
                  <a:pt x="11828" y="21552"/>
                  <a:pt x="11839" y="21552"/>
                </a:cubicBezTo>
                <a:cubicBezTo>
                  <a:pt x="11849" y="21552"/>
                  <a:pt x="11882" y="21416"/>
                  <a:pt x="11920" y="21259"/>
                </a:cubicBezTo>
                <a:lnTo>
                  <a:pt x="12103" y="20468"/>
                </a:lnTo>
                <a:cubicBezTo>
                  <a:pt x="12141" y="20306"/>
                  <a:pt x="12302" y="20149"/>
                  <a:pt x="12464" y="20116"/>
                </a:cubicBezTo>
                <a:lnTo>
                  <a:pt x="13749" y="19791"/>
                </a:lnTo>
                <a:cubicBezTo>
                  <a:pt x="13906" y="19742"/>
                  <a:pt x="14120" y="19807"/>
                  <a:pt x="14228" y="19932"/>
                </a:cubicBezTo>
                <a:lnTo>
                  <a:pt x="14757" y="20543"/>
                </a:lnTo>
                <a:cubicBezTo>
                  <a:pt x="14865" y="20668"/>
                  <a:pt x="14957" y="20767"/>
                  <a:pt x="14968" y="20766"/>
                </a:cubicBezTo>
                <a:cubicBezTo>
                  <a:pt x="14974" y="20761"/>
                  <a:pt x="15102" y="20701"/>
                  <a:pt x="15253" y="20631"/>
                </a:cubicBezTo>
                <a:lnTo>
                  <a:pt x="16543" y="19937"/>
                </a:lnTo>
                <a:cubicBezTo>
                  <a:pt x="16683" y="19850"/>
                  <a:pt x="16802" y="19780"/>
                  <a:pt x="16813" y="19774"/>
                </a:cubicBezTo>
                <a:cubicBezTo>
                  <a:pt x="16818" y="19769"/>
                  <a:pt x="16792" y="19633"/>
                  <a:pt x="16749" y="19476"/>
                </a:cubicBezTo>
                <a:lnTo>
                  <a:pt x="16538" y="18673"/>
                </a:lnTo>
                <a:cubicBezTo>
                  <a:pt x="16495" y="18516"/>
                  <a:pt x="16565" y="18301"/>
                  <a:pt x="16695" y="18192"/>
                </a:cubicBezTo>
                <a:lnTo>
                  <a:pt x="17622" y="17336"/>
                </a:lnTo>
                <a:cubicBezTo>
                  <a:pt x="17736" y="17216"/>
                  <a:pt x="17957" y="17173"/>
                  <a:pt x="18108" y="17232"/>
                </a:cubicBezTo>
                <a:lnTo>
                  <a:pt x="18868" y="17535"/>
                </a:lnTo>
                <a:cubicBezTo>
                  <a:pt x="19019" y="17595"/>
                  <a:pt x="19150" y="17639"/>
                  <a:pt x="19155" y="17634"/>
                </a:cubicBezTo>
                <a:cubicBezTo>
                  <a:pt x="19160" y="17628"/>
                  <a:pt x="19247" y="17515"/>
                  <a:pt x="19344" y="17380"/>
                </a:cubicBezTo>
                <a:lnTo>
                  <a:pt x="20175" y="16127"/>
                </a:lnTo>
                <a:cubicBezTo>
                  <a:pt x="20262" y="15986"/>
                  <a:pt x="20332" y="15861"/>
                  <a:pt x="20337" y="15856"/>
                </a:cubicBezTo>
                <a:cubicBezTo>
                  <a:pt x="20342" y="15850"/>
                  <a:pt x="20256" y="15743"/>
                  <a:pt x="20143" y="15624"/>
                </a:cubicBezTo>
                <a:lnTo>
                  <a:pt x="19570" y="14989"/>
                </a:lnTo>
                <a:cubicBezTo>
                  <a:pt x="19462" y="14869"/>
                  <a:pt x="19419" y="14642"/>
                  <a:pt x="19479" y="14491"/>
                </a:cubicBezTo>
                <a:lnTo>
                  <a:pt x="19862" y="13390"/>
                </a:lnTo>
                <a:cubicBezTo>
                  <a:pt x="19910" y="13233"/>
                  <a:pt x="20082" y="13088"/>
                  <a:pt x="20244" y="13072"/>
                </a:cubicBezTo>
                <a:lnTo>
                  <a:pt x="21081" y="12978"/>
                </a:lnTo>
                <a:cubicBezTo>
                  <a:pt x="21243" y="12962"/>
                  <a:pt x="21379" y="12940"/>
                  <a:pt x="21384" y="12929"/>
                </a:cubicBezTo>
                <a:cubicBezTo>
                  <a:pt x="21384" y="12918"/>
                  <a:pt x="21404" y="12784"/>
                  <a:pt x="21431" y="12616"/>
                </a:cubicBezTo>
                <a:lnTo>
                  <a:pt x="21583" y="11072"/>
                </a:lnTo>
                <a:cubicBezTo>
                  <a:pt x="21594" y="10909"/>
                  <a:pt x="21600" y="10767"/>
                  <a:pt x="21600" y="10757"/>
                </a:cubicBezTo>
                <a:cubicBezTo>
                  <a:pt x="21584" y="10757"/>
                  <a:pt x="21460" y="10702"/>
                  <a:pt x="21303" y="10648"/>
                </a:cubicBezTo>
                <a:lnTo>
                  <a:pt x="20477" y="10345"/>
                </a:lnTo>
                <a:cubicBezTo>
                  <a:pt x="20321" y="10291"/>
                  <a:pt x="20180" y="10106"/>
                  <a:pt x="20163" y="9944"/>
                </a:cubicBezTo>
                <a:lnTo>
                  <a:pt x="20013" y="8914"/>
                </a:lnTo>
                <a:cubicBezTo>
                  <a:pt x="19981" y="8752"/>
                  <a:pt x="20067" y="8546"/>
                  <a:pt x="20202" y="8454"/>
                </a:cubicBezTo>
                <a:lnTo>
                  <a:pt x="20926" y="7966"/>
                </a:lnTo>
                <a:cubicBezTo>
                  <a:pt x="21060" y="7874"/>
                  <a:pt x="21174" y="7792"/>
                  <a:pt x="21168" y="7781"/>
                </a:cubicBezTo>
                <a:cubicBezTo>
                  <a:pt x="21168" y="7770"/>
                  <a:pt x="21119" y="7640"/>
                  <a:pt x="21065" y="7483"/>
                </a:cubicBezTo>
                <a:lnTo>
                  <a:pt x="20472" y="6000"/>
                </a:lnTo>
                <a:cubicBezTo>
                  <a:pt x="20402" y="5848"/>
                  <a:pt x="20342" y="5723"/>
                  <a:pt x="20337" y="5712"/>
                </a:cubicBezTo>
                <a:cubicBezTo>
                  <a:pt x="20332" y="5701"/>
                  <a:pt x="20197" y="5717"/>
                  <a:pt x="20035" y="5739"/>
                </a:cubicBezTo>
                <a:lnTo>
                  <a:pt x="19133" y="5858"/>
                </a:lnTo>
                <a:cubicBezTo>
                  <a:pt x="18971" y="5879"/>
                  <a:pt x="18761" y="5788"/>
                  <a:pt x="18674" y="5648"/>
                </a:cubicBezTo>
                <a:lnTo>
                  <a:pt x="18135" y="4899"/>
                </a:lnTo>
                <a:cubicBezTo>
                  <a:pt x="18032" y="4769"/>
                  <a:pt x="18017" y="4548"/>
                  <a:pt x="18093" y="4401"/>
                </a:cubicBezTo>
                <a:lnTo>
                  <a:pt x="18518" y="3609"/>
                </a:lnTo>
                <a:cubicBezTo>
                  <a:pt x="18593" y="3462"/>
                  <a:pt x="18653" y="3338"/>
                  <a:pt x="18647" y="3333"/>
                </a:cubicBezTo>
                <a:cubicBezTo>
                  <a:pt x="18642" y="3327"/>
                  <a:pt x="18540" y="3230"/>
                  <a:pt x="18422" y="3116"/>
                </a:cubicBezTo>
                <a:lnTo>
                  <a:pt x="17186" y="2044"/>
                </a:lnTo>
                <a:cubicBezTo>
                  <a:pt x="17056" y="1941"/>
                  <a:pt x="16943" y="1853"/>
                  <a:pt x="16938" y="1848"/>
                </a:cubicBezTo>
                <a:cubicBezTo>
                  <a:pt x="16932" y="1842"/>
                  <a:pt x="16813" y="1918"/>
                  <a:pt x="16683" y="2010"/>
                </a:cubicBezTo>
                <a:lnTo>
                  <a:pt x="15934" y="2547"/>
                </a:lnTo>
                <a:cubicBezTo>
                  <a:pt x="15800" y="2644"/>
                  <a:pt x="15572" y="2655"/>
                  <a:pt x="15432" y="2574"/>
                </a:cubicBezTo>
                <a:lnTo>
                  <a:pt x="14682" y="2190"/>
                </a:lnTo>
                <a:cubicBezTo>
                  <a:pt x="14531" y="2119"/>
                  <a:pt x="14411" y="1929"/>
                  <a:pt x="14417" y="1761"/>
                </a:cubicBezTo>
                <a:lnTo>
                  <a:pt x="14429" y="840"/>
                </a:lnTo>
                <a:cubicBezTo>
                  <a:pt x="14429" y="677"/>
                  <a:pt x="14428" y="537"/>
                  <a:pt x="14417" y="537"/>
                </a:cubicBezTo>
                <a:cubicBezTo>
                  <a:pt x="14411" y="531"/>
                  <a:pt x="14272" y="494"/>
                  <a:pt x="14115" y="445"/>
                </a:cubicBezTo>
                <a:lnTo>
                  <a:pt x="12508" y="54"/>
                </a:lnTo>
                <a:cubicBezTo>
                  <a:pt x="12346" y="22"/>
                  <a:pt x="12205" y="0"/>
                  <a:pt x="12200" y="0"/>
                </a:cubicBezTo>
                <a:cubicBezTo>
                  <a:pt x="12189" y="0"/>
                  <a:pt x="12125" y="120"/>
                  <a:pt x="12049" y="266"/>
                </a:cubicBezTo>
                <a:lnTo>
                  <a:pt x="11628" y="1096"/>
                </a:lnTo>
                <a:cubicBezTo>
                  <a:pt x="11552" y="1242"/>
                  <a:pt x="11358" y="1355"/>
                  <a:pt x="11196" y="1350"/>
                </a:cubicBezTo>
                <a:lnTo>
                  <a:pt x="10387" y="1350"/>
                </a:lnTo>
                <a:cubicBezTo>
                  <a:pt x="10225" y="1355"/>
                  <a:pt x="10025" y="1242"/>
                  <a:pt x="9955" y="1096"/>
                </a:cubicBezTo>
                <a:lnTo>
                  <a:pt x="9534" y="266"/>
                </a:lnTo>
                <a:cubicBezTo>
                  <a:pt x="9458" y="120"/>
                  <a:pt x="9394" y="0"/>
                  <a:pt x="9384" y="0"/>
                </a:cubicBezTo>
                <a:close/>
                <a:moveTo>
                  <a:pt x="10792" y="5820"/>
                </a:moveTo>
                <a:cubicBezTo>
                  <a:pt x="13533" y="5820"/>
                  <a:pt x="15761" y="8053"/>
                  <a:pt x="15761" y="10811"/>
                </a:cubicBezTo>
                <a:cubicBezTo>
                  <a:pt x="15761" y="13569"/>
                  <a:pt x="13533" y="15801"/>
                  <a:pt x="10792" y="15801"/>
                </a:cubicBezTo>
                <a:cubicBezTo>
                  <a:pt x="8051" y="15801"/>
                  <a:pt x="5822" y="13569"/>
                  <a:pt x="5822" y="10811"/>
                </a:cubicBezTo>
                <a:cubicBezTo>
                  <a:pt x="5822" y="8053"/>
                  <a:pt x="8045" y="5820"/>
                  <a:pt x="10792" y="5820"/>
                </a:cubicBezTo>
                <a:close/>
                <a:moveTo>
                  <a:pt x="10792" y="7592"/>
                </a:moveTo>
                <a:cubicBezTo>
                  <a:pt x="9016" y="7592"/>
                  <a:pt x="7581" y="9033"/>
                  <a:pt x="7581" y="10816"/>
                </a:cubicBezTo>
                <a:cubicBezTo>
                  <a:pt x="7581" y="12593"/>
                  <a:pt x="9016" y="14040"/>
                  <a:pt x="10792" y="14040"/>
                </a:cubicBezTo>
                <a:cubicBezTo>
                  <a:pt x="12567" y="14040"/>
                  <a:pt x="14002" y="12599"/>
                  <a:pt x="14002" y="10816"/>
                </a:cubicBezTo>
                <a:cubicBezTo>
                  <a:pt x="14002" y="9033"/>
                  <a:pt x="12567" y="7592"/>
                  <a:pt x="10792" y="7592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E9B55DB8-046F-464B-75C9-6A2A7C948E5E}"/>
              </a:ext>
            </a:extLst>
          </p:cNvPr>
          <p:cNvSpPr/>
          <p:nvPr/>
        </p:nvSpPr>
        <p:spPr>
          <a:xfrm>
            <a:off x="14269045" y="12182005"/>
            <a:ext cx="484610" cy="485463"/>
          </a:xfrm>
          <a:prstGeom prst="ellipse">
            <a:avLst/>
          </a:prstGeom>
          <a:noFill/>
          <a:ln w="825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F8F039B7-C9B6-009D-52BD-4D13EC772A89}"/>
              </a:ext>
            </a:extLst>
          </p:cNvPr>
          <p:cNvSpPr/>
          <p:nvPr/>
        </p:nvSpPr>
        <p:spPr>
          <a:xfrm>
            <a:off x="17189103" y="13560541"/>
            <a:ext cx="484610" cy="485463"/>
          </a:xfrm>
          <a:prstGeom prst="ellipse">
            <a:avLst/>
          </a:prstGeom>
          <a:noFill/>
          <a:ln w="825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38791BA2-B9E0-9B28-96E4-A3116C798406}"/>
              </a:ext>
            </a:extLst>
          </p:cNvPr>
          <p:cNvSpPr/>
          <p:nvPr/>
        </p:nvSpPr>
        <p:spPr>
          <a:xfrm>
            <a:off x="17629081" y="14151930"/>
            <a:ext cx="484610" cy="485463"/>
          </a:xfrm>
          <a:prstGeom prst="ellipse">
            <a:avLst/>
          </a:prstGeom>
          <a:noFill/>
          <a:ln w="825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858355C8-74E4-C24C-8CFF-66B81FB4EB97}"/>
              </a:ext>
            </a:extLst>
          </p:cNvPr>
          <p:cNvSpPr/>
          <p:nvPr/>
        </p:nvSpPr>
        <p:spPr>
          <a:xfrm>
            <a:off x="16492547" y="12913597"/>
            <a:ext cx="484610" cy="485463"/>
          </a:xfrm>
          <a:prstGeom prst="ellipse">
            <a:avLst/>
          </a:prstGeom>
          <a:noFill/>
          <a:ln w="825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D75D741D-42C2-2D22-BD75-A9D1F8B374B8}"/>
              </a:ext>
            </a:extLst>
          </p:cNvPr>
          <p:cNvSpPr/>
          <p:nvPr/>
        </p:nvSpPr>
        <p:spPr>
          <a:xfrm>
            <a:off x="18687700" y="13542657"/>
            <a:ext cx="484610" cy="485463"/>
          </a:xfrm>
          <a:prstGeom prst="ellipse">
            <a:avLst/>
          </a:prstGeom>
          <a:noFill/>
          <a:ln w="825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6BDF8740-EECF-4996-69C3-55A87990C150}"/>
              </a:ext>
            </a:extLst>
          </p:cNvPr>
          <p:cNvSpPr/>
          <p:nvPr/>
        </p:nvSpPr>
        <p:spPr>
          <a:xfrm>
            <a:off x="20171348" y="13248675"/>
            <a:ext cx="484610" cy="485463"/>
          </a:xfrm>
          <a:prstGeom prst="ellipse">
            <a:avLst/>
          </a:prstGeom>
          <a:noFill/>
          <a:ln w="825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75F5A9AF-F4A7-DF4E-EEE9-BA6EE88DAB6B}"/>
              </a:ext>
            </a:extLst>
          </p:cNvPr>
          <p:cNvSpPr/>
          <p:nvPr/>
        </p:nvSpPr>
        <p:spPr>
          <a:xfrm>
            <a:off x="21295755" y="13207204"/>
            <a:ext cx="484610" cy="485463"/>
          </a:xfrm>
          <a:prstGeom prst="ellipse">
            <a:avLst/>
          </a:prstGeom>
          <a:noFill/>
          <a:ln w="825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E394009E-C52D-D242-E6A2-163001310AA5}"/>
              </a:ext>
            </a:extLst>
          </p:cNvPr>
          <p:cNvSpPr/>
          <p:nvPr/>
        </p:nvSpPr>
        <p:spPr>
          <a:xfrm>
            <a:off x="20541688" y="12254633"/>
            <a:ext cx="484610" cy="485463"/>
          </a:xfrm>
          <a:prstGeom prst="ellipse">
            <a:avLst/>
          </a:prstGeom>
          <a:noFill/>
          <a:ln w="825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E0160C02-A910-AA0D-2BB6-93866DAE49F1}"/>
              </a:ext>
            </a:extLst>
          </p:cNvPr>
          <p:cNvGrpSpPr/>
          <p:nvPr/>
        </p:nvGrpSpPr>
        <p:grpSpPr>
          <a:xfrm>
            <a:off x="14131771" y="14746253"/>
            <a:ext cx="529186" cy="784577"/>
            <a:chOff x="4728958" y="7635040"/>
            <a:chExt cx="529186" cy="784577"/>
          </a:xfrm>
        </p:grpSpPr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88F4F94F-C718-9429-D893-0845385305C0}"/>
                </a:ext>
              </a:extLst>
            </p:cNvPr>
            <p:cNvCxnSpPr/>
            <p:nvPr/>
          </p:nvCxnSpPr>
          <p:spPr>
            <a:xfrm>
              <a:off x="5024187" y="7640871"/>
              <a:ext cx="0" cy="77193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D0BAE7AD-9A9B-F325-D418-BD99780844CF}"/>
                </a:ext>
              </a:extLst>
            </p:cNvPr>
            <p:cNvCxnSpPr>
              <a:cxnSpLocks/>
            </p:cNvCxnSpPr>
            <p:nvPr/>
          </p:nvCxnSpPr>
          <p:spPr>
            <a:xfrm>
              <a:off x="4728958" y="7635040"/>
              <a:ext cx="529186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A018C896-2747-0695-8B44-8CB8F1629B7A}"/>
                </a:ext>
              </a:extLst>
            </p:cNvPr>
            <p:cNvCxnSpPr>
              <a:cxnSpLocks/>
            </p:cNvCxnSpPr>
            <p:nvPr/>
          </p:nvCxnSpPr>
          <p:spPr>
            <a:xfrm>
              <a:off x="4728958" y="8419617"/>
              <a:ext cx="529186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7AC486E0-994C-B5D2-5A3B-30DADBBFE7C3}"/>
              </a:ext>
            </a:extLst>
          </p:cNvPr>
          <p:cNvGrpSpPr/>
          <p:nvPr/>
        </p:nvGrpSpPr>
        <p:grpSpPr>
          <a:xfrm>
            <a:off x="14131771" y="15727740"/>
            <a:ext cx="529186" cy="784577"/>
            <a:chOff x="4728958" y="7635040"/>
            <a:chExt cx="529186" cy="784577"/>
          </a:xfrm>
        </p:grpSpPr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D9FDC9D-7251-9771-2BDC-A6A2962702C5}"/>
                </a:ext>
              </a:extLst>
            </p:cNvPr>
            <p:cNvCxnSpPr/>
            <p:nvPr/>
          </p:nvCxnSpPr>
          <p:spPr>
            <a:xfrm>
              <a:off x="5024187" y="7640871"/>
              <a:ext cx="0" cy="77193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B09AF2B9-26EC-F721-509C-34823AE64832}"/>
                </a:ext>
              </a:extLst>
            </p:cNvPr>
            <p:cNvCxnSpPr>
              <a:cxnSpLocks/>
            </p:cNvCxnSpPr>
            <p:nvPr/>
          </p:nvCxnSpPr>
          <p:spPr>
            <a:xfrm>
              <a:off x="4728958" y="7635040"/>
              <a:ext cx="529186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DD8BF0E9-2D49-F642-AAB6-10A41DBD517C}"/>
                </a:ext>
              </a:extLst>
            </p:cNvPr>
            <p:cNvCxnSpPr>
              <a:cxnSpLocks/>
            </p:cNvCxnSpPr>
            <p:nvPr/>
          </p:nvCxnSpPr>
          <p:spPr>
            <a:xfrm>
              <a:off x="4728958" y="8419617"/>
              <a:ext cx="529186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43D695EF-077D-961C-D4D0-EE0C178A634F}"/>
              </a:ext>
            </a:extLst>
          </p:cNvPr>
          <p:cNvGrpSpPr/>
          <p:nvPr/>
        </p:nvGrpSpPr>
        <p:grpSpPr>
          <a:xfrm>
            <a:off x="14131771" y="16776959"/>
            <a:ext cx="529186" cy="784577"/>
            <a:chOff x="4728958" y="7635040"/>
            <a:chExt cx="529186" cy="784577"/>
          </a:xfrm>
        </p:grpSpPr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4A5196BF-E4FD-5769-FCBA-D70ED9ADC444}"/>
                </a:ext>
              </a:extLst>
            </p:cNvPr>
            <p:cNvCxnSpPr/>
            <p:nvPr/>
          </p:nvCxnSpPr>
          <p:spPr>
            <a:xfrm>
              <a:off x="5024187" y="7640871"/>
              <a:ext cx="0" cy="77193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848B4DC9-F114-7C7D-2F46-FFB5EECF2C76}"/>
                </a:ext>
              </a:extLst>
            </p:cNvPr>
            <p:cNvCxnSpPr>
              <a:cxnSpLocks/>
            </p:cNvCxnSpPr>
            <p:nvPr/>
          </p:nvCxnSpPr>
          <p:spPr>
            <a:xfrm>
              <a:off x="4728958" y="7635040"/>
              <a:ext cx="529186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18F01584-159C-69C0-71D1-771D55112C04}"/>
                </a:ext>
              </a:extLst>
            </p:cNvPr>
            <p:cNvCxnSpPr>
              <a:cxnSpLocks/>
            </p:cNvCxnSpPr>
            <p:nvPr/>
          </p:nvCxnSpPr>
          <p:spPr>
            <a:xfrm>
              <a:off x="4728958" y="8419617"/>
              <a:ext cx="529186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C6C29916-6020-7D96-62EA-DF4BF8589F3E}"/>
              </a:ext>
            </a:extLst>
          </p:cNvPr>
          <p:cNvGrpSpPr/>
          <p:nvPr/>
        </p:nvGrpSpPr>
        <p:grpSpPr>
          <a:xfrm>
            <a:off x="13794588" y="8237186"/>
            <a:ext cx="529186" cy="784577"/>
            <a:chOff x="4728958" y="7635040"/>
            <a:chExt cx="529186" cy="784577"/>
          </a:xfrm>
        </p:grpSpPr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CE622A3A-AF1F-D9F1-05ED-56664F19F52D}"/>
                </a:ext>
              </a:extLst>
            </p:cNvPr>
            <p:cNvCxnSpPr/>
            <p:nvPr/>
          </p:nvCxnSpPr>
          <p:spPr>
            <a:xfrm>
              <a:off x="5024187" y="7640871"/>
              <a:ext cx="0" cy="771930"/>
            </a:xfrm>
            <a:prstGeom prst="line">
              <a:avLst/>
            </a:prstGeom>
            <a:ln w="508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CFA24572-B410-BD58-DDC8-7643EEAB2AE6}"/>
                </a:ext>
              </a:extLst>
            </p:cNvPr>
            <p:cNvCxnSpPr>
              <a:cxnSpLocks/>
            </p:cNvCxnSpPr>
            <p:nvPr/>
          </p:nvCxnSpPr>
          <p:spPr>
            <a:xfrm>
              <a:off x="4728958" y="7635040"/>
              <a:ext cx="529186" cy="0"/>
            </a:xfrm>
            <a:prstGeom prst="line">
              <a:avLst/>
            </a:prstGeom>
            <a:ln w="508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27664320-769A-BE50-BAA4-7478DEBFB38F}"/>
                </a:ext>
              </a:extLst>
            </p:cNvPr>
            <p:cNvCxnSpPr>
              <a:cxnSpLocks/>
            </p:cNvCxnSpPr>
            <p:nvPr/>
          </p:nvCxnSpPr>
          <p:spPr>
            <a:xfrm>
              <a:off x="4728958" y="8419617"/>
              <a:ext cx="529186" cy="0"/>
            </a:xfrm>
            <a:prstGeom prst="line">
              <a:avLst/>
            </a:prstGeom>
            <a:ln w="508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204E818F-D26B-DFAE-BA76-1886C1957CFB}"/>
              </a:ext>
            </a:extLst>
          </p:cNvPr>
          <p:cNvGrpSpPr/>
          <p:nvPr/>
        </p:nvGrpSpPr>
        <p:grpSpPr>
          <a:xfrm>
            <a:off x="13794588" y="9195065"/>
            <a:ext cx="529186" cy="1657960"/>
            <a:chOff x="4728958" y="7635040"/>
            <a:chExt cx="529186" cy="784577"/>
          </a:xfrm>
        </p:grpSpPr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6E2EE4B2-0033-F996-C78D-204C943425B3}"/>
                </a:ext>
              </a:extLst>
            </p:cNvPr>
            <p:cNvCxnSpPr/>
            <p:nvPr/>
          </p:nvCxnSpPr>
          <p:spPr>
            <a:xfrm>
              <a:off x="5024187" y="7640871"/>
              <a:ext cx="0" cy="771930"/>
            </a:xfrm>
            <a:prstGeom prst="line">
              <a:avLst/>
            </a:prstGeom>
            <a:ln w="508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9C9FB96C-4C44-1972-970F-83FDC8A086C9}"/>
                </a:ext>
              </a:extLst>
            </p:cNvPr>
            <p:cNvCxnSpPr>
              <a:cxnSpLocks/>
            </p:cNvCxnSpPr>
            <p:nvPr/>
          </p:nvCxnSpPr>
          <p:spPr>
            <a:xfrm>
              <a:off x="4728958" y="7635040"/>
              <a:ext cx="529186" cy="0"/>
            </a:xfrm>
            <a:prstGeom prst="line">
              <a:avLst/>
            </a:prstGeom>
            <a:ln w="508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49BD18B9-CF89-D5DD-5EA2-CBB191D902A6}"/>
                </a:ext>
              </a:extLst>
            </p:cNvPr>
            <p:cNvCxnSpPr>
              <a:cxnSpLocks/>
            </p:cNvCxnSpPr>
            <p:nvPr/>
          </p:nvCxnSpPr>
          <p:spPr>
            <a:xfrm>
              <a:off x="4728958" y="8419617"/>
              <a:ext cx="529186" cy="0"/>
            </a:xfrm>
            <a:prstGeom prst="line">
              <a:avLst/>
            </a:prstGeom>
            <a:ln w="508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563C3E38-B3E0-1340-6FED-F08DDEA1FD4C}"/>
              </a:ext>
            </a:extLst>
          </p:cNvPr>
          <p:cNvGrpSpPr/>
          <p:nvPr/>
        </p:nvGrpSpPr>
        <p:grpSpPr>
          <a:xfrm>
            <a:off x="13740710" y="23120032"/>
            <a:ext cx="529186" cy="784577"/>
            <a:chOff x="4728958" y="7635040"/>
            <a:chExt cx="529186" cy="784577"/>
          </a:xfrm>
        </p:grpSpPr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1011B6F6-6A5D-E25A-5F97-F5655D4175E8}"/>
                </a:ext>
              </a:extLst>
            </p:cNvPr>
            <p:cNvCxnSpPr/>
            <p:nvPr/>
          </p:nvCxnSpPr>
          <p:spPr>
            <a:xfrm>
              <a:off x="5024187" y="7640871"/>
              <a:ext cx="0" cy="77193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56383685-19A3-8BD5-C6BF-DFBA38EC2597}"/>
                </a:ext>
              </a:extLst>
            </p:cNvPr>
            <p:cNvCxnSpPr>
              <a:cxnSpLocks/>
            </p:cNvCxnSpPr>
            <p:nvPr/>
          </p:nvCxnSpPr>
          <p:spPr>
            <a:xfrm>
              <a:off x="4728958" y="7635040"/>
              <a:ext cx="529186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BBEA666-B93A-4E92-08F2-C62345BDDE87}"/>
                </a:ext>
              </a:extLst>
            </p:cNvPr>
            <p:cNvCxnSpPr>
              <a:cxnSpLocks/>
            </p:cNvCxnSpPr>
            <p:nvPr/>
          </p:nvCxnSpPr>
          <p:spPr>
            <a:xfrm>
              <a:off x="4728958" y="8419617"/>
              <a:ext cx="529186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38F09E7C-64EF-4558-F18C-23CDC5A23987}"/>
              </a:ext>
            </a:extLst>
          </p:cNvPr>
          <p:cNvGrpSpPr/>
          <p:nvPr/>
        </p:nvGrpSpPr>
        <p:grpSpPr>
          <a:xfrm>
            <a:off x="13740710" y="24077911"/>
            <a:ext cx="529186" cy="1657960"/>
            <a:chOff x="4728958" y="7635040"/>
            <a:chExt cx="529186" cy="784577"/>
          </a:xfrm>
        </p:grpSpPr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6C66DE8B-48AE-B3BA-7A3E-9E141266C3AC}"/>
                </a:ext>
              </a:extLst>
            </p:cNvPr>
            <p:cNvCxnSpPr/>
            <p:nvPr/>
          </p:nvCxnSpPr>
          <p:spPr>
            <a:xfrm>
              <a:off x="5024187" y="7640871"/>
              <a:ext cx="0" cy="77193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87EC7024-5833-A148-61A7-F7FA7A008157}"/>
                </a:ext>
              </a:extLst>
            </p:cNvPr>
            <p:cNvCxnSpPr>
              <a:cxnSpLocks/>
            </p:cNvCxnSpPr>
            <p:nvPr/>
          </p:nvCxnSpPr>
          <p:spPr>
            <a:xfrm>
              <a:off x="4728958" y="7635040"/>
              <a:ext cx="529186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F2AB36C8-C1F5-BA7F-93A4-24ADA6AA30B2}"/>
                </a:ext>
              </a:extLst>
            </p:cNvPr>
            <p:cNvCxnSpPr>
              <a:cxnSpLocks/>
            </p:cNvCxnSpPr>
            <p:nvPr/>
          </p:nvCxnSpPr>
          <p:spPr>
            <a:xfrm>
              <a:off x="4728958" y="8419617"/>
              <a:ext cx="529186" cy="0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0" name="Oval 199">
            <a:extLst>
              <a:ext uri="{FF2B5EF4-FFF2-40B4-BE49-F238E27FC236}">
                <a16:creationId xmlns:a16="http://schemas.microsoft.com/office/drawing/2014/main" id="{40832648-CCB5-2D3C-C92B-BE41D14697F3}"/>
              </a:ext>
            </a:extLst>
          </p:cNvPr>
          <p:cNvSpPr/>
          <p:nvPr/>
        </p:nvSpPr>
        <p:spPr>
          <a:xfrm>
            <a:off x="19659424" y="21905625"/>
            <a:ext cx="484610" cy="485463"/>
          </a:xfrm>
          <a:prstGeom prst="ellipse">
            <a:avLst/>
          </a:prstGeom>
          <a:noFill/>
          <a:ln w="825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D977A7C3-2390-45B8-DFF4-0F9EFFBAA728}"/>
              </a:ext>
            </a:extLst>
          </p:cNvPr>
          <p:cNvSpPr/>
          <p:nvPr/>
        </p:nvSpPr>
        <p:spPr>
          <a:xfrm>
            <a:off x="21408036" y="21845646"/>
            <a:ext cx="484610" cy="485463"/>
          </a:xfrm>
          <a:prstGeom prst="ellipse">
            <a:avLst/>
          </a:prstGeom>
          <a:noFill/>
          <a:ln w="825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3B564327-725D-8841-B6F9-68A880E00C4A}"/>
              </a:ext>
            </a:extLst>
          </p:cNvPr>
          <p:cNvSpPr/>
          <p:nvPr/>
        </p:nvSpPr>
        <p:spPr>
          <a:xfrm>
            <a:off x="16820829" y="30074530"/>
            <a:ext cx="484610" cy="485463"/>
          </a:xfrm>
          <a:prstGeom prst="ellipse">
            <a:avLst/>
          </a:prstGeom>
          <a:noFill/>
          <a:ln w="825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695ED730-99A7-799A-349F-40ED622E29FB}"/>
              </a:ext>
            </a:extLst>
          </p:cNvPr>
          <p:cNvSpPr/>
          <p:nvPr/>
        </p:nvSpPr>
        <p:spPr>
          <a:xfrm>
            <a:off x="13832685" y="29478381"/>
            <a:ext cx="484610" cy="485463"/>
          </a:xfrm>
          <a:prstGeom prst="ellipse">
            <a:avLst/>
          </a:prstGeom>
          <a:noFill/>
          <a:ln w="825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Line">
            <a:extLst>
              <a:ext uri="{FF2B5EF4-FFF2-40B4-BE49-F238E27FC236}">
                <a16:creationId xmlns:a16="http://schemas.microsoft.com/office/drawing/2014/main" id="{BFC5CB96-7EA4-C56C-9996-7CAC11482567}"/>
              </a:ext>
            </a:extLst>
          </p:cNvPr>
          <p:cNvSpPr/>
          <p:nvPr/>
        </p:nvSpPr>
        <p:spPr>
          <a:xfrm>
            <a:off x="14349085" y="21193892"/>
            <a:ext cx="2797987" cy="167953"/>
          </a:xfrm>
          <a:prstGeom prst="line">
            <a:avLst/>
          </a:prstGeom>
          <a:ln w="12700">
            <a:solidFill>
              <a:srgbClr val="FF0000"/>
            </a:solidFill>
            <a:prstDash val="solid"/>
            <a:miter lim="400000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1" name="Line">
            <a:extLst>
              <a:ext uri="{FF2B5EF4-FFF2-40B4-BE49-F238E27FC236}">
                <a16:creationId xmlns:a16="http://schemas.microsoft.com/office/drawing/2014/main" id="{1DC9628B-0C04-E614-57AB-6EA72B3A3249}"/>
              </a:ext>
            </a:extLst>
          </p:cNvPr>
          <p:cNvSpPr/>
          <p:nvPr/>
        </p:nvSpPr>
        <p:spPr>
          <a:xfrm>
            <a:off x="14214378" y="29544490"/>
            <a:ext cx="2879303" cy="539740"/>
          </a:xfrm>
          <a:prstGeom prst="line">
            <a:avLst/>
          </a:prstGeom>
          <a:ln w="12700">
            <a:solidFill>
              <a:srgbClr val="FF0000"/>
            </a:solidFill>
            <a:prstDash val="solid"/>
            <a:miter lim="400000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4A0660C1-AE09-19C5-D675-CA7BA109F1DF}"/>
              </a:ext>
            </a:extLst>
          </p:cNvPr>
          <p:cNvSpPr/>
          <p:nvPr/>
        </p:nvSpPr>
        <p:spPr>
          <a:xfrm>
            <a:off x="17834700" y="3046520"/>
            <a:ext cx="484610" cy="485463"/>
          </a:xfrm>
          <a:prstGeom prst="ellipse">
            <a:avLst/>
          </a:prstGeom>
          <a:noFill/>
          <a:ln w="825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Line">
            <a:extLst>
              <a:ext uri="{FF2B5EF4-FFF2-40B4-BE49-F238E27FC236}">
                <a16:creationId xmlns:a16="http://schemas.microsoft.com/office/drawing/2014/main" id="{0F4DAC91-E8CF-3440-C438-C76EEB984004}"/>
              </a:ext>
            </a:extLst>
          </p:cNvPr>
          <p:cNvSpPr/>
          <p:nvPr/>
        </p:nvSpPr>
        <p:spPr>
          <a:xfrm flipV="1">
            <a:off x="14023855" y="22870151"/>
            <a:ext cx="3902467" cy="530346"/>
          </a:xfrm>
          <a:prstGeom prst="line">
            <a:avLst/>
          </a:prstGeom>
          <a:ln w="12700">
            <a:solidFill>
              <a:srgbClr val="FF0000"/>
            </a:solidFill>
            <a:prstDash val="solid"/>
            <a:miter lim="400000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BBA27883-B82A-0C4D-4D30-DF0FAEE061AA}"/>
              </a:ext>
            </a:extLst>
          </p:cNvPr>
          <p:cNvSpPr/>
          <p:nvPr/>
        </p:nvSpPr>
        <p:spPr>
          <a:xfrm>
            <a:off x="19596585" y="30288578"/>
            <a:ext cx="484610" cy="485463"/>
          </a:xfrm>
          <a:prstGeom prst="ellipse">
            <a:avLst/>
          </a:prstGeom>
          <a:noFill/>
          <a:ln w="825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F06AA760-6722-28DF-09DA-9280153C3086}"/>
              </a:ext>
            </a:extLst>
          </p:cNvPr>
          <p:cNvSpPr/>
          <p:nvPr/>
        </p:nvSpPr>
        <p:spPr>
          <a:xfrm>
            <a:off x="21334467" y="30227379"/>
            <a:ext cx="484610" cy="485463"/>
          </a:xfrm>
          <a:prstGeom prst="ellipse">
            <a:avLst/>
          </a:prstGeom>
          <a:noFill/>
          <a:ln w="825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Gear">
            <a:extLst>
              <a:ext uri="{FF2B5EF4-FFF2-40B4-BE49-F238E27FC236}">
                <a16:creationId xmlns:a16="http://schemas.microsoft.com/office/drawing/2014/main" id="{C8CAC794-AA52-ADE4-8C39-0783B1AE7604}"/>
              </a:ext>
            </a:extLst>
          </p:cNvPr>
          <p:cNvSpPr/>
          <p:nvPr/>
        </p:nvSpPr>
        <p:spPr>
          <a:xfrm>
            <a:off x="13909927" y="7025023"/>
            <a:ext cx="637759" cy="6349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9384" y="0"/>
                </a:moveTo>
                <a:cubicBezTo>
                  <a:pt x="9373" y="0"/>
                  <a:pt x="9237" y="27"/>
                  <a:pt x="9075" y="54"/>
                </a:cubicBezTo>
                <a:lnTo>
                  <a:pt x="7468" y="445"/>
                </a:lnTo>
                <a:cubicBezTo>
                  <a:pt x="7312" y="494"/>
                  <a:pt x="7177" y="531"/>
                  <a:pt x="7166" y="537"/>
                </a:cubicBezTo>
                <a:cubicBezTo>
                  <a:pt x="7161" y="542"/>
                  <a:pt x="7154" y="677"/>
                  <a:pt x="7154" y="840"/>
                </a:cubicBezTo>
                <a:lnTo>
                  <a:pt x="7166" y="1761"/>
                </a:lnTo>
                <a:cubicBezTo>
                  <a:pt x="7166" y="1924"/>
                  <a:pt x="7047" y="2119"/>
                  <a:pt x="6902" y="2190"/>
                </a:cubicBezTo>
                <a:lnTo>
                  <a:pt x="6151" y="2574"/>
                </a:lnTo>
                <a:cubicBezTo>
                  <a:pt x="6006" y="2655"/>
                  <a:pt x="5778" y="2644"/>
                  <a:pt x="5649" y="2547"/>
                </a:cubicBezTo>
                <a:lnTo>
                  <a:pt x="4900" y="2010"/>
                </a:lnTo>
                <a:cubicBezTo>
                  <a:pt x="4765" y="1913"/>
                  <a:pt x="4651" y="1842"/>
                  <a:pt x="4645" y="1848"/>
                </a:cubicBezTo>
                <a:cubicBezTo>
                  <a:pt x="4640" y="1853"/>
                  <a:pt x="4527" y="1941"/>
                  <a:pt x="4398" y="2044"/>
                </a:cubicBezTo>
                <a:lnTo>
                  <a:pt x="3162" y="3116"/>
                </a:lnTo>
                <a:cubicBezTo>
                  <a:pt x="3043" y="3230"/>
                  <a:pt x="2941" y="3327"/>
                  <a:pt x="2936" y="3333"/>
                </a:cubicBezTo>
                <a:cubicBezTo>
                  <a:pt x="2930" y="3338"/>
                  <a:pt x="2990" y="3462"/>
                  <a:pt x="3065" y="3609"/>
                </a:cubicBezTo>
                <a:lnTo>
                  <a:pt x="3490" y="4401"/>
                </a:lnTo>
                <a:cubicBezTo>
                  <a:pt x="3566" y="4548"/>
                  <a:pt x="3551" y="4769"/>
                  <a:pt x="3448" y="4899"/>
                </a:cubicBezTo>
                <a:lnTo>
                  <a:pt x="2909" y="5648"/>
                </a:lnTo>
                <a:cubicBezTo>
                  <a:pt x="2817" y="5783"/>
                  <a:pt x="2612" y="5879"/>
                  <a:pt x="2450" y="5858"/>
                </a:cubicBezTo>
                <a:lnTo>
                  <a:pt x="1548" y="5739"/>
                </a:lnTo>
                <a:cubicBezTo>
                  <a:pt x="1386" y="5717"/>
                  <a:pt x="1251" y="5707"/>
                  <a:pt x="1246" y="5712"/>
                </a:cubicBezTo>
                <a:cubicBezTo>
                  <a:pt x="1241" y="5717"/>
                  <a:pt x="1181" y="5848"/>
                  <a:pt x="1111" y="6000"/>
                </a:cubicBezTo>
                <a:lnTo>
                  <a:pt x="518" y="7483"/>
                </a:lnTo>
                <a:cubicBezTo>
                  <a:pt x="464" y="7640"/>
                  <a:pt x="420" y="7776"/>
                  <a:pt x="415" y="7781"/>
                </a:cubicBezTo>
                <a:cubicBezTo>
                  <a:pt x="415" y="7792"/>
                  <a:pt x="523" y="7874"/>
                  <a:pt x="658" y="7966"/>
                </a:cubicBezTo>
                <a:lnTo>
                  <a:pt x="1381" y="8454"/>
                </a:lnTo>
                <a:cubicBezTo>
                  <a:pt x="1516" y="8546"/>
                  <a:pt x="1602" y="8752"/>
                  <a:pt x="1570" y="8914"/>
                </a:cubicBezTo>
                <a:lnTo>
                  <a:pt x="1420" y="9944"/>
                </a:lnTo>
                <a:cubicBezTo>
                  <a:pt x="1404" y="10106"/>
                  <a:pt x="1263" y="10291"/>
                  <a:pt x="1106" y="10345"/>
                </a:cubicBezTo>
                <a:lnTo>
                  <a:pt x="280" y="10648"/>
                </a:lnTo>
                <a:cubicBezTo>
                  <a:pt x="123" y="10702"/>
                  <a:pt x="0" y="10758"/>
                  <a:pt x="0" y="10769"/>
                </a:cubicBezTo>
                <a:cubicBezTo>
                  <a:pt x="0" y="10779"/>
                  <a:pt x="6" y="10919"/>
                  <a:pt x="17" y="11082"/>
                </a:cubicBezTo>
                <a:lnTo>
                  <a:pt x="167" y="12626"/>
                </a:lnTo>
                <a:cubicBezTo>
                  <a:pt x="194" y="12789"/>
                  <a:pt x="210" y="12930"/>
                  <a:pt x="216" y="12941"/>
                </a:cubicBezTo>
                <a:cubicBezTo>
                  <a:pt x="216" y="12952"/>
                  <a:pt x="350" y="12974"/>
                  <a:pt x="518" y="12990"/>
                </a:cubicBezTo>
                <a:lnTo>
                  <a:pt x="1354" y="13082"/>
                </a:lnTo>
                <a:cubicBezTo>
                  <a:pt x="1516" y="13098"/>
                  <a:pt x="1688" y="13245"/>
                  <a:pt x="1737" y="13402"/>
                </a:cubicBezTo>
                <a:lnTo>
                  <a:pt x="2121" y="14501"/>
                </a:lnTo>
                <a:cubicBezTo>
                  <a:pt x="2181" y="14653"/>
                  <a:pt x="2142" y="14881"/>
                  <a:pt x="2028" y="15000"/>
                </a:cubicBezTo>
                <a:lnTo>
                  <a:pt x="1457" y="15624"/>
                </a:lnTo>
                <a:cubicBezTo>
                  <a:pt x="1349" y="15743"/>
                  <a:pt x="1258" y="15850"/>
                  <a:pt x="1263" y="15856"/>
                </a:cubicBezTo>
                <a:cubicBezTo>
                  <a:pt x="1268" y="15861"/>
                  <a:pt x="1338" y="15986"/>
                  <a:pt x="1425" y="16127"/>
                </a:cubicBezTo>
                <a:lnTo>
                  <a:pt x="2256" y="17380"/>
                </a:lnTo>
                <a:cubicBezTo>
                  <a:pt x="2353" y="17510"/>
                  <a:pt x="2440" y="17623"/>
                  <a:pt x="2445" y="17634"/>
                </a:cubicBezTo>
                <a:cubicBezTo>
                  <a:pt x="2450" y="17639"/>
                  <a:pt x="2579" y="17595"/>
                  <a:pt x="2730" y="17535"/>
                </a:cubicBezTo>
                <a:lnTo>
                  <a:pt x="3490" y="17232"/>
                </a:lnTo>
                <a:cubicBezTo>
                  <a:pt x="3641" y="17173"/>
                  <a:pt x="3863" y="17216"/>
                  <a:pt x="3976" y="17336"/>
                </a:cubicBezTo>
                <a:lnTo>
                  <a:pt x="4905" y="18192"/>
                </a:lnTo>
                <a:cubicBezTo>
                  <a:pt x="5029" y="18295"/>
                  <a:pt x="5100" y="18511"/>
                  <a:pt x="5062" y="18673"/>
                </a:cubicBezTo>
                <a:lnTo>
                  <a:pt x="4851" y="19476"/>
                </a:lnTo>
                <a:cubicBezTo>
                  <a:pt x="4808" y="19633"/>
                  <a:pt x="4780" y="19769"/>
                  <a:pt x="4785" y="19774"/>
                </a:cubicBezTo>
                <a:cubicBezTo>
                  <a:pt x="4791" y="19780"/>
                  <a:pt x="4915" y="19850"/>
                  <a:pt x="5055" y="19937"/>
                </a:cubicBezTo>
                <a:lnTo>
                  <a:pt x="6345" y="20631"/>
                </a:lnTo>
                <a:cubicBezTo>
                  <a:pt x="6491" y="20701"/>
                  <a:pt x="6621" y="20761"/>
                  <a:pt x="6632" y="20766"/>
                </a:cubicBezTo>
                <a:cubicBezTo>
                  <a:pt x="6637" y="20772"/>
                  <a:pt x="6735" y="20668"/>
                  <a:pt x="6843" y="20543"/>
                </a:cubicBezTo>
                <a:lnTo>
                  <a:pt x="7370" y="19932"/>
                </a:lnTo>
                <a:cubicBezTo>
                  <a:pt x="7478" y="19807"/>
                  <a:pt x="7694" y="19742"/>
                  <a:pt x="7851" y="19791"/>
                </a:cubicBezTo>
                <a:lnTo>
                  <a:pt x="9136" y="20116"/>
                </a:lnTo>
                <a:cubicBezTo>
                  <a:pt x="9298" y="20149"/>
                  <a:pt x="9459" y="20306"/>
                  <a:pt x="9497" y="20468"/>
                </a:cubicBezTo>
                <a:lnTo>
                  <a:pt x="9680" y="21259"/>
                </a:lnTo>
                <a:cubicBezTo>
                  <a:pt x="9718" y="21422"/>
                  <a:pt x="9756" y="21552"/>
                  <a:pt x="9761" y="21552"/>
                </a:cubicBezTo>
                <a:cubicBezTo>
                  <a:pt x="9767" y="21552"/>
                  <a:pt x="9911" y="21562"/>
                  <a:pt x="10073" y="21573"/>
                </a:cubicBezTo>
                <a:lnTo>
                  <a:pt x="10500" y="21595"/>
                </a:lnTo>
                <a:cubicBezTo>
                  <a:pt x="10662" y="21600"/>
                  <a:pt x="10931" y="21600"/>
                  <a:pt x="11098" y="21595"/>
                </a:cubicBezTo>
                <a:lnTo>
                  <a:pt x="11525" y="21573"/>
                </a:lnTo>
                <a:cubicBezTo>
                  <a:pt x="11687" y="21562"/>
                  <a:pt x="11828" y="21552"/>
                  <a:pt x="11839" y="21552"/>
                </a:cubicBezTo>
                <a:cubicBezTo>
                  <a:pt x="11849" y="21552"/>
                  <a:pt x="11882" y="21416"/>
                  <a:pt x="11920" y="21259"/>
                </a:cubicBezTo>
                <a:lnTo>
                  <a:pt x="12103" y="20468"/>
                </a:lnTo>
                <a:cubicBezTo>
                  <a:pt x="12141" y="20306"/>
                  <a:pt x="12302" y="20149"/>
                  <a:pt x="12464" y="20116"/>
                </a:cubicBezTo>
                <a:lnTo>
                  <a:pt x="13749" y="19791"/>
                </a:lnTo>
                <a:cubicBezTo>
                  <a:pt x="13906" y="19742"/>
                  <a:pt x="14120" y="19807"/>
                  <a:pt x="14228" y="19932"/>
                </a:cubicBezTo>
                <a:lnTo>
                  <a:pt x="14757" y="20543"/>
                </a:lnTo>
                <a:cubicBezTo>
                  <a:pt x="14865" y="20668"/>
                  <a:pt x="14957" y="20767"/>
                  <a:pt x="14968" y="20766"/>
                </a:cubicBezTo>
                <a:cubicBezTo>
                  <a:pt x="14974" y="20761"/>
                  <a:pt x="15102" y="20701"/>
                  <a:pt x="15253" y="20631"/>
                </a:cubicBezTo>
                <a:lnTo>
                  <a:pt x="16543" y="19937"/>
                </a:lnTo>
                <a:cubicBezTo>
                  <a:pt x="16683" y="19850"/>
                  <a:pt x="16802" y="19780"/>
                  <a:pt x="16813" y="19774"/>
                </a:cubicBezTo>
                <a:cubicBezTo>
                  <a:pt x="16818" y="19769"/>
                  <a:pt x="16792" y="19633"/>
                  <a:pt x="16749" y="19476"/>
                </a:cubicBezTo>
                <a:lnTo>
                  <a:pt x="16538" y="18673"/>
                </a:lnTo>
                <a:cubicBezTo>
                  <a:pt x="16495" y="18516"/>
                  <a:pt x="16565" y="18301"/>
                  <a:pt x="16695" y="18192"/>
                </a:cubicBezTo>
                <a:lnTo>
                  <a:pt x="17622" y="17336"/>
                </a:lnTo>
                <a:cubicBezTo>
                  <a:pt x="17736" y="17216"/>
                  <a:pt x="17957" y="17173"/>
                  <a:pt x="18108" y="17232"/>
                </a:cubicBezTo>
                <a:lnTo>
                  <a:pt x="18868" y="17535"/>
                </a:lnTo>
                <a:cubicBezTo>
                  <a:pt x="19019" y="17595"/>
                  <a:pt x="19150" y="17639"/>
                  <a:pt x="19155" y="17634"/>
                </a:cubicBezTo>
                <a:cubicBezTo>
                  <a:pt x="19160" y="17628"/>
                  <a:pt x="19247" y="17515"/>
                  <a:pt x="19344" y="17380"/>
                </a:cubicBezTo>
                <a:lnTo>
                  <a:pt x="20175" y="16127"/>
                </a:lnTo>
                <a:cubicBezTo>
                  <a:pt x="20262" y="15986"/>
                  <a:pt x="20332" y="15861"/>
                  <a:pt x="20337" y="15856"/>
                </a:cubicBezTo>
                <a:cubicBezTo>
                  <a:pt x="20342" y="15850"/>
                  <a:pt x="20256" y="15743"/>
                  <a:pt x="20143" y="15624"/>
                </a:cubicBezTo>
                <a:lnTo>
                  <a:pt x="19570" y="14989"/>
                </a:lnTo>
                <a:cubicBezTo>
                  <a:pt x="19462" y="14869"/>
                  <a:pt x="19419" y="14642"/>
                  <a:pt x="19479" y="14491"/>
                </a:cubicBezTo>
                <a:lnTo>
                  <a:pt x="19862" y="13390"/>
                </a:lnTo>
                <a:cubicBezTo>
                  <a:pt x="19910" y="13233"/>
                  <a:pt x="20082" y="13088"/>
                  <a:pt x="20244" y="13072"/>
                </a:cubicBezTo>
                <a:lnTo>
                  <a:pt x="21081" y="12978"/>
                </a:lnTo>
                <a:cubicBezTo>
                  <a:pt x="21243" y="12962"/>
                  <a:pt x="21379" y="12940"/>
                  <a:pt x="21384" y="12929"/>
                </a:cubicBezTo>
                <a:cubicBezTo>
                  <a:pt x="21384" y="12918"/>
                  <a:pt x="21404" y="12784"/>
                  <a:pt x="21431" y="12616"/>
                </a:cubicBezTo>
                <a:lnTo>
                  <a:pt x="21583" y="11072"/>
                </a:lnTo>
                <a:cubicBezTo>
                  <a:pt x="21594" y="10909"/>
                  <a:pt x="21600" y="10767"/>
                  <a:pt x="21600" y="10757"/>
                </a:cubicBezTo>
                <a:cubicBezTo>
                  <a:pt x="21584" y="10757"/>
                  <a:pt x="21460" y="10702"/>
                  <a:pt x="21303" y="10648"/>
                </a:cubicBezTo>
                <a:lnTo>
                  <a:pt x="20477" y="10345"/>
                </a:lnTo>
                <a:cubicBezTo>
                  <a:pt x="20321" y="10291"/>
                  <a:pt x="20180" y="10106"/>
                  <a:pt x="20163" y="9944"/>
                </a:cubicBezTo>
                <a:lnTo>
                  <a:pt x="20013" y="8914"/>
                </a:lnTo>
                <a:cubicBezTo>
                  <a:pt x="19981" y="8752"/>
                  <a:pt x="20067" y="8546"/>
                  <a:pt x="20202" y="8454"/>
                </a:cubicBezTo>
                <a:lnTo>
                  <a:pt x="20926" y="7966"/>
                </a:lnTo>
                <a:cubicBezTo>
                  <a:pt x="21060" y="7874"/>
                  <a:pt x="21174" y="7792"/>
                  <a:pt x="21168" y="7781"/>
                </a:cubicBezTo>
                <a:cubicBezTo>
                  <a:pt x="21168" y="7770"/>
                  <a:pt x="21119" y="7640"/>
                  <a:pt x="21065" y="7483"/>
                </a:cubicBezTo>
                <a:lnTo>
                  <a:pt x="20472" y="6000"/>
                </a:lnTo>
                <a:cubicBezTo>
                  <a:pt x="20402" y="5848"/>
                  <a:pt x="20342" y="5723"/>
                  <a:pt x="20337" y="5712"/>
                </a:cubicBezTo>
                <a:cubicBezTo>
                  <a:pt x="20332" y="5701"/>
                  <a:pt x="20197" y="5717"/>
                  <a:pt x="20035" y="5739"/>
                </a:cubicBezTo>
                <a:lnTo>
                  <a:pt x="19133" y="5858"/>
                </a:lnTo>
                <a:cubicBezTo>
                  <a:pt x="18971" y="5879"/>
                  <a:pt x="18761" y="5788"/>
                  <a:pt x="18674" y="5648"/>
                </a:cubicBezTo>
                <a:lnTo>
                  <a:pt x="18135" y="4899"/>
                </a:lnTo>
                <a:cubicBezTo>
                  <a:pt x="18032" y="4769"/>
                  <a:pt x="18017" y="4548"/>
                  <a:pt x="18093" y="4401"/>
                </a:cubicBezTo>
                <a:lnTo>
                  <a:pt x="18518" y="3609"/>
                </a:lnTo>
                <a:cubicBezTo>
                  <a:pt x="18593" y="3462"/>
                  <a:pt x="18653" y="3338"/>
                  <a:pt x="18647" y="3333"/>
                </a:cubicBezTo>
                <a:cubicBezTo>
                  <a:pt x="18642" y="3327"/>
                  <a:pt x="18540" y="3230"/>
                  <a:pt x="18422" y="3116"/>
                </a:cubicBezTo>
                <a:lnTo>
                  <a:pt x="17186" y="2044"/>
                </a:lnTo>
                <a:cubicBezTo>
                  <a:pt x="17056" y="1941"/>
                  <a:pt x="16943" y="1853"/>
                  <a:pt x="16938" y="1848"/>
                </a:cubicBezTo>
                <a:cubicBezTo>
                  <a:pt x="16932" y="1842"/>
                  <a:pt x="16813" y="1918"/>
                  <a:pt x="16683" y="2010"/>
                </a:cubicBezTo>
                <a:lnTo>
                  <a:pt x="15934" y="2547"/>
                </a:lnTo>
                <a:cubicBezTo>
                  <a:pt x="15800" y="2644"/>
                  <a:pt x="15572" y="2655"/>
                  <a:pt x="15432" y="2574"/>
                </a:cubicBezTo>
                <a:lnTo>
                  <a:pt x="14682" y="2190"/>
                </a:lnTo>
                <a:cubicBezTo>
                  <a:pt x="14531" y="2119"/>
                  <a:pt x="14411" y="1929"/>
                  <a:pt x="14417" y="1761"/>
                </a:cubicBezTo>
                <a:lnTo>
                  <a:pt x="14429" y="840"/>
                </a:lnTo>
                <a:cubicBezTo>
                  <a:pt x="14429" y="677"/>
                  <a:pt x="14428" y="537"/>
                  <a:pt x="14417" y="537"/>
                </a:cubicBezTo>
                <a:cubicBezTo>
                  <a:pt x="14411" y="531"/>
                  <a:pt x="14272" y="494"/>
                  <a:pt x="14115" y="445"/>
                </a:cubicBezTo>
                <a:lnTo>
                  <a:pt x="12508" y="54"/>
                </a:lnTo>
                <a:cubicBezTo>
                  <a:pt x="12346" y="22"/>
                  <a:pt x="12205" y="0"/>
                  <a:pt x="12200" y="0"/>
                </a:cubicBezTo>
                <a:cubicBezTo>
                  <a:pt x="12189" y="0"/>
                  <a:pt x="12125" y="120"/>
                  <a:pt x="12049" y="266"/>
                </a:cubicBezTo>
                <a:lnTo>
                  <a:pt x="11628" y="1096"/>
                </a:lnTo>
                <a:cubicBezTo>
                  <a:pt x="11552" y="1242"/>
                  <a:pt x="11358" y="1355"/>
                  <a:pt x="11196" y="1350"/>
                </a:cubicBezTo>
                <a:lnTo>
                  <a:pt x="10387" y="1350"/>
                </a:lnTo>
                <a:cubicBezTo>
                  <a:pt x="10225" y="1355"/>
                  <a:pt x="10025" y="1242"/>
                  <a:pt x="9955" y="1096"/>
                </a:cubicBezTo>
                <a:lnTo>
                  <a:pt x="9534" y="266"/>
                </a:lnTo>
                <a:cubicBezTo>
                  <a:pt x="9458" y="120"/>
                  <a:pt x="9394" y="0"/>
                  <a:pt x="9384" y="0"/>
                </a:cubicBezTo>
                <a:close/>
                <a:moveTo>
                  <a:pt x="10792" y="5820"/>
                </a:moveTo>
                <a:cubicBezTo>
                  <a:pt x="13533" y="5820"/>
                  <a:pt x="15761" y="8053"/>
                  <a:pt x="15761" y="10811"/>
                </a:cubicBezTo>
                <a:cubicBezTo>
                  <a:pt x="15761" y="13569"/>
                  <a:pt x="13533" y="15801"/>
                  <a:pt x="10792" y="15801"/>
                </a:cubicBezTo>
                <a:cubicBezTo>
                  <a:pt x="8051" y="15801"/>
                  <a:pt x="5822" y="13569"/>
                  <a:pt x="5822" y="10811"/>
                </a:cubicBezTo>
                <a:cubicBezTo>
                  <a:pt x="5822" y="8053"/>
                  <a:pt x="8045" y="5820"/>
                  <a:pt x="10792" y="5820"/>
                </a:cubicBezTo>
                <a:close/>
                <a:moveTo>
                  <a:pt x="10792" y="7592"/>
                </a:moveTo>
                <a:cubicBezTo>
                  <a:pt x="9016" y="7592"/>
                  <a:pt x="7581" y="9033"/>
                  <a:pt x="7581" y="10816"/>
                </a:cubicBezTo>
                <a:cubicBezTo>
                  <a:pt x="7581" y="12593"/>
                  <a:pt x="9016" y="14040"/>
                  <a:pt x="10792" y="14040"/>
                </a:cubicBezTo>
                <a:cubicBezTo>
                  <a:pt x="12567" y="14040"/>
                  <a:pt x="14002" y="12599"/>
                  <a:pt x="14002" y="10816"/>
                </a:cubicBezTo>
                <a:cubicBezTo>
                  <a:pt x="14002" y="9033"/>
                  <a:pt x="12567" y="7592"/>
                  <a:pt x="10792" y="7592"/>
                </a:cubicBezTo>
                <a:close/>
              </a:path>
            </a:pathLst>
          </a:custGeom>
          <a:solidFill>
            <a:srgbClr val="C00000"/>
          </a:solidFill>
          <a:ln w="12700">
            <a:solidFill>
              <a:srgbClr val="C00000"/>
            </a:solidFill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en-US" sz="1600" kern="0" dirty="0">
                <a:latin typeface="Helvetica Neue Medium"/>
                <a:ea typeface="Helvetica Neue Medium"/>
                <a:cs typeface="Helvetica Neue Medium"/>
                <a:sym typeface="Helvetica Neue Medium"/>
              </a:rPr>
              <a:t>?</a:t>
            </a:r>
            <a:endParaRPr sz="1600" kern="0" dirty="0"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7" name="Line">
            <a:extLst>
              <a:ext uri="{FF2B5EF4-FFF2-40B4-BE49-F238E27FC236}">
                <a16:creationId xmlns:a16="http://schemas.microsoft.com/office/drawing/2014/main" id="{DEAB5024-CED4-BAAB-01EF-5DA05550D737}"/>
              </a:ext>
            </a:extLst>
          </p:cNvPr>
          <p:cNvSpPr/>
          <p:nvPr/>
        </p:nvSpPr>
        <p:spPr>
          <a:xfrm>
            <a:off x="14332678" y="7586372"/>
            <a:ext cx="261720" cy="582734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8" name="Line">
            <a:extLst>
              <a:ext uri="{FF2B5EF4-FFF2-40B4-BE49-F238E27FC236}">
                <a16:creationId xmlns:a16="http://schemas.microsoft.com/office/drawing/2014/main" id="{034C6479-E8E8-7463-3085-5A6E480546B2}"/>
              </a:ext>
            </a:extLst>
          </p:cNvPr>
          <p:cNvSpPr/>
          <p:nvPr/>
        </p:nvSpPr>
        <p:spPr>
          <a:xfrm flipV="1">
            <a:off x="14326936" y="6436334"/>
            <a:ext cx="237967" cy="623233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2AE9756C-1E6E-D781-125D-5E8AF606C2FF}"/>
              </a:ext>
            </a:extLst>
          </p:cNvPr>
          <p:cNvSpPr txBox="1"/>
          <p:nvPr/>
        </p:nvSpPr>
        <p:spPr>
          <a:xfrm>
            <a:off x="21354499" y="27948275"/>
            <a:ext cx="17508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hist-</a:t>
            </a:r>
            <a:r>
              <a:rPr lang="en-US" sz="3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aer</a:t>
            </a:r>
            <a:endParaRPr lang="en-US" sz="3600" baseline="-2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cxnSp>
        <p:nvCxnSpPr>
          <p:cNvPr id="241" name="Curved Connector 240">
            <a:extLst>
              <a:ext uri="{FF2B5EF4-FFF2-40B4-BE49-F238E27FC236}">
                <a16:creationId xmlns:a16="http://schemas.microsoft.com/office/drawing/2014/main" id="{C8736911-C93D-9E52-4198-A3ADB84169BB}"/>
              </a:ext>
            </a:extLst>
          </p:cNvPr>
          <p:cNvCxnSpPr>
            <a:cxnSpLocks/>
          </p:cNvCxnSpPr>
          <p:nvPr/>
        </p:nvCxnSpPr>
        <p:spPr>
          <a:xfrm flipV="1">
            <a:off x="18647520" y="28511206"/>
            <a:ext cx="3749528" cy="1238074"/>
          </a:xfrm>
          <a:prstGeom prst="curvedConnector3">
            <a:avLst>
              <a:gd name="adj1" fmla="val 99763"/>
            </a:avLst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Curved Connector 247">
            <a:extLst>
              <a:ext uri="{FF2B5EF4-FFF2-40B4-BE49-F238E27FC236}">
                <a16:creationId xmlns:a16="http://schemas.microsoft.com/office/drawing/2014/main" id="{BAD8ACE6-99D6-D3C9-42C2-F3EDA00641C4}"/>
              </a:ext>
            </a:extLst>
          </p:cNvPr>
          <p:cNvCxnSpPr>
            <a:cxnSpLocks/>
          </p:cNvCxnSpPr>
          <p:nvPr/>
        </p:nvCxnSpPr>
        <p:spPr>
          <a:xfrm rot="16200000" flipV="1">
            <a:off x="22006047" y="28981983"/>
            <a:ext cx="1035758" cy="249572"/>
          </a:xfrm>
          <a:prstGeom prst="curvedConnector3">
            <a:avLst>
              <a:gd name="adj1" fmla="val 50000"/>
            </a:avLst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TextBox 249">
            <a:extLst>
              <a:ext uri="{FF2B5EF4-FFF2-40B4-BE49-F238E27FC236}">
                <a16:creationId xmlns:a16="http://schemas.microsoft.com/office/drawing/2014/main" id="{15939F1B-1BB9-5E4C-3695-C45BA6360B15}"/>
              </a:ext>
            </a:extLst>
          </p:cNvPr>
          <p:cNvSpPr txBox="1"/>
          <p:nvPr/>
        </p:nvSpPr>
        <p:spPr>
          <a:xfrm>
            <a:off x="9637993" y="3317236"/>
            <a:ext cx="32291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/>
              <a:t>Linear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2ABAA359-BC21-29FE-5CE2-D26B34A224E3}"/>
              </a:ext>
            </a:extLst>
          </p:cNvPr>
          <p:cNvSpPr txBox="1"/>
          <p:nvPr/>
        </p:nvSpPr>
        <p:spPr>
          <a:xfrm>
            <a:off x="9877857" y="15352667"/>
            <a:ext cx="32291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 err="1"/>
              <a:t>FaIR</a:t>
            </a:r>
            <a:endParaRPr lang="en-US" sz="8000" dirty="0"/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091A5D70-583A-988D-56E8-38A0525AB781}"/>
              </a:ext>
            </a:extLst>
          </p:cNvPr>
          <p:cNvSpPr txBox="1"/>
          <p:nvPr/>
        </p:nvSpPr>
        <p:spPr>
          <a:xfrm>
            <a:off x="9711067" y="8897522"/>
            <a:ext cx="365487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/>
              <a:t>EBM-KF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526F86EB-969E-4F6E-5E65-2E9E082F611F}"/>
              </a:ext>
            </a:extLst>
          </p:cNvPr>
          <p:cNvSpPr txBox="1"/>
          <p:nvPr/>
        </p:nvSpPr>
        <p:spPr>
          <a:xfrm>
            <a:off x="9663437" y="22961773"/>
            <a:ext cx="365487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/>
              <a:t>GWI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85A0F638-324E-F018-57F9-9E5B168669C9}"/>
              </a:ext>
            </a:extLst>
          </p:cNvPr>
          <p:cNvSpPr txBox="1"/>
          <p:nvPr/>
        </p:nvSpPr>
        <p:spPr>
          <a:xfrm>
            <a:off x="9658711" y="28665835"/>
            <a:ext cx="365487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/>
              <a:t>ROF &amp;</a:t>
            </a:r>
          </a:p>
          <a:p>
            <a:r>
              <a:rPr lang="en-US" sz="8000" dirty="0"/>
              <a:t>KCC</a:t>
            </a:r>
          </a:p>
        </p:txBody>
      </p:sp>
      <p:sp>
        <p:nvSpPr>
          <p:cNvPr id="255" name="Right Triangle 254">
            <a:extLst>
              <a:ext uri="{FF2B5EF4-FFF2-40B4-BE49-F238E27FC236}">
                <a16:creationId xmlns:a16="http://schemas.microsoft.com/office/drawing/2014/main" id="{047237D5-914D-E95E-104D-934517F2ABCD}"/>
              </a:ext>
            </a:extLst>
          </p:cNvPr>
          <p:cNvSpPr/>
          <p:nvPr/>
        </p:nvSpPr>
        <p:spPr>
          <a:xfrm rot="10800000" flipH="1">
            <a:off x="14875502" y="15590058"/>
            <a:ext cx="3138971" cy="2458745"/>
          </a:xfrm>
          <a:prstGeom prst="rtTriangl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" name="Right Triangle 256">
            <a:extLst>
              <a:ext uri="{FF2B5EF4-FFF2-40B4-BE49-F238E27FC236}">
                <a16:creationId xmlns:a16="http://schemas.microsoft.com/office/drawing/2014/main" id="{540CDEA1-86B3-992E-D7B0-9B5C896861BF}"/>
              </a:ext>
            </a:extLst>
          </p:cNvPr>
          <p:cNvSpPr/>
          <p:nvPr/>
        </p:nvSpPr>
        <p:spPr>
          <a:xfrm rot="10800000" flipH="1">
            <a:off x="14561886" y="9096266"/>
            <a:ext cx="3138971" cy="2458745"/>
          </a:xfrm>
          <a:prstGeom prst="rtTriangl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" name="Right Triangle 257">
            <a:extLst>
              <a:ext uri="{FF2B5EF4-FFF2-40B4-BE49-F238E27FC236}">
                <a16:creationId xmlns:a16="http://schemas.microsoft.com/office/drawing/2014/main" id="{CF2FB6BA-FA4B-0CF3-BFE0-B14EDFA3F870}"/>
              </a:ext>
            </a:extLst>
          </p:cNvPr>
          <p:cNvSpPr/>
          <p:nvPr/>
        </p:nvSpPr>
        <p:spPr>
          <a:xfrm rot="10800000" flipH="1">
            <a:off x="14491172" y="23961365"/>
            <a:ext cx="3138971" cy="2458745"/>
          </a:xfrm>
          <a:prstGeom prst="rtTriangl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Line">
            <a:extLst>
              <a:ext uri="{FF2B5EF4-FFF2-40B4-BE49-F238E27FC236}">
                <a16:creationId xmlns:a16="http://schemas.microsoft.com/office/drawing/2014/main" id="{7FB8D1E9-4A73-19CF-A488-4F27DE188774}"/>
              </a:ext>
            </a:extLst>
          </p:cNvPr>
          <p:cNvSpPr/>
          <p:nvPr/>
        </p:nvSpPr>
        <p:spPr>
          <a:xfrm>
            <a:off x="14053583" y="21610770"/>
            <a:ext cx="2302213" cy="3903378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Line">
            <a:extLst>
              <a:ext uri="{FF2B5EF4-FFF2-40B4-BE49-F238E27FC236}">
                <a16:creationId xmlns:a16="http://schemas.microsoft.com/office/drawing/2014/main" id="{5CEBC96E-417E-8C99-4371-38605F0E876F}"/>
              </a:ext>
            </a:extLst>
          </p:cNvPr>
          <p:cNvSpPr/>
          <p:nvPr/>
        </p:nvSpPr>
        <p:spPr>
          <a:xfrm flipV="1">
            <a:off x="16635712" y="20851431"/>
            <a:ext cx="1071004" cy="4426472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 dirty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2" name="Line">
            <a:extLst>
              <a:ext uri="{FF2B5EF4-FFF2-40B4-BE49-F238E27FC236}">
                <a16:creationId xmlns:a16="http://schemas.microsoft.com/office/drawing/2014/main" id="{0968E786-5B3A-C8AD-7F5C-9D1BEDD1BCBF}"/>
              </a:ext>
            </a:extLst>
          </p:cNvPr>
          <p:cNvSpPr/>
          <p:nvPr/>
        </p:nvSpPr>
        <p:spPr>
          <a:xfrm flipV="1">
            <a:off x="14053310" y="24556968"/>
            <a:ext cx="3902467" cy="530346"/>
          </a:xfrm>
          <a:prstGeom prst="line">
            <a:avLst/>
          </a:prstGeom>
          <a:ln w="12700">
            <a:solidFill>
              <a:srgbClr val="FF0000"/>
            </a:solidFill>
            <a:prstDash val="solid"/>
            <a:miter lim="400000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" name="Gear">
            <a:extLst>
              <a:ext uri="{FF2B5EF4-FFF2-40B4-BE49-F238E27FC236}">
                <a16:creationId xmlns:a16="http://schemas.microsoft.com/office/drawing/2014/main" id="{72015309-BD13-F8F2-77C7-E195A751A6D1}"/>
              </a:ext>
            </a:extLst>
          </p:cNvPr>
          <p:cNvSpPr/>
          <p:nvPr/>
        </p:nvSpPr>
        <p:spPr>
          <a:xfrm>
            <a:off x="17064571" y="21217652"/>
            <a:ext cx="637759" cy="6349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9384" y="0"/>
                </a:moveTo>
                <a:cubicBezTo>
                  <a:pt x="9373" y="0"/>
                  <a:pt x="9237" y="27"/>
                  <a:pt x="9075" y="54"/>
                </a:cubicBezTo>
                <a:lnTo>
                  <a:pt x="7468" y="445"/>
                </a:lnTo>
                <a:cubicBezTo>
                  <a:pt x="7312" y="494"/>
                  <a:pt x="7177" y="531"/>
                  <a:pt x="7166" y="537"/>
                </a:cubicBezTo>
                <a:cubicBezTo>
                  <a:pt x="7161" y="542"/>
                  <a:pt x="7154" y="677"/>
                  <a:pt x="7154" y="840"/>
                </a:cubicBezTo>
                <a:lnTo>
                  <a:pt x="7166" y="1761"/>
                </a:lnTo>
                <a:cubicBezTo>
                  <a:pt x="7166" y="1924"/>
                  <a:pt x="7047" y="2119"/>
                  <a:pt x="6902" y="2190"/>
                </a:cubicBezTo>
                <a:lnTo>
                  <a:pt x="6151" y="2574"/>
                </a:lnTo>
                <a:cubicBezTo>
                  <a:pt x="6006" y="2655"/>
                  <a:pt x="5778" y="2644"/>
                  <a:pt x="5649" y="2547"/>
                </a:cubicBezTo>
                <a:lnTo>
                  <a:pt x="4900" y="2010"/>
                </a:lnTo>
                <a:cubicBezTo>
                  <a:pt x="4765" y="1913"/>
                  <a:pt x="4651" y="1842"/>
                  <a:pt x="4645" y="1848"/>
                </a:cubicBezTo>
                <a:cubicBezTo>
                  <a:pt x="4640" y="1853"/>
                  <a:pt x="4527" y="1941"/>
                  <a:pt x="4398" y="2044"/>
                </a:cubicBezTo>
                <a:lnTo>
                  <a:pt x="3162" y="3116"/>
                </a:lnTo>
                <a:cubicBezTo>
                  <a:pt x="3043" y="3230"/>
                  <a:pt x="2941" y="3327"/>
                  <a:pt x="2936" y="3333"/>
                </a:cubicBezTo>
                <a:cubicBezTo>
                  <a:pt x="2930" y="3338"/>
                  <a:pt x="2990" y="3462"/>
                  <a:pt x="3065" y="3609"/>
                </a:cubicBezTo>
                <a:lnTo>
                  <a:pt x="3490" y="4401"/>
                </a:lnTo>
                <a:cubicBezTo>
                  <a:pt x="3566" y="4548"/>
                  <a:pt x="3551" y="4769"/>
                  <a:pt x="3448" y="4899"/>
                </a:cubicBezTo>
                <a:lnTo>
                  <a:pt x="2909" y="5648"/>
                </a:lnTo>
                <a:cubicBezTo>
                  <a:pt x="2817" y="5783"/>
                  <a:pt x="2612" y="5879"/>
                  <a:pt x="2450" y="5858"/>
                </a:cubicBezTo>
                <a:lnTo>
                  <a:pt x="1548" y="5739"/>
                </a:lnTo>
                <a:cubicBezTo>
                  <a:pt x="1386" y="5717"/>
                  <a:pt x="1251" y="5707"/>
                  <a:pt x="1246" y="5712"/>
                </a:cubicBezTo>
                <a:cubicBezTo>
                  <a:pt x="1241" y="5717"/>
                  <a:pt x="1181" y="5848"/>
                  <a:pt x="1111" y="6000"/>
                </a:cubicBezTo>
                <a:lnTo>
                  <a:pt x="518" y="7483"/>
                </a:lnTo>
                <a:cubicBezTo>
                  <a:pt x="464" y="7640"/>
                  <a:pt x="420" y="7776"/>
                  <a:pt x="415" y="7781"/>
                </a:cubicBezTo>
                <a:cubicBezTo>
                  <a:pt x="415" y="7792"/>
                  <a:pt x="523" y="7874"/>
                  <a:pt x="658" y="7966"/>
                </a:cubicBezTo>
                <a:lnTo>
                  <a:pt x="1381" y="8454"/>
                </a:lnTo>
                <a:cubicBezTo>
                  <a:pt x="1516" y="8546"/>
                  <a:pt x="1602" y="8752"/>
                  <a:pt x="1570" y="8914"/>
                </a:cubicBezTo>
                <a:lnTo>
                  <a:pt x="1420" y="9944"/>
                </a:lnTo>
                <a:cubicBezTo>
                  <a:pt x="1404" y="10106"/>
                  <a:pt x="1263" y="10291"/>
                  <a:pt x="1106" y="10345"/>
                </a:cubicBezTo>
                <a:lnTo>
                  <a:pt x="280" y="10648"/>
                </a:lnTo>
                <a:cubicBezTo>
                  <a:pt x="123" y="10702"/>
                  <a:pt x="0" y="10758"/>
                  <a:pt x="0" y="10769"/>
                </a:cubicBezTo>
                <a:cubicBezTo>
                  <a:pt x="0" y="10779"/>
                  <a:pt x="6" y="10919"/>
                  <a:pt x="17" y="11082"/>
                </a:cubicBezTo>
                <a:lnTo>
                  <a:pt x="167" y="12626"/>
                </a:lnTo>
                <a:cubicBezTo>
                  <a:pt x="194" y="12789"/>
                  <a:pt x="210" y="12930"/>
                  <a:pt x="216" y="12941"/>
                </a:cubicBezTo>
                <a:cubicBezTo>
                  <a:pt x="216" y="12952"/>
                  <a:pt x="350" y="12974"/>
                  <a:pt x="518" y="12990"/>
                </a:cubicBezTo>
                <a:lnTo>
                  <a:pt x="1354" y="13082"/>
                </a:lnTo>
                <a:cubicBezTo>
                  <a:pt x="1516" y="13098"/>
                  <a:pt x="1688" y="13245"/>
                  <a:pt x="1737" y="13402"/>
                </a:cubicBezTo>
                <a:lnTo>
                  <a:pt x="2121" y="14501"/>
                </a:lnTo>
                <a:cubicBezTo>
                  <a:pt x="2181" y="14653"/>
                  <a:pt x="2142" y="14881"/>
                  <a:pt x="2028" y="15000"/>
                </a:cubicBezTo>
                <a:lnTo>
                  <a:pt x="1457" y="15624"/>
                </a:lnTo>
                <a:cubicBezTo>
                  <a:pt x="1349" y="15743"/>
                  <a:pt x="1258" y="15850"/>
                  <a:pt x="1263" y="15856"/>
                </a:cubicBezTo>
                <a:cubicBezTo>
                  <a:pt x="1268" y="15861"/>
                  <a:pt x="1338" y="15986"/>
                  <a:pt x="1425" y="16127"/>
                </a:cubicBezTo>
                <a:lnTo>
                  <a:pt x="2256" y="17380"/>
                </a:lnTo>
                <a:cubicBezTo>
                  <a:pt x="2353" y="17510"/>
                  <a:pt x="2440" y="17623"/>
                  <a:pt x="2445" y="17634"/>
                </a:cubicBezTo>
                <a:cubicBezTo>
                  <a:pt x="2450" y="17639"/>
                  <a:pt x="2579" y="17595"/>
                  <a:pt x="2730" y="17535"/>
                </a:cubicBezTo>
                <a:lnTo>
                  <a:pt x="3490" y="17232"/>
                </a:lnTo>
                <a:cubicBezTo>
                  <a:pt x="3641" y="17173"/>
                  <a:pt x="3863" y="17216"/>
                  <a:pt x="3976" y="17336"/>
                </a:cubicBezTo>
                <a:lnTo>
                  <a:pt x="4905" y="18192"/>
                </a:lnTo>
                <a:cubicBezTo>
                  <a:pt x="5029" y="18295"/>
                  <a:pt x="5100" y="18511"/>
                  <a:pt x="5062" y="18673"/>
                </a:cubicBezTo>
                <a:lnTo>
                  <a:pt x="4851" y="19476"/>
                </a:lnTo>
                <a:cubicBezTo>
                  <a:pt x="4808" y="19633"/>
                  <a:pt x="4780" y="19769"/>
                  <a:pt x="4785" y="19774"/>
                </a:cubicBezTo>
                <a:cubicBezTo>
                  <a:pt x="4791" y="19780"/>
                  <a:pt x="4915" y="19850"/>
                  <a:pt x="5055" y="19937"/>
                </a:cubicBezTo>
                <a:lnTo>
                  <a:pt x="6345" y="20631"/>
                </a:lnTo>
                <a:cubicBezTo>
                  <a:pt x="6491" y="20701"/>
                  <a:pt x="6621" y="20761"/>
                  <a:pt x="6632" y="20766"/>
                </a:cubicBezTo>
                <a:cubicBezTo>
                  <a:pt x="6637" y="20772"/>
                  <a:pt x="6735" y="20668"/>
                  <a:pt x="6843" y="20543"/>
                </a:cubicBezTo>
                <a:lnTo>
                  <a:pt x="7370" y="19932"/>
                </a:lnTo>
                <a:cubicBezTo>
                  <a:pt x="7478" y="19807"/>
                  <a:pt x="7694" y="19742"/>
                  <a:pt x="7851" y="19791"/>
                </a:cubicBezTo>
                <a:lnTo>
                  <a:pt x="9136" y="20116"/>
                </a:lnTo>
                <a:cubicBezTo>
                  <a:pt x="9298" y="20149"/>
                  <a:pt x="9459" y="20306"/>
                  <a:pt x="9497" y="20468"/>
                </a:cubicBezTo>
                <a:lnTo>
                  <a:pt x="9680" y="21259"/>
                </a:lnTo>
                <a:cubicBezTo>
                  <a:pt x="9718" y="21422"/>
                  <a:pt x="9756" y="21552"/>
                  <a:pt x="9761" y="21552"/>
                </a:cubicBezTo>
                <a:cubicBezTo>
                  <a:pt x="9767" y="21552"/>
                  <a:pt x="9911" y="21562"/>
                  <a:pt x="10073" y="21573"/>
                </a:cubicBezTo>
                <a:lnTo>
                  <a:pt x="10500" y="21595"/>
                </a:lnTo>
                <a:cubicBezTo>
                  <a:pt x="10662" y="21600"/>
                  <a:pt x="10931" y="21600"/>
                  <a:pt x="11098" y="21595"/>
                </a:cubicBezTo>
                <a:lnTo>
                  <a:pt x="11525" y="21573"/>
                </a:lnTo>
                <a:cubicBezTo>
                  <a:pt x="11687" y="21562"/>
                  <a:pt x="11828" y="21552"/>
                  <a:pt x="11839" y="21552"/>
                </a:cubicBezTo>
                <a:cubicBezTo>
                  <a:pt x="11849" y="21552"/>
                  <a:pt x="11882" y="21416"/>
                  <a:pt x="11920" y="21259"/>
                </a:cubicBezTo>
                <a:lnTo>
                  <a:pt x="12103" y="20468"/>
                </a:lnTo>
                <a:cubicBezTo>
                  <a:pt x="12141" y="20306"/>
                  <a:pt x="12302" y="20149"/>
                  <a:pt x="12464" y="20116"/>
                </a:cubicBezTo>
                <a:lnTo>
                  <a:pt x="13749" y="19791"/>
                </a:lnTo>
                <a:cubicBezTo>
                  <a:pt x="13906" y="19742"/>
                  <a:pt x="14120" y="19807"/>
                  <a:pt x="14228" y="19932"/>
                </a:cubicBezTo>
                <a:lnTo>
                  <a:pt x="14757" y="20543"/>
                </a:lnTo>
                <a:cubicBezTo>
                  <a:pt x="14865" y="20668"/>
                  <a:pt x="14957" y="20767"/>
                  <a:pt x="14968" y="20766"/>
                </a:cubicBezTo>
                <a:cubicBezTo>
                  <a:pt x="14974" y="20761"/>
                  <a:pt x="15102" y="20701"/>
                  <a:pt x="15253" y="20631"/>
                </a:cubicBezTo>
                <a:lnTo>
                  <a:pt x="16543" y="19937"/>
                </a:lnTo>
                <a:cubicBezTo>
                  <a:pt x="16683" y="19850"/>
                  <a:pt x="16802" y="19780"/>
                  <a:pt x="16813" y="19774"/>
                </a:cubicBezTo>
                <a:cubicBezTo>
                  <a:pt x="16818" y="19769"/>
                  <a:pt x="16792" y="19633"/>
                  <a:pt x="16749" y="19476"/>
                </a:cubicBezTo>
                <a:lnTo>
                  <a:pt x="16538" y="18673"/>
                </a:lnTo>
                <a:cubicBezTo>
                  <a:pt x="16495" y="18516"/>
                  <a:pt x="16565" y="18301"/>
                  <a:pt x="16695" y="18192"/>
                </a:cubicBezTo>
                <a:lnTo>
                  <a:pt x="17622" y="17336"/>
                </a:lnTo>
                <a:cubicBezTo>
                  <a:pt x="17736" y="17216"/>
                  <a:pt x="17957" y="17173"/>
                  <a:pt x="18108" y="17232"/>
                </a:cubicBezTo>
                <a:lnTo>
                  <a:pt x="18868" y="17535"/>
                </a:lnTo>
                <a:cubicBezTo>
                  <a:pt x="19019" y="17595"/>
                  <a:pt x="19150" y="17639"/>
                  <a:pt x="19155" y="17634"/>
                </a:cubicBezTo>
                <a:cubicBezTo>
                  <a:pt x="19160" y="17628"/>
                  <a:pt x="19247" y="17515"/>
                  <a:pt x="19344" y="17380"/>
                </a:cubicBezTo>
                <a:lnTo>
                  <a:pt x="20175" y="16127"/>
                </a:lnTo>
                <a:cubicBezTo>
                  <a:pt x="20262" y="15986"/>
                  <a:pt x="20332" y="15861"/>
                  <a:pt x="20337" y="15856"/>
                </a:cubicBezTo>
                <a:cubicBezTo>
                  <a:pt x="20342" y="15850"/>
                  <a:pt x="20256" y="15743"/>
                  <a:pt x="20143" y="15624"/>
                </a:cubicBezTo>
                <a:lnTo>
                  <a:pt x="19570" y="14989"/>
                </a:lnTo>
                <a:cubicBezTo>
                  <a:pt x="19462" y="14869"/>
                  <a:pt x="19419" y="14642"/>
                  <a:pt x="19479" y="14491"/>
                </a:cubicBezTo>
                <a:lnTo>
                  <a:pt x="19862" y="13390"/>
                </a:lnTo>
                <a:cubicBezTo>
                  <a:pt x="19910" y="13233"/>
                  <a:pt x="20082" y="13088"/>
                  <a:pt x="20244" y="13072"/>
                </a:cubicBezTo>
                <a:lnTo>
                  <a:pt x="21081" y="12978"/>
                </a:lnTo>
                <a:cubicBezTo>
                  <a:pt x="21243" y="12962"/>
                  <a:pt x="21379" y="12940"/>
                  <a:pt x="21384" y="12929"/>
                </a:cubicBezTo>
                <a:cubicBezTo>
                  <a:pt x="21384" y="12918"/>
                  <a:pt x="21404" y="12784"/>
                  <a:pt x="21431" y="12616"/>
                </a:cubicBezTo>
                <a:lnTo>
                  <a:pt x="21583" y="11072"/>
                </a:lnTo>
                <a:cubicBezTo>
                  <a:pt x="21594" y="10909"/>
                  <a:pt x="21600" y="10767"/>
                  <a:pt x="21600" y="10757"/>
                </a:cubicBezTo>
                <a:cubicBezTo>
                  <a:pt x="21584" y="10757"/>
                  <a:pt x="21460" y="10702"/>
                  <a:pt x="21303" y="10648"/>
                </a:cubicBezTo>
                <a:lnTo>
                  <a:pt x="20477" y="10345"/>
                </a:lnTo>
                <a:cubicBezTo>
                  <a:pt x="20321" y="10291"/>
                  <a:pt x="20180" y="10106"/>
                  <a:pt x="20163" y="9944"/>
                </a:cubicBezTo>
                <a:lnTo>
                  <a:pt x="20013" y="8914"/>
                </a:lnTo>
                <a:cubicBezTo>
                  <a:pt x="19981" y="8752"/>
                  <a:pt x="20067" y="8546"/>
                  <a:pt x="20202" y="8454"/>
                </a:cubicBezTo>
                <a:lnTo>
                  <a:pt x="20926" y="7966"/>
                </a:lnTo>
                <a:cubicBezTo>
                  <a:pt x="21060" y="7874"/>
                  <a:pt x="21174" y="7792"/>
                  <a:pt x="21168" y="7781"/>
                </a:cubicBezTo>
                <a:cubicBezTo>
                  <a:pt x="21168" y="7770"/>
                  <a:pt x="21119" y="7640"/>
                  <a:pt x="21065" y="7483"/>
                </a:cubicBezTo>
                <a:lnTo>
                  <a:pt x="20472" y="6000"/>
                </a:lnTo>
                <a:cubicBezTo>
                  <a:pt x="20402" y="5848"/>
                  <a:pt x="20342" y="5723"/>
                  <a:pt x="20337" y="5712"/>
                </a:cubicBezTo>
                <a:cubicBezTo>
                  <a:pt x="20332" y="5701"/>
                  <a:pt x="20197" y="5717"/>
                  <a:pt x="20035" y="5739"/>
                </a:cubicBezTo>
                <a:lnTo>
                  <a:pt x="19133" y="5858"/>
                </a:lnTo>
                <a:cubicBezTo>
                  <a:pt x="18971" y="5879"/>
                  <a:pt x="18761" y="5788"/>
                  <a:pt x="18674" y="5648"/>
                </a:cubicBezTo>
                <a:lnTo>
                  <a:pt x="18135" y="4899"/>
                </a:lnTo>
                <a:cubicBezTo>
                  <a:pt x="18032" y="4769"/>
                  <a:pt x="18017" y="4548"/>
                  <a:pt x="18093" y="4401"/>
                </a:cubicBezTo>
                <a:lnTo>
                  <a:pt x="18518" y="3609"/>
                </a:lnTo>
                <a:cubicBezTo>
                  <a:pt x="18593" y="3462"/>
                  <a:pt x="18653" y="3338"/>
                  <a:pt x="18647" y="3333"/>
                </a:cubicBezTo>
                <a:cubicBezTo>
                  <a:pt x="18642" y="3327"/>
                  <a:pt x="18540" y="3230"/>
                  <a:pt x="18422" y="3116"/>
                </a:cubicBezTo>
                <a:lnTo>
                  <a:pt x="17186" y="2044"/>
                </a:lnTo>
                <a:cubicBezTo>
                  <a:pt x="17056" y="1941"/>
                  <a:pt x="16943" y="1853"/>
                  <a:pt x="16938" y="1848"/>
                </a:cubicBezTo>
                <a:cubicBezTo>
                  <a:pt x="16932" y="1842"/>
                  <a:pt x="16813" y="1918"/>
                  <a:pt x="16683" y="2010"/>
                </a:cubicBezTo>
                <a:lnTo>
                  <a:pt x="15934" y="2547"/>
                </a:lnTo>
                <a:cubicBezTo>
                  <a:pt x="15800" y="2644"/>
                  <a:pt x="15572" y="2655"/>
                  <a:pt x="15432" y="2574"/>
                </a:cubicBezTo>
                <a:lnTo>
                  <a:pt x="14682" y="2190"/>
                </a:lnTo>
                <a:cubicBezTo>
                  <a:pt x="14531" y="2119"/>
                  <a:pt x="14411" y="1929"/>
                  <a:pt x="14417" y="1761"/>
                </a:cubicBezTo>
                <a:lnTo>
                  <a:pt x="14429" y="840"/>
                </a:lnTo>
                <a:cubicBezTo>
                  <a:pt x="14429" y="677"/>
                  <a:pt x="14428" y="537"/>
                  <a:pt x="14417" y="537"/>
                </a:cubicBezTo>
                <a:cubicBezTo>
                  <a:pt x="14411" y="531"/>
                  <a:pt x="14272" y="494"/>
                  <a:pt x="14115" y="445"/>
                </a:cubicBezTo>
                <a:lnTo>
                  <a:pt x="12508" y="54"/>
                </a:lnTo>
                <a:cubicBezTo>
                  <a:pt x="12346" y="22"/>
                  <a:pt x="12205" y="0"/>
                  <a:pt x="12200" y="0"/>
                </a:cubicBezTo>
                <a:cubicBezTo>
                  <a:pt x="12189" y="0"/>
                  <a:pt x="12125" y="120"/>
                  <a:pt x="12049" y="266"/>
                </a:cubicBezTo>
                <a:lnTo>
                  <a:pt x="11628" y="1096"/>
                </a:lnTo>
                <a:cubicBezTo>
                  <a:pt x="11552" y="1242"/>
                  <a:pt x="11358" y="1355"/>
                  <a:pt x="11196" y="1350"/>
                </a:cubicBezTo>
                <a:lnTo>
                  <a:pt x="10387" y="1350"/>
                </a:lnTo>
                <a:cubicBezTo>
                  <a:pt x="10225" y="1355"/>
                  <a:pt x="10025" y="1242"/>
                  <a:pt x="9955" y="1096"/>
                </a:cubicBezTo>
                <a:lnTo>
                  <a:pt x="9534" y="266"/>
                </a:lnTo>
                <a:cubicBezTo>
                  <a:pt x="9458" y="120"/>
                  <a:pt x="9394" y="0"/>
                  <a:pt x="9384" y="0"/>
                </a:cubicBezTo>
                <a:close/>
                <a:moveTo>
                  <a:pt x="10792" y="5820"/>
                </a:moveTo>
                <a:cubicBezTo>
                  <a:pt x="13533" y="5820"/>
                  <a:pt x="15761" y="8053"/>
                  <a:pt x="15761" y="10811"/>
                </a:cubicBezTo>
                <a:cubicBezTo>
                  <a:pt x="15761" y="13569"/>
                  <a:pt x="13533" y="15801"/>
                  <a:pt x="10792" y="15801"/>
                </a:cubicBezTo>
                <a:cubicBezTo>
                  <a:pt x="8051" y="15801"/>
                  <a:pt x="5822" y="13569"/>
                  <a:pt x="5822" y="10811"/>
                </a:cubicBezTo>
                <a:cubicBezTo>
                  <a:pt x="5822" y="8053"/>
                  <a:pt x="8045" y="5820"/>
                  <a:pt x="10792" y="5820"/>
                </a:cubicBezTo>
                <a:close/>
                <a:moveTo>
                  <a:pt x="10792" y="7592"/>
                </a:moveTo>
                <a:cubicBezTo>
                  <a:pt x="9016" y="7592"/>
                  <a:pt x="7581" y="9033"/>
                  <a:pt x="7581" y="10816"/>
                </a:cubicBezTo>
                <a:cubicBezTo>
                  <a:pt x="7581" y="12593"/>
                  <a:pt x="9016" y="14040"/>
                  <a:pt x="10792" y="14040"/>
                </a:cubicBezTo>
                <a:cubicBezTo>
                  <a:pt x="12567" y="14040"/>
                  <a:pt x="14002" y="12599"/>
                  <a:pt x="14002" y="10816"/>
                </a:cubicBezTo>
                <a:cubicBezTo>
                  <a:pt x="14002" y="9033"/>
                  <a:pt x="12567" y="7592"/>
                  <a:pt x="10792" y="7592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6C4DBFF4-36ED-AADF-44C2-10895FD95FA2}"/>
              </a:ext>
            </a:extLst>
          </p:cNvPr>
          <p:cNvSpPr/>
          <p:nvPr/>
        </p:nvSpPr>
        <p:spPr>
          <a:xfrm>
            <a:off x="17143787" y="21286384"/>
            <a:ext cx="484610" cy="485463"/>
          </a:xfrm>
          <a:prstGeom prst="ellipse">
            <a:avLst/>
          </a:prstGeom>
          <a:noFill/>
          <a:ln w="825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" name="Gear">
            <a:extLst>
              <a:ext uri="{FF2B5EF4-FFF2-40B4-BE49-F238E27FC236}">
                <a16:creationId xmlns:a16="http://schemas.microsoft.com/office/drawing/2014/main" id="{303500DF-0627-BFFE-F060-A0A255E95F3F}"/>
              </a:ext>
            </a:extLst>
          </p:cNvPr>
          <p:cNvSpPr/>
          <p:nvPr/>
        </p:nvSpPr>
        <p:spPr>
          <a:xfrm>
            <a:off x="14370682" y="9347588"/>
            <a:ext cx="637759" cy="6349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9384" y="0"/>
                </a:moveTo>
                <a:cubicBezTo>
                  <a:pt x="9373" y="0"/>
                  <a:pt x="9237" y="27"/>
                  <a:pt x="9075" y="54"/>
                </a:cubicBezTo>
                <a:lnTo>
                  <a:pt x="7468" y="445"/>
                </a:lnTo>
                <a:cubicBezTo>
                  <a:pt x="7312" y="494"/>
                  <a:pt x="7177" y="531"/>
                  <a:pt x="7166" y="537"/>
                </a:cubicBezTo>
                <a:cubicBezTo>
                  <a:pt x="7161" y="542"/>
                  <a:pt x="7154" y="677"/>
                  <a:pt x="7154" y="840"/>
                </a:cubicBezTo>
                <a:lnTo>
                  <a:pt x="7166" y="1761"/>
                </a:lnTo>
                <a:cubicBezTo>
                  <a:pt x="7166" y="1924"/>
                  <a:pt x="7047" y="2119"/>
                  <a:pt x="6902" y="2190"/>
                </a:cubicBezTo>
                <a:lnTo>
                  <a:pt x="6151" y="2574"/>
                </a:lnTo>
                <a:cubicBezTo>
                  <a:pt x="6006" y="2655"/>
                  <a:pt x="5778" y="2644"/>
                  <a:pt x="5649" y="2547"/>
                </a:cubicBezTo>
                <a:lnTo>
                  <a:pt x="4900" y="2010"/>
                </a:lnTo>
                <a:cubicBezTo>
                  <a:pt x="4765" y="1913"/>
                  <a:pt x="4651" y="1842"/>
                  <a:pt x="4645" y="1848"/>
                </a:cubicBezTo>
                <a:cubicBezTo>
                  <a:pt x="4640" y="1853"/>
                  <a:pt x="4527" y="1941"/>
                  <a:pt x="4398" y="2044"/>
                </a:cubicBezTo>
                <a:lnTo>
                  <a:pt x="3162" y="3116"/>
                </a:lnTo>
                <a:cubicBezTo>
                  <a:pt x="3043" y="3230"/>
                  <a:pt x="2941" y="3327"/>
                  <a:pt x="2936" y="3333"/>
                </a:cubicBezTo>
                <a:cubicBezTo>
                  <a:pt x="2930" y="3338"/>
                  <a:pt x="2990" y="3462"/>
                  <a:pt x="3065" y="3609"/>
                </a:cubicBezTo>
                <a:lnTo>
                  <a:pt x="3490" y="4401"/>
                </a:lnTo>
                <a:cubicBezTo>
                  <a:pt x="3566" y="4548"/>
                  <a:pt x="3551" y="4769"/>
                  <a:pt x="3448" y="4899"/>
                </a:cubicBezTo>
                <a:lnTo>
                  <a:pt x="2909" y="5648"/>
                </a:lnTo>
                <a:cubicBezTo>
                  <a:pt x="2817" y="5783"/>
                  <a:pt x="2612" y="5879"/>
                  <a:pt x="2450" y="5858"/>
                </a:cubicBezTo>
                <a:lnTo>
                  <a:pt x="1548" y="5739"/>
                </a:lnTo>
                <a:cubicBezTo>
                  <a:pt x="1386" y="5717"/>
                  <a:pt x="1251" y="5707"/>
                  <a:pt x="1246" y="5712"/>
                </a:cubicBezTo>
                <a:cubicBezTo>
                  <a:pt x="1241" y="5717"/>
                  <a:pt x="1181" y="5848"/>
                  <a:pt x="1111" y="6000"/>
                </a:cubicBezTo>
                <a:lnTo>
                  <a:pt x="518" y="7483"/>
                </a:lnTo>
                <a:cubicBezTo>
                  <a:pt x="464" y="7640"/>
                  <a:pt x="420" y="7776"/>
                  <a:pt x="415" y="7781"/>
                </a:cubicBezTo>
                <a:cubicBezTo>
                  <a:pt x="415" y="7792"/>
                  <a:pt x="523" y="7874"/>
                  <a:pt x="658" y="7966"/>
                </a:cubicBezTo>
                <a:lnTo>
                  <a:pt x="1381" y="8454"/>
                </a:lnTo>
                <a:cubicBezTo>
                  <a:pt x="1516" y="8546"/>
                  <a:pt x="1602" y="8752"/>
                  <a:pt x="1570" y="8914"/>
                </a:cubicBezTo>
                <a:lnTo>
                  <a:pt x="1420" y="9944"/>
                </a:lnTo>
                <a:cubicBezTo>
                  <a:pt x="1404" y="10106"/>
                  <a:pt x="1263" y="10291"/>
                  <a:pt x="1106" y="10345"/>
                </a:cubicBezTo>
                <a:lnTo>
                  <a:pt x="280" y="10648"/>
                </a:lnTo>
                <a:cubicBezTo>
                  <a:pt x="123" y="10702"/>
                  <a:pt x="0" y="10758"/>
                  <a:pt x="0" y="10769"/>
                </a:cubicBezTo>
                <a:cubicBezTo>
                  <a:pt x="0" y="10779"/>
                  <a:pt x="6" y="10919"/>
                  <a:pt x="17" y="11082"/>
                </a:cubicBezTo>
                <a:lnTo>
                  <a:pt x="167" y="12626"/>
                </a:lnTo>
                <a:cubicBezTo>
                  <a:pt x="194" y="12789"/>
                  <a:pt x="210" y="12930"/>
                  <a:pt x="216" y="12941"/>
                </a:cubicBezTo>
                <a:cubicBezTo>
                  <a:pt x="216" y="12952"/>
                  <a:pt x="350" y="12974"/>
                  <a:pt x="518" y="12990"/>
                </a:cubicBezTo>
                <a:lnTo>
                  <a:pt x="1354" y="13082"/>
                </a:lnTo>
                <a:cubicBezTo>
                  <a:pt x="1516" y="13098"/>
                  <a:pt x="1688" y="13245"/>
                  <a:pt x="1737" y="13402"/>
                </a:cubicBezTo>
                <a:lnTo>
                  <a:pt x="2121" y="14501"/>
                </a:lnTo>
                <a:cubicBezTo>
                  <a:pt x="2181" y="14653"/>
                  <a:pt x="2142" y="14881"/>
                  <a:pt x="2028" y="15000"/>
                </a:cubicBezTo>
                <a:lnTo>
                  <a:pt x="1457" y="15624"/>
                </a:lnTo>
                <a:cubicBezTo>
                  <a:pt x="1349" y="15743"/>
                  <a:pt x="1258" y="15850"/>
                  <a:pt x="1263" y="15856"/>
                </a:cubicBezTo>
                <a:cubicBezTo>
                  <a:pt x="1268" y="15861"/>
                  <a:pt x="1338" y="15986"/>
                  <a:pt x="1425" y="16127"/>
                </a:cubicBezTo>
                <a:lnTo>
                  <a:pt x="2256" y="17380"/>
                </a:lnTo>
                <a:cubicBezTo>
                  <a:pt x="2353" y="17510"/>
                  <a:pt x="2440" y="17623"/>
                  <a:pt x="2445" y="17634"/>
                </a:cubicBezTo>
                <a:cubicBezTo>
                  <a:pt x="2450" y="17639"/>
                  <a:pt x="2579" y="17595"/>
                  <a:pt x="2730" y="17535"/>
                </a:cubicBezTo>
                <a:lnTo>
                  <a:pt x="3490" y="17232"/>
                </a:lnTo>
                <a:cubicBezTo>
                  <a:pt x="3641" y="17173"/>
                  <a:pt x="3863" y="17216"/>
                  <a:pt x="3976" y="17336"/>
                </a:cubicBezTo>
                <a:lnTo>
                  <a:pt x="4905" y="18192"/>
                </a:lnTo>
                <a:cubicBezTo>
                  <a:pt x="5029" y="18295"/>
                  <a:pt x="5100" y="18511"/>
                  <a:pt x="5062" y="18673"/>
                </a:cubicBezTo>
                <a:lnTo>
                  <a:pt x="4851" y="19476"/>
                </a:lnTo>
                <a:cubicBezTo>
                  <a:pt x="4808" y="19633"/>
                  <a:pt x="4780" y="19769"/>
                  <a:pt x="4785" y="19774"/>
                </a:cubicBezTo>
                <a:cubicBezTo>
                  <a:pt x="4791" y="19780"/>
                  <a:pt x="4915" y="19850"/>
                  <a:pt x="5055" y="19937"/>
                </a:cubicBezTo>
                <a:lnTo>
                  <a:pt x="6345" y="20631"/>
                </a:lnTo>
                <a:cubicBezTo>
                  <a:pt x="6491" y="20701"/>
                  <a:pt x="6621" y="20761"/>
                  <a:pt x="6632" y="20766"/>
                </a:cubicBezTo>
                <a:cubicBezTo>
                  <a:pt x="6637" y="20772"/>
                  <a:pt x="6735" y="20668"/>
                  <a:pt x="6843" y="20543"/>
                </a:cubicBezTo>
                <a:lnTo>
                  <a:pt x="7370" y="19932"/>
                </a:lnTo>
                <a:cubicBezTo>
                  <a:pt x="7478" y="19807"/>
                  <a:pt x="7694" y="19742"/>
                  <a:pt x="7851" y="19791"/>
                </a:cubicBezTo>
                <a:lnTo>
                  <a:pt x="9136" y="20116"/>
                </a:lnTo>
                <a:cubicBezTo>
                  <a:pt x="9298" y="20149"/>
                  <a:pt x="9459" y="20306"/>
                  <a:pt x="9497" y="20468"/>
                </a:cubicBezTo>
                <a:lnTo>
                  <a:pt x="9680" y="21259"/>
                </a:lnTo>
                <a:cubicBezTo>
                  <a:pt x="9718" y="21422"/>
                  <a:pt x="9756" y="21552"/>
                  <a:pt x="9761" y="21552"/>
                </a:cubicBezTo>
                <a:cubicBezTo>
                  <a:pt x="9767" y="21552"/>
                  <a:pt x="9911" y="21562"/>
                  <a:pt x="10073" y="21573"/>
                </a:cubicBezTo>
                <a:lnTo>
                  <a:pt x="10500" y="21595"/>
                </a:lnTo>
                <a:cubicBezTo>
                  <a:pt x="10662" y="21600"/>
                  <a:pt x="10931" y="21600"/>
                  <a:pt x="11098" y="21595"/>
                </a:cubicBezTo>
                <a:lnTo>
                  <a:pt x="11525" y="21573"/>
                </a:lnTo>
                <a:cubicBezTo>
                  <a:pt x="11687" y="21562"/>
                  <a:pt x="11828" y="21552"/>
                  <a:pt x="11839" y="21552"/>
                </a:cubicBezTo>
                <a:cubicBezTo>
                  <a:pt x="11849" y="21552"/>
                  <a:pt x="11882" y="21416"/>
                  <a:pt x="11920" y="21259"/>
                </a:cubicBezTo>
                <a:lnTo>
                  <a:pt x="12103" y="20468"/>
                </a:lnTo>
                <a:cubicBezTo>
                  <a:pt x="12141" y="20306"/>
                  <a:pt x="12302" y="20149"/>
                  <a:pt x="12464" y="20116"/>
                </a:cubicBezTo>
                <a:lnTo>
                  <a:pt x="13749" y="19791"/>
                </a:lnTo>
                <a:cubicBezTo>
                  <a:pt x="13906" y="19742"/>
                  <a:pt x="14120" y="19807"/>
                  <a:pt x="14228" y="19932"/>
                </a:cubicBezTo>
                <a:lnTo>
                  <a:pt x="14757" y="20543"/>
                </a:lnTo>
                <a:cubicBezTo>
                  <a:pt x="14865" y="20668"/>
                  <a:pt x="14957" y="20767"/>
                  <a:pt x="14968" y="20766"/>
                </a:cubicBezTo>
                <a:cubicBezTo>
                  <a:pt x="14974" y="20761"/>
                  <a:pt x="15102" y="20701"/>
                  <a:pt x="15253" y="20631"/>
                </a:cubicBezTo>
                <a:lnTo>
                  <a:pt x="16543" y="19937"/>
                </a:lnTo>
                <a:cubicBezTo>
                  <a:pt x="16683" y="19850"/>
                  <a:pt x="16802" y="19780"/>
                  <a:pt x="16813" y="19774"/>
                </a:cubicBezTo>
                <a:cubicBezTo>
                  <a:pt x="16818" y="19769"/>
                  <a:pt x="16792" y="19633"/>
                  <a:pt x="16749" y="19476"/>
                </a:cubicBezTo>
                <a:lnTo>
                  <a:pt x="16538" y="18673"/>
                </a:lnTo>
                <a:cubicBezTo>
                  <a:pt x="16495" y="18516"/>
                  <a:pt x="16565" y="18301"/>
                  <a:pt x="16695" y="18192"/>
                </a:cubicBezTo>
                <a:lnTo>
                  <a:pt x="17622" y="17336"/>
                </a:lnTo>
                <a:cubicBezTo>
                  <a:pt x="17736" y="17216"/>
                  <a:pt x="17957" y="17173"/>
                  <a:pt x="18108" y="17232"/>
                </a:cubicBezTo>
                <a:lnTo>
                  <a:pt x="18868" y="17535"/>
                </a:lnTo>
                <a:cubicBezTo>
                  <a:pt x="19019" y="17595"/>
                  <a:pt x="19150" y="17639"/>
                  <a:pt x="19155" y="17634"/>
                </a:cubicBezTo>
                <a:cubicBezTo>
                  <a:pt x="19160" y="17628"/>
                  <a:pt x="19247" y="17515"/>
                  <a:pt x="19344" y="17380"/>
                </a:cubicBezTo>
                <a:lnTo>
                  <a:pt x="20175" y="16127"/>
                </a:lnTo>
                <a:cubicBezTo>
                  <a:pt x="20262" y="15986"/>
                  <a:pt x="20332" y="15861"/>
                  <a:pt x="20337" y="15856"/>
                </a:cubicBezTo>
                <a:cubicBezTo>
                  <a:pt x="20342" y="15850"/>
                  <a:pt x="20256" y="15743"/>
                  <a:pt x="20143" y="15624"/>
                </a:cubicBezTo>
                <a:lnTo>
                  <a:pt x="19570" y="14989"/>
                </a:lnTo>
                <a:cubicBezTo>
                  <a:pt x="19462" y="14869"/>
                  <a:pt x="19419" y="14642"/>
                  <a:pt x="19479" y="14491"/>
                </a:cubicBezTo>
                <a:lnTo>
                  <a:pt x="19862" y="13390"/>
                </a:lnTo>
                <a:cubicBezTo>
                  <a:pt x="19910" y="13233"/>
                  <a:pt x="20082" y="13088"/>
                  <a:pt x="20244" y="13072"/>
                </a:cubicBezTo>
                <a:lnTo>
                  <a:pt x="21081" y="12978"/>
                </a:lnTo>
                <a:cubicBezTo>
                  <a:pt x="21243" y="12962"/>
                  <a:pt x="21379" y="12940"/>
                  <a:pt x="21384" y="12929"/>
                </a:cubicBezTo>
                <a:cubicBezTo>
                  <a:pt x="21384" y="12918"/>
                  <a:pt x="21404" y="12784"/>
                  <a:pt x="21431" y="12616"/>
                </a:cubicBezTo>
                <a:lnTo>
                  <a:pt x="21583" y="11072"/>
                </a:lnTo>
                <a:cubicBezTo>
                  <a:pt x="21594" y="10909"/>
                  <a:pt x="21600" y="10767"/>
                  <a:pt x="21600" y="10757"/>
                </a:cubicBezTo>
                <a:cubicBezTo>
                  <a:pt x="21584" y="10757"/>
                  <a:pt x="21460" y="10702"/>
                  <a:pt x="21303" y="10648"/>
                </a:cubicBezTo>
                <a:lnTo>
                  <a:pt x="20477" y="10345"/>
                </a:lnTo>
                <a:cubicBezTo>
                  <a:pt x="20321" y="10291"/>
                  <a:pt x="20180" y="10106"/>
                  <a:pt x="20163" y="9944"/>
                </a:cubicBezTo>
                <a:lnTo>
                  <a:pt x="20013" y="8914"/>
                </a:lnTo>
                <a:cubicBezTo>
                  <a:pt x="19981" y="8752"/>
                  <a:pt x="20067" y="8546"/>
                  <a:pt x="20202" y="8454"/>
                </a:cubicBezTo>
                <a:lnTo>
                  <a:pt x="20926" y="7966"/>
                </a:lnTo>
                <a:cubicBezTo>
                  <a:pt x="21060" y="7874"/>
                  <a:pt x="21174" y="7792"/>
                  <a:pt x="21168" y="7781"/>
                </a:cubicBezTo>
                <a:cubicBezTo>
                  <a:pt x="21168" y="7770"/>
                  <a:pt x="21119" y="7640"/>
                  <a:pt x="21065" y="7483"/>
                </a:cubicBezTo>
                <a:lnTo>
                  <a:pt x="20472" y="6000"/>
                </a:lnTo>
                <a:cubicBezTo>
                  <a:pt x="20402" y="5848"/>
                  <a:pt x="20342" y="5723"/>
                  <a:pt x="20337" y="5712"/>
                </a:cubicBezTo>
                <a:cubicBezTo>
                  <a:pt x="20332" y="5701"/>
                  <a:pt x="20197" y="5717"/>
                  <a:pt x="20035" y="5739"/>
                </a:cubicBezTo>
                <a:lnTo>
                  <a:pt x="19133" y="5858"/>
                </a:lnTo>
                <a:cubicBezTo>
                  <a:pt x="18971" y="5879"/>
                  <a:pt x="18761" y="5788"/>
                  <a:pt x="18674" y="5648"/>
                </a:cubicBezTo>
                <a:lnTo>
                  <a:pt x="18135" y="4899"/>
                </a:lnTo>
                <a:cubicBezTo>
                  <a:pt x="18032" y="4769"/>
                  <a:pt x="18017" y="4548"/>
                  <a:pt x="18093" y="4401"/>
                </a:cubicBezTo>
                <a:lnTo>
                  <a:pt x="18518" y="3609"/>
                </a:lnTo>
                <a:cubicBezTo>
                  <a:pt x="18593" y="3462"/>
                  <a:pt x="18653" y="3338"/>
                  <a:pt x="18647" y="3333"/>
                </a:cubicBezTo>
                <a:cubicBezTo>
                  <a:pt x="18642" y="3327"/>
                  <a:pt x="18540" y="3230"/>
                  <a:pt x="18422" y="3116"/>
                </a:cubicBezTo>
                <a:lnTo>
                  <a:pt x="17186" y="2044"/>
                </a:lnTo>
                <a:cubicBezTo>
                  <a:pt x="17056" y="1941"/>
                  <a:pt x="16943" y="1853"/>
                  <a:pt x="16938" y="1848"/>
                </a:cubicBezTo>
                <a:cubicBezTo>
                  <a:pt x="16932" y="1842"/>
                  <a:pt x="16813" y="1918"/>
                  <a:pt x="16683" y="2010"/>
                </a:cubicBezTo>
                <a:lnTo>
                  <a:pt x="15934" y="2547"/>
                </a:lnTo>
                <a:cubicBezTo>
                  <a:pt x="15800" y="2644"/>
                  <a:pt x="15572" y="2655"/>
                  <a:pt x="15432" y="2574"/>
                </a:cubicBezTo>
                <a:lnTo>
                  <a:pt x="14682" y="2190"/>
                </a:lnTo>
                <a:cubicBezTo>
                  <a:pt x="14531" y="2119"/>
                  <a:pt x="14411" y="1929"/>
                  <a:pt x="14417" y="1761"/>
                </a:cubicBezTo>
                <a:lnTo>
                  <a:pt x="14429" y="840"/>
                </a:lnTo>
                <a:cubicBezTo>
                  <a:pt x="14429" y="677"/>
                  <a:pt x="14428" y="537"/>
                  <a:pt x="14417" y="537"/>
                </a:cubicBezTo>
                <a:cubicBezTo>
                  <a:pt x="14411" y="531"/>
                  <a:pt x="14272" y="494"/>
                  <a:pt x="14115" y="445"/>
                </a:cubicBezTo>
                <a:lnTo>
                  <a:pt x="12508" y="54"/>
                </a:lnTo>
                <a:cubicBezTo>
                  <a:pt x="12346" y="22"/>
                  <a:pt x="12205" y="0"/>
                  <a:pt x="12200" y="0"/>
                </a:cubicBezTo>
                <a:cubicBezTo>
                  <a:pt x="12189" y="0"/>
                  <a:pt x="12125" y="120"/>
                  <a:pt x="12049" y="266"/>
                </a:cubicBezTo>
                <a:lnTo>
                  <a:pt x="11628" y="1096"/>
                </a:lnTo>
                <a:cubicBezTo>
                  <a:pt x="11552" y="1242"/>
                  <a:pt x="11358" y="1355"/>
                  <a:pt x="11196" y="1350"/>
                </a:cubicBezTo>
                <a:lnTo>
                  <a:pt x="10387" y="1350"/>
                </a:lnTo>
                <a:cubicBezTo>
                  <a:pt x="10225" y="1355"/>
                  <a:pt x="10025" y="1242"/>
                  <a:pt x="9955" y="1096"/>
                </a:cubicBezTo>
                <a:lnTo>
                  <a:pt x="9534" y="266"/>
                </a:lnTo>
                <a:cubicBezTo>
                  <a:pt x="9458" y="120"/>
                  <a:pt x="9394" y="0"/>
                  <a:pt x="9384" y="0"/>
                </a:cubicBezTo>
                <a:close/>
                <a:moveTo>
                  <a:pt x="10792" y="5820"/>
                </a:moveTo>
                <a:cubicBezTo>
                  <a:pt x="13533" y="5820"/>
                  <a:pt x="15761" y="8053"/>
                  <a:pt x="15761" y="10811"/>
                </a:cubicBezTo>
                <a:cubicBezTo>
                  <a:pt x="15761" y="13569"/>
                  <a:pt x="13533" y="15801"/>
                  <a:pt x="10792" y="15801"/>
                </a:cubicBezTo>
                <a:cubicBezTo>
                  <a:pt x="8051" y="15801"/>
                  <a:pt x="5822" y="13569"/>
                  <a:pt x="5822" y="10811"/>
                </a:cubicBezTo>
                <a:cubicBezTo>
                  <a:pt x="5822" y="8053"/>
                  <a:pt x="8045" y="5820"/>
                  <a:pt x="10792" y="5820"/>
                </a:cubicBezTo>
                <a:close/>
                <a:moveTo>
                  <a:pt x="10792" y="7592"/>
                </a:moveTo>
                <a:cubicBezTo>
                  <a:pt x="9016" y="7592"/>
                  <a:pt x="7581" y="9033"/>
                  <a:pt x="7581" y="10816"/>
                </a:cubicBezTo>
                <a:cubicBezTo>
                  <a:pt x="7581" y="12593"/>
                  <a:pt x="9016" y="14040"/>
                  <a:pt x="10792" y="14040"/>
                </a:cubicBezTo>
                <a:cubicBezTo>
                  <a:pt x="12567" y="14040"/>
                  <a:pt x="14002" y="12599"/>
                  <a:pt x="14002" y="10816"/>
                </a:cubicBezTo>
                <a:cubicBezTo>
                  <a:pt x="14002" y="9033"/>
                  <a:pt x="12567" y="7592"/>
                  <a:pt x="10792" y="7592"/>
                </a:cubicBezTo>
                <a:close/>
              </a:path>
            </a:pathLst>
          </a:custGeom>
          <a:solidFill>
            <a:srgbClr val="C00000"/>
          </a:solidFill>
          <a:ln w="12700">
            <a:solidFill>
              <a:srgbClr val="C00000"/>
            </a:solidFill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en-US" sz="1600" kern="0" dirty="0">
                <a:latin typeface="Helvetica Neue Medium"/>
                <a:ea typeface="Helvetica Neue Medium"/>
                <a:cs typeface="Helvetica Neue Medium"/>
                <a:sym typeface="Helvetica Neue Medium"/>
              </a:rPr>
              <a:t>?</a:t>
            </a:r>
            <a:endParaRPr sz="1600" kern="0" dirty="0"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0" name="Line">
            <a:extLst>
              <a:ext uri="{FF2B5EF4-FFF2-40B4-BE49-F238E27FC236}">
                <a16:creationId xmlns:a16="http://schemas.microsoft.com/office/drawing/2014/main" id="{743B0885-E98C-6F10-977E-19184CD3E8BA}"/>
              </a:ext>
            </a:extLst>
          </p:cNvPr>
          <p:cNvSpPr/>
          <p:nvPr/>
        </p:nvSpPr>
        <p:spPr>
          <a:xfrm flipV="1">
            <a:off x="14637446" y="7369310"/>
            <a:ext cx="741991" cy="1943266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1" name="Line">
            <a:extLst>
              <a:ext uri="{FF2B5EF4-FFF2-40B4-BE49-F238E27FC236}">
                <a16:creationId xmlns:a16="http://schemas.microsoft.com/office/drawing/2014/main" id="{2111E7A7-5B1C-8D8B-8CD3-AE7368735F6A}"/>
              </a:ext>
            </a:extLst>
          </p:cNvPr>
          <p:cNvSpPr/>
          <p:nvPr/>
        </p:nvSpPr>
        <p:spPr>
          <a:xfrm>
            <a:off x="14905346" y="9885990"/>
            <a:ext cx="1411930" cy="783365"/>
          </a:xfrm>
          <a:prstGeom prst="line">
            <a:avLst/>
          </a:prstGeom>
          <a:ln w="76200">
            <a:solidFill>
              <a:schemeClr val="accent2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algn="ctr" defTabSz="1219169" hangingPunct="0"/>
            <a:endParaRPr sz="1200" kern="0">
              <a:solidFill>
                <a:srgbClr val="5E5E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3" name="Oval 262">
            <a:extLst>
              <a:ext uri="{FF2B5EF4-FFF2-40B4-BE49-F238E27FC236}">
                <a16:creationId xmlns:a16="http://schemas.microsoft.com/office/drawing/2014/main" id="{001D83AA-E344-90FE-8A4B-D0ECF90590D9}"/>
              </a:ext>
            </a:extLst>
          </p:cNvPr>
          <p:cNvSpPr/>
          <p:nvPr/>
        </p:nvSpPr>
        <p:spPr>
          <a:xfrm>
            <a:off x="17126197" y="7062190"/>
            <a:ext cx="484610" cy="485463"/>
          </a:xfrm>
          <a:prstGeom prst="ellipse">
            <a:avLst/>
          </a:prstGeom>
          <a:noFill/>
          <a:ln w="825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Gear">
            <a:extLst>
              <a:ext uri="{FF2B5EF4-FFF2-40B4-BE49-F238E27FC236}">
                <a16:creationId xmlns:a16="http://schemas.microsoft.com/office/drawing/2014/main" id="{3FD69CC0-4FA8-BBA0-F53F-C86463237E7A}"/>
              </a:ext>
            </a:extLst>
          </p:cNvPr>
          <p:cNvSpPr/>
          <p:nvPr/>
        </p:nvSpPr>
        <p:spPr>
          <a:xfrm>
            <a:off x="13824595" y="21023740"/>
            <a:ext cx="637756" cy="6349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9384" y="0"/>
                </a:moveTo>
                <a:cubicBezTo>
                  <a:pt x="9373" y="0"/>
                  <a:pt x="9237" y="27"/>
                  <a:pt x="9075" y="54"/>
                </a:cubicBezTo>
                <a:lnTo>
                  <a:pt x="7468" y="445"/>
                </a:lnTo>
                <a:cubicBezTo>
                  <a:pt x="7312" y="494"/>
                  <a:pt x="7177" y="531"/>
                  <a:pt x="7166" y="537"/>
                </a:cubicBezTo>
                <a:cubicBezTo>
                  <a:pt x="7161" y="542"/>
                  <a:pt x="7154" y="677"/>
                  <a:pt x="7154" y="840"/>
                </a:cubicBezTo>
                <a:lnTo>
                  <a:pt x="7166" y="1761"/>
                </a:lnTo>
                <a:cubicBezTo>
                  <a:pt x="7166" y="1924"/>
                  <a:pt x="7047" y="2119"/>
                  <a:pt x="6902" y="2190"/>
                </a:cubicBezTo>
                <a:lnTo>
                  <a:pt x="6151" y="2574"/>
                </a:lnTo>
                <a:cubicBezTo>
                  <a:pt x="6006" y="2655"/>
                  <a:pt x="5778" y="2644"/>
                  <a:pt x="5649" y="2547"/>
                </a:cubicBezTo>
                <a:lnTo>
                  <a:pt x="4900" y="2010"/>
                </a:lnTo>
                <a:cubicBezTo>
                  <a:pt x="4765" y="1913"/>
                  <a:pt x="4651" y="1842"/>
                  <a:pt x="4645" y="1848"/>
                </a:cubicBezTo>
                <a:cubicBezTo>
                  <a:pt x="4640" y="1853"/>
                  <a:pt x="4527" y="1941"/>
                  <a:pt x="4398" y="2044"/>
                </a:cubicBezTo>
                <a:lnTo>
                  <a:pt x="3162" y="3116"/>
                </a:lnTo>
                <a:cubicBezTo>
                  <a:pt x="3043" y="3230"/>
                  <a:pt x="2941" y="3327"/>
                  <a:pt x="2936" y="3333"/>
                </a:cubicBezTo>
                <a:cubicBezTo>
                  <a:pt x="2930" y="3338"/>
                  <a:pt x="2990" y="3462"/>
                  <a:pt x="3065" y="3609"/>
                </a:cubicBezTo>
                <a:lnTo>
                  <a:pt x="3490" y="4401"/>
                </a:lnTo>
                <a:cubicBezTo>
                  <a:pt x="3566" y="4548"/>
                  <a:pt x="3551" y="4769"/>
                  <a:pt x="3448" y="4899"/>
                </a:cubicBezTo>
                <a:lnTo>
                  <a:pt x="2909" y="5648"/>
                </a:lnTo>
                <a:cubicBezTo>
                  <a:pt x="2817" y="5783"/>
                  <a:pt x="2612" y="5879"/>
                  <a:pt x="2450" y="5858"/>
                </a:cubicBezTo>
                <a:lnTo>
                  <a:pt x="1548" y="5739"/>
                </a:lnTo>
                <a:cubicBezTo>
                  <a:pt x="1386" y="5717"/>
                  <a:pt x="1251" y="5707"/>
                  <a:pt x="1246" y="5712"/>
                </a:cubicBezTo>
                <a:cubicBezTo>
                  <a:pt x="1241" y="5717"/>
                  <a:pt x="1181" y="5848"/>
                  <a:pt x="1111" y="6000"/>
                </a:cubicBezTo>
                <a:lnTo>
                  <a:pt x="518" y="7483"/>
                </a:lnTo>
                <a:cubicBezTo>
                  <a:pt x="464" y="7640"/>
                  <a:pt x="420" y="7776"/>
                  <a:pt x="415" y="7781"/>
                </a:cubicBezTo>
                <a:cubicBezTo>
                  <a:pt x="415" y="7792"/>
                  <a:pt x="523" y="7874"/>
                  <a:pt x="658" y="7966"/>
                </a:cubicBezTo>
                <a:lnTo>
                  <a:pt x="1381" y="8454"/>
                </a:lnTo>
                <a:cubicBezTo>
                  <a:pt x="1516" y="8546"/>
                  <a:pt x="1602" y="8752"/>
                  <a:pt x="1570" y="8914"/>
                </a:cubicBezTo>
                <a:lnTo>
                  <a:pt x="1420" y="9944"/>
                </a:lnTo>
                <a:cubicBezTo>
                  <a:pt x="1404" y="10106"/>
                  <a:pt x="1263" y="10291"/>
                  <a:pt x="1106" y="10345"/>
                </a:cubicBezTo>
                <a:lnTo>
                  <a:pt x="280" y="10648"/>
                </a:lnTo>
                <a:cubicBezTo>
                  <a:pt x="123" y="10702"/>
                  <a:pt x="0" y="10758"/>
                  <a:pt x="0" y="10769"/>
                </a:cubicBezTo>
                <a:cubicBezTo>
                  <a:pt x="0" y="10779"/>
                  <a:pt x="6" y="10919"/>
                  <a:pt x="17" y="11082"/>
                </a:cubicBezTo>
                <a:lnTo>
                  <a:pt x="167" y="12626"/>
                </a:lnTo>
                <a:cubicBezTo>
                  <a:pt x="194" y="12789"/>
                  <a:pt x="210" y="12930"/>
                  <a:pt x="216" y="12941"/>
                </a:cubicBezTo>
                <a:cubicBezTo>
                  <a:pt x="216" y="12952"/>
                  <a:pt x="350" y="12974"/>
                  <a:pt x="518" y="12990"/>
                </a:cubicBezTo>
                <a:lnTo>
                  <a:pt x="1354" y="13082"/>
                </a:lnTo>
                <a:cubicBezTo>
                  <a:pt x="1516" y="13098"/>
                  <a:pt x="1688" y="13245"/>
                  <a:pt x="1737" y="13402"/>
                </a:cubicBezTo>
                <a:lnTo>
                  <a:pt x="2121" y="14501"/>
                </a:lnTo>
                <a:cubicBezTo>
                  <a:pt x="2181" y="14653"/>
                  <a:pt x="2142" y="14881"/>
                  <a:pt x="2028" y="15000"/>
                </a:cubicBezTo>
                <a:lnTo>
                  <a:pt x="1457" y="15624"/>
                </a:lnTo>
                <a:cubicBezTo>
                  <a:pt x="1349" y="15743"/>
                  <a:pt x="1258" y="15850"/>
                  <a:pt x="1263" y="15856"/>
                </a:cubicBezTo>
                <a:cubicBezTo>
                  <a:pt x="1268" y="15861"/>
                  <a:pt x="1338" y="15986"/>
                  <a:pt x="1425" y="16127"/>
                </a:cubicBezTo>
                <a:lnTo>
                  <a:pt x="2256" y="17380"/>
                </a:lnTo>
                <a:cubicBezTo>
                  <a:pt x="2353" y="17510"/>
                  <a:pt x="2440" y="17623"/>
                  <a:pt x="2445" y="17634"/>
                </a:cubicBezTo>
                <a:cubicBezTo>
                  <a:pt x="2450" y="17639"/>
                  <a:pt x="2579" y="17595"/>
                  <a:pt x="2730" y="17535"/>
                </a:cubicBezTo>
                <a:lnTo>
                  <a:pt x="3490" y="17232"/>
                </a:lnTo>
                <a:cubicBezTo>
                  <a:pt x="3641" y="17173"/>
                  <a:pt x="3863" y="17216"/>
                  <a:pt x="3976" y="17336"/>
                </a:cubicBezTo>
                <a:lnTo>
                  <a:pt x="4905" y="18192"/>
                </a:lnTo>
                <a:cubicBezTo>
                  <a:pt x="5029" y="18295"/>
                  <a:pt x="5100" y="18511"/>
                  <a:pt x="5062" y="18673"/>
                </a:cubicBezTo>
                <a:lnTo>
                  <a:pt x="4851" y="19476"/>
                </a:lnTo>
                <a:cubicBezTo>
                  <a:pt x="4808" y="19633"/>
                  <a:pt x="4780" y="19769"/>
                  <a:pt x="4785" y="19774"/>
                </a:cubicBezTo>
                <a:cubicBezTo>
                  <a:pt x="4791" y="19780"/>
                  <a:pt x="4915" y="19850"/>
                  <a:pt x="5055" y="19937"/>
                </a:cubicBezTo>
                <a:lnTo>
                  <a:pt x="6345" y="20631"/>
                </a:lnTo>
                <a:cubicBezTo>
                  <a:pt x="6491" y="20701"/>
                  <a:pt x="6621" y="20761"/>
                  <a:pt x="6632" y="20766"/>
                </a:cubicBezTo>
                <a:cubicBezTo>
                  <a:pt x="6637" y="20772"/>
                  <a:pt x="6735" y="20668"/>
                  <a:pt x="6843" y="20543"/>
                </a:cubicBezTo>
                <a:lnTo>
                  <a:pt x="7370" y="19932"/>
                </a:lnTo>
                <a:cubicBezTo>
                  <a:pt x="7478" y="19807"/>
                  <a:pt x="7694" y="19742"/>
                  <a:pt x="7851" y="19791"/>
                </a:cubicBezTo>
                <a:lnTo>
                  <a:pt x="9136" y="20116"/>
                </a:lnTo>
                <a:cubicBezTo>
                  <a:pt x="9298" y="20149"/>
                  <a:pt x="9459" y="20306"/>
                  <a:pt x="9497" y="20468"/>
                </a:cubicBezTo>
                <a:lnTo>
                  <a:pt x="9680" y="21259"/>
                </a:lnTo>
                <a:cubicBezTo>
                  <a:pt x="9718" y="21422"/>
                  <a:pt x="9756" y="21552"/>
                  <a:pt x="9761" y="21552"/>
                </a:cubicBezTo>
                <a:cubicBezTo>
                  <a:pt x="9767" y="21552"/>
                  <a:pt x="9911" y="21562"/>
                  <a:pt x="10073" y="21573"/>
                </a:cubicBezTo>
                <a:lnTo>
                  <a:pt x="10500" y="21595"/>
                </a:lnTo>
                <a:cubicBezTo>
                  <a:pt x="10662" y="21600"/>
                  <a:pt x="10931" y="21600"/>
                  <a:pt x="11098" y="21595"/>
                </a:cubicBezTo>
                <a:lnTo>
                  <a:pt x="11525" y="21573"/>
                </a:lnTo>
                <a:cubicBezTo>
                  <a:pt x="11687" y="21562"/>
                  <a:pt x="11828" y="21552"/>
                  <a:pt x="11839" y="21552"/>
                </a:cubicBezTo>
                <a:cubicBezTo>
                  <a:pt x="11849" y="21552"/>
                  <a:pt x="11882" y="21416"/>
                  <a:pt x="11920" y="21259"/>
                </a:cubicBezTo>
                <a:lnTo>
                  <a:pt x="12103" y="20468"/>
                </a:lnTo>
                <a:cubicBezTo>
                  <a:pt x="12141" y="20306"/>
                  <a:pt x="12302" y="20149"/>
                  <a:pt x="12464" y="20116"/>
                </a:cubicBezTo>
                <a:lnTo>
                  <a:pt x="13749" y="19791"/>
                </a:lnTo>
                <a:cubicBezTo>
                  <a:pt x="13906" y="19742"/>
                  <a:pt x="14120" y="19807"/>
                  <a:pt x="14228" y="19932"/>
                </a:cubicBezTo>
                <a:lnTo>
                  <a:pt x="14757" y="20543"/>
                </a:lnTo>
                <a:cubicBezTo>
                  <a:pt x="14865" y="20668"/>
                  <a:pt x="14957" y="20767"/>
                  <a:pt x="14968" y="20766"/>
                </a:cubicBezTo>
                <a:cubicBezTo>
                  <a:pt x="14974" y="20761"/>
                  <a:pt x="15102" y="20701"/>
                  <a:pt x="15253" y="20631"/>
                </a:cubicBezTo>
                <a:lnTo>
                  <a:pt x="16543" y="19937"/>
                </a:lnTo>
                <a:cubicBezTo>
                  <a:pt x="16683" y="19850"/>
                  <a:pt x="16802" y="19780"/>
                  <a:pt x="16813" y="19774"/>
                </a:cubicBezTo>
                <a:cubicBezTo>
                  <a:pt x="16818" y="19769"/>
                  <a:pt x="16792" y="19633"/>
                  <a:pt x="16749" y="19476"/>
                </a:cubicBezTo>
                <a:lnTo>
                  <a:pt x="16538" y="18673"/>
                </a:lnTo>
                <a:cubicBezTo>
                  <a:pt x="16495" y="18516"/>
                  <a:pt x="16565" y="18301"/>
                  <a:pt x="16695" y="18192"/>
                </a:cubicBezTo>
                <a:lnTo>
                  <a:pt x="17622" y="17336"/>
                </a:lnTo>
                <a:cubicBezTo>
                  <a:pt x="17736" y="17216"/>
                  <a:pt x="17957" y="17173"/>
                  <a:pt x="18108" y="17232"/>
                </a:cubicBezTo>
                <a:lnTo>
                  <a:pt x="18868" y="17535"/>
                </a:lnTo>
                <a:cubicBezTo>
                  <a:pt x="19019" y="17595"/>
                  <a:pt x="19150" y="17639"/>
                  <a:pt x="19155" y="17634"/>
                </a:cubicBezTo>
                <a:cubicBezTo>
                  <a:pt x="19160" y="17628"/>
                  <a:pt x="19247" y="17515"/>
                  <a:pt x="19344" y="17380"/>
                </a:cubicBezTo>
                <a:lnTo>
                  <a:pt x="20175" y="16127"/>
                </a:lnTo>
                <a:cubicBezTo>
                  <a:pt x="20262" y="15986"/>
                  <a:pt x="20332" y="15861"/>
                  <a:pt x="20337" y="15856"/>
                </a:cubicBezTo>
                <a:cubicBezTo>
                  <a:pt x="20342" y="15850"/>
                  <a:pt x="20256" y="15743"/>
                  <a:pt x="20143" y="15624"/>
                </a:cubicBezTo>
                <a:lnTo>
                  <a:pt x="19570" y="14989"/>
                </a:lnTo>
                <a:cubicBezTo>
                  <a:pt x="19462" y="14869"/>
                  <a:pt x="19419" y="14642"/>
                  <a:pt x="19479" y="14491"/>
                </a:cubicBezTo>
                <a:lnTo>
                  <a:pt x="19862" y="13390"/>
                </a:lnTo>
                <a:cubicBezTo>
                  <a:pt x="19910" y="13233"/>
                  <a:pt x="20082" y="13088"/>
                  <a:pt x="20244" y="13072"/>
                </a:cubicBezTo>
                <a:lnTo>
                  <a:pt x="21081" y="12978"/>
                </a:lnTo>
                <a:cubicBezTo>
                  <a:pt x="21243" y="12962"/>
                  <a:pt x="21379" y="12940"/>
                  <a:pt x="21384" y="12929"/>
                </a:cubicBezTo>
                <a:cubicBezTo>
                  <a:pt x="21384" y="12918"/>
                  <a:pt x="21404" y="12784"/>
                  <a:pt x="21431" y="12616"/>
                </a:cubicBezTo>
                <a:lnTo>
                  <a:pt x="21583" y="11072"/>
                </a:lnTo>
                <a:cubicBezTo>
                  <a:pt x="21594" y="10909"/>
                  <a:pt x="21600" y="10767"/>
                  <a:pt x="21600" y="10757"/>
                </a:cubicBezTo>
                <a:cubicBezTo>
                  <a:pt x="21584" y="10757"/>
                  <a:pt x="21460" y="10702"/>
                  <a:pt x="21303" y="10648"/>
                </a:cubicBezTo>
                <a:lnTo>
                  <a:pt x="20477" y="10345"/>
                </a:lnTo>
                <a:cubicBezTo>
                  <a:pt x="20321" y="10291"/>
                  <a:pt x="20180" y="10106"/>
                  <a:pt x="20163" y="9944"/>
                </a:cubicBezTo>
                <a:lnTo>
                  <a:pt x="20013" y="8914"/>
                </a:lnTo>
                <a:cubicBezTo>
                  <a:pt x="19981" y="8752"/>
                  <a:pt x="20067" y="8546"/>
                  <a:pt x="20202" y="8454"/>
                </a:cubicBezTo>
                <a:lnTo>
                  <a:pt x="20926" y="7966"/>
                </a:lnTo>
                <a:cubicBezTo>
                  <a:pt x="21060" y="7874"/>
                  <a:pt x="21174" y="7792"/>
                  <a:pt x="21168" y="7781"/>
                </a:cubicBezTo>
                <a:cubicBezTo>
                  <a:pt x="21168" y="7770"/>
                  <a:pt x="21119" y="7640"/>
                  <a:pt x="21065" y="7483"/>
                </a:cubicBezTo>
                <a:lnTo>
                  <a:pt x="20472" y="6000"/>
                </a:lnTo>
                <a:cubicBezTo>
                  <a:pt x="20402" y="5848"/>
                  <a:pt x="20342" y="5723"/>
                  <a:pt x="20337" y="5712"/>
                </a:cubicBezTo>
                <a:cubicBezTo>
                  <a:pt x="20332" y="5701"/>
                  <a:pt x="20197" y="5717"/>
                  <a:pt x="20035" y="5739"/>
                </a:cubicBezTo>
                <a:lnTo>
                  <a:pt x="19133" y="5858"/>
                </a:lnTo>
                <a:cubicBezTo>
                  <a:pt x="18971" y="5879"/>
                  <a:pt x="18761" y="5788"/>
                  <a:pt x="18674" y="5648"/>
                </a:cubicBezTo>
                <a:lnTo>
                  <a:pt x="18135" y="4899"/>
                </a:lnTo>
                <a:cubicBezTo>
                  <a:pt x="18032" y="4769"/>
                  <a:pt x="18017" y="4548"/>
                  <a:pt x="18093" y="4401"/>
                </a:cubicBezTo>
                <a:lnTo>
                  <a:pt x="18518" y="3609"/>
                </a:lnTo>
                <a:cubicBezTo>
                  <a:pt x="18593" y="3462"/>
                  <a:pt x="18653" y="3338"/>
                  <a:pt x="18647" y="3333"/>
                </a:cubicBezTo>
                <a:cubicBezTo>
                  <a:pt x="18642" y="3327"/>
                  <a:pt x="18540" y="3230"/>
                  <a:pt x="18422" y="3116"/>
                </a:cubicBezTo>
                <a:lnTo>
                  <a:pt x="17186" y="2044"/>
                </a:lnTo>
                <a:cubicBezTo>
                  <a:pt x="17056" y="1941"/>
                  <a:pt x="16943" y="1853"/>
                  <a:pt x="16938" y="1848"/>
                </a:cubicBezTo>
                <a:cubicBezTo>
                  <a:pt x="16932" y="1842"/>
                  <a:pt x="16813" y="1918"/>
                  <a:pt x="16683" y="2010"/>
                </a:cubicBezTo>
                <a:lnTo>
                  <a:pt x="15934" y="2547"/>
                </a:lnTo>
                <a:cubicBezTo>
                  <a:pt x="15800" y="2644"/>
                  <a:pt x="15572" y="2655"/>
                  <a:pt x="15432" y="2574"/>
                </a:cubicBezTo>
                <a:lnTo>
                  <a:pt x="14682" y="2190"/>
                </a:lnTo>
                <a:cubicBezTo>
                  <a:pt x="14531" y="2119"/>
                  <a:pt x="14411" y="1929"/>
                  <a:pt x="14417" y="1761"/>
                </a:cubicBezTo>
                <a:lnTo>
                  <a:pt x="14429" y="840"/>
                </a:lnTo>
                <a:cubicBezTo>
                  <a:pt x="14429" y="677"/>
                  <a:pt x="14428" y="537"/>
                  <a:pt x="14417" y="537"/>
                </a:cubicBezTo>
                <a:cubicBezTo>
                  <a:pt x="14411" y="531"/>
                  <a:pt x="14272" y="494"/>
                  <a:pt x="14115" y="445"/>
                </a:cubicBezTo>
                <a:lnTo>
                  <a:pt x="12508" y="54"/>
                </a:lnTo>
                <a:cubicBezTo>
                  <a:pt x="12346" y="22"/>
                  <a:pt x="12205" y="0"/>
                  <a:pt x="12200" y="0"/>
                </a:cubicBezTo>
                <a:cubicBezTo>
                  <a:pt x="12189" y="0"/>
                  <a:pt x="12125" y="120"/>
                  <a:pt x="12049" y="266"/>
                </a:cubicBezTo>
                <a:lnTo>
                  <a:pt x="11628" y="1096"/>
                </a:lnTo>
                <a:cubicBezTo>
                  <a:pt x="11552" y="1242"/>
                  <a:pt x="11358" y="1355"/>
                  <a:pt x="11196" y="1350"/>
                </a:cubicBezTo>
                <a:lnTo>
                  <a:pt x="10387" y="1350"/>
                </a:lnTo>
                <a:cubicBezTo>
                  <a:pt x="10225" y="1355"/>
                  <a:pt x="10025" y="1242"/>
                  <a:pt x="9955" y="1096"/>
                </a:cubicBezTo>
                <a:lnTo>
                  <a:pt x="9534" y="266"/>
                </a:lnTo>
                <a:cubicBezTo>
                  <a:pt x="9458" y="120"/>
                  <a:pt x="9394" y="0"/>
                  <a:pt x="9384" y="0"/>
                </a:cubicBezTo>
                <a:close/>
                <a:moveTo>
                  <a:pt x="10792" y="5820"/>
                </a:moveTo>
                <a:cubicBezTo>
                  <a:pt x="13533" y="5820"/>
                  <a:pt x="15761" y="8053"/>
                  <a:pt x="15761" y="10811"/>
                </a:cubicBezTo>
                <a:cubicBezTo>
                  <a:pt x="15761" y="13569"/>
                  <a:pt x="13533" y="15801"/>
                  <a:pt x="10792" y="15801"/>
                </a:cubicBezTo>
                <a:cubicBezTo>
                  <a:pt x="8051" y="15801"/>
                  <a:pt x="5822" y="13569"/>
                  <a:pt x="5822" y="10811"/>
                </a:cubicBezTo>
                <a:cubicBezTo>
                  <a:pt x="5822" y="8053"/>
                  <a:pt x="8045" y="5820"/>
                  <a:pt x="10792" y="5820"/>
                </a:cubicBezTo>
                <a:close/>
                <a:moveTo>
                  <a:pt x="10792" y="7592"/>
                </a:moveTo>
                <a:cubicBezTo>
                  <a:pt x="9016" y="7592"/>
                  <a:pt x="7581" y="9033"/>
                  <a:pt x="7581" y="10816"/>
                </a:cubicBezTo>
                <a:cubicBezTo>
                  <a:pt x="7581" y="12593"/>
                  <a:pt x="9016" y="14040"/>
                  <a:pt x="10792" y="14040"/>
                </a:cubicBezTo>
                <a:cubicBezTo>
                  <a:pt x="12567" y="14040"/>
                  <a:pt x="14002" y="12599"/>
                  <a:pt x="14002" y="10816"/>
                </a:cubicBezTo>
                <a:cubicBezTo>
                  <a:pt x="14002" y="9033"/>
                  <a:pt x="12567" y="7592"/>
                  <a:pt x="10792" y="7592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FFF6CAAE-AFF7-A96E-762E-BDAF9CC6F4DC}"/>
              </a:ext>
            </a:extLst>
          </p:cNvPr>
          <p:cNvSpPr/>
          <p:nvPr/>
        </p:nvSpPr>
        <p:spPr>
          <a:xfrm>
            <a:off x="13905311" y="21095605"/>
            <a:ext cx="484610" cy="485463"/>
          </a:xfrm>
          <a:prstGeom prst="ellipse">
            <a:avLst/>
          </a:prstGeom>
          <a:noFill/>
          <a:ln w="825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Freeform 116">
            <a:extLst>
              <a:ext uri="{FF2B5EF4-FFF2-40B4-BE49-F238E27FC236}">
                <a16:creationId xmlns:a16="http://schemas.microsoft.com/office/drawing/2014/main" id="{C3E6FCF3-C5DA-0F80-4A35-D47DBA09EDDA}"/>
              </a:ext>
            </a:extLst>
          </p:cNvPr>
          <p:cNvSpPr/>
          <p:nvPr/>
        </p:nvSpPr>
        <p:spPr>
          <a:xfrm>
            <a:off x="37969083" y="29533238"/>
            <a:ext cx="5793205" cy="2169735"/>
          </a:xfrm>
          <a:custGeom>
            <a:avLst/>
            <a:gdLst>
              <a:gd name="connsiteX0" fmla="*/ 70802 w 2248007"/>
              <a:gd name="connsiteY0" fmla="*/ 655311 h 658014"/>
              <a:gd name="connsiteX1" fmla="*/ 509286 w 2248007"/>
              <a:gd name="connsiteY1" fmla="*/ 585796 h 658014"/>
              <a:gd name="connsiteX2" fmla="*/ 744570 w 2248007"/>
              <a:gd name="connsiteY2" fmla="*/ 350511 h 658014"/>
              <a:gd name="connsiteX3" fmla="*/ 1001244 w 2248007"/>
              <a:gd name="connsiteY3" fmla="*/ 51059 h 658014"/>
              <a:gd name="connsiteX4" fmla="*/ 1167012 w 2248007"/>
              <a:gd name="connsiteY4" fmla="*/ 2932 h 658014"/>
              <a:gd name="connsiteX5" fmla="*/ 1338128 w 2248007"/>
              <a:gd name="connsiteY5" fmla="*/ 83143 h 658014"/>
              <a:gd name="connsiteX6" fmla="*/ 1653623 w 2248007"/>
              <a:gd name="connsiteY6" fmla="*/ 446764 h 658014"/>
              <a:gd name="connsiteX7" fmla="*/ 1883560 w 2248007"/>
              <a:gd name="connsiteY7" fmla="*/ 591143 h 658014"/>
              <a:gd name="connsiteX8" fmla="*/ 2150928 w 2248007"/>
              <a:gd name="connsiteY8" fmla="*/ 639269 h 658014"/>
              <a:gd name="connsiteX9" fmla="*/ 70802 w 2248007"/>
              <a:gd name="connsiteY9" fmla="*/ 655311 h 658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48007" h="658014">
                <a:moveTo>
                  <a:pt x="70802" y="655311"/>
                </a:moveTo>
                <a:cubicBezTo>
                  <a:pt x="-202805" y="646399"/>
                  <a:pt x="396991" y="636596"/>
                  <a:pt x="509286" y="585796"/>
                </a:cubicBezTo>
                <a:cubicBezTo>
                  <a:pt x="621581" y="534996"/>
                  <a:pt x="662577" y="439634"/>
                  <a:pt x="744570" y="350511"/>
                </a:cubicBezTo>
                <a:cubicBezTo>
                  <a:pt x="826563" y="261388"/>
                  <a:pt x="930837" y="108989"/>
                  <a:pt x="1001244" y="51059"/>
                </a:cubicBezTo>
                <a:cubicBezTo>
                  <a:pt x="1071651" y="-6871"/>
                  <a:pt x="1110865" y="-2415"/>
                  <a:pt x="1167012" y="2932"/>
                </a:cubicBezTo>
                <a:cubicBezTo>
                  <a:pt x="1223159" y="8279"/>
                  <a:pt x="1257026" y="9171"/>
                  <a:pt x="1338128" y="83143"/>
                </a:cubicBezTo>
                <a:cubicBezTo>
                  <a:pt x="1419230" y="157115"/>
                  <a:pt x="1562718" y="362097"/>
                  <a:pt x="1653623" y="446764"/>
                </a:cubicBezTo>
                <a:cubicBezTo>
                  <a:pt x="1744528" y="531431"/>
                  <a:pt x="1800676" y="559059"/>
                  <a:pt x="1883560" y="591143"/>
                </a:cubicBezTo>
                <a:cubicBezTo>
                  <a:pt x="1966444" y="623227"/>
                  <a:pt x="2451272" y="629466"/>
                  <a:pt x="2150928" y="639269"/>
                </a:cubicBezTo>
                <a:cubicBezTo>
                  <a:pt x="1850584" y="649072"/>
                  <a:pt x="344409" y="664223"/>
                  <a:pt x="70802" y="655311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Freeform 118">
            <a:extLst>
              <a:ext uri="{FF2B5EF4-FFF2-40B4-BE49-F238E27FC236}">
                <a16:creationId xmlns:a16="http://schemas.microsoft.com/office/drawing/2014/main" id="{93CCC51C-6CF9-BEF2-0A2A-4ADEDA86AFCA}"/>
              </a:ext>
            </a:extLst>
          </p:cNvPr>
          <p:cNvSpPr/>
          <p:nvPr/>
        </p:nvSpPr>
        <p:spPr>
          <a:xfrm>
            <a:off x="40764886" y="28990553"/>
            <a:ext cx="2581944" cy="2712420"/>
          </a:xfrm>
          <a:custGeom>
            <a:avLst/>
            <a:gdLst>
              <a:gd name="connsiteX0" fmla="*/ 70802 w 2248007"/>
              <a:gd name="connsiteY0" fmla="*/ 655311 h 658014"/>
              <a:gd name="connsiteX1" fmla="*/ 509286 w 2248007"/>
              <a:gd name="connsiteY1" fmla="*/ 585796 h 658014"/>
              <a:gd name="connsiteX2" fmla="*/ 744570 w 2248007"/>
              <a:gd name="connsiteY2" fmla="*/ 350511 h 658014"/>
              <a:gd name="connsiteX3" fmla="*/ 1001244 w 2248007"/>
              <a:gd name="connsiteY3" fmla="*/ 51059 h 658014"/>
              <a:gd name="connsiteX4" fmla="*/ 1167012 w 2248007"/>
              <a:gd name="connsiteY4" fmla="*/ 2932 h 658014"/>
              <a:gd name="connsiteX5" fmla="*/ 1338128 w 2248007"/>
              <a:gd name="connsiteY5" fmla="*/ 83143 h 658014"/>
              <a:gd name="connsiteX6" fmla="*/ 1653623 w 2248007"/>
              <a:gd name="connsiteY6" fmla="*/ 446764 h 658014"/>
              <a:gd name="connsiteX7" fmla="*/ 1883560 w 2248007"/>
              <a:gd name="connsiteY7" fmla="*/ 591143 h 658014"/>
              <a:gd name="connsiteX8" fmla="*/ 2150928 w 2248007"/>
              <a:gd name="connsiteY8" fmla="*/ 639269 h 658014"/>
              <a:gd name="connsiteX9" fmla="*/ 70802 w 2248007"/>
              <a:gd name="connsiteY9" fmla="*/ 655311 h 658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48007" h="658014">
                <a:moveTo>
                  <a:pt x="70802" y="655311"/>
                </a:moveTo>
                <a:cubicBezTo>
                  <a:pt x="-202805" y="646399"/>
                  <a:pt x="396991" y="636596"/>
                  <a:pt x="509286" y="585796"/>
                </a:cubicBezTo>
                <a:cubicBezTo>
                  <a:pt x="621581" y="534996"/>
                  <a:pt x="662577" y="439634"/>
                  <a:pt x="744570" y="350511"/>
                </a:cubicBezTo>
                <a:cubicBezTo>
                  <a:pt x="826563" y="261388"/>
                  <a:pt x="930837" y="108989"/>
                  <a:pt x="1001244" y="51059"/>
                </a:cubicBezTo>
                <a:cubicBezTo>
                  <a:pt x="1071651" y="-6871"/>
                  <a:pt x="1110865" y="-2415"/>
                  <a:pt x="1167012" y="2932"/>
                </a:cubicBezTo>
                <a:cubicBezTo>
                  <a:pt x="1223159" y="8279"/>
                  <a:pt x="1257026" y="9171"/>
                  <a:pt x="1338128" y="83143"/>
                </a:cubicBezTo>
                <a:cubicBezTo>
                  <a:pt x="1419230" y="157115"/>
                  <a:pt x="1562718" y="362097"/>
                  <a:pt x="1653623" y="446764"/>
                </a:cubicBezTo>
                <a:cubicBezTo>
                  <a:pt x="1744528" y="531431"/>
                  <a:pt x="1800676" y="559059"/>
                  <a:pt x="1883560" y="591143"/>
                </a:cubicBezTo>
                <a:cubicBezTo>
                  <a:pt x="1966444" y="623227"/>
                  <a:pt x="2451272" y="629466"/>
                  <a:pt x="2150928" y="639269"/>
                </a:cubicBezTo>
                <a:cubicBezTo>
                  <a:pt x="1850584" y="649072"/>
                  <a:pt x="344409" y="664223"/>
                  <a:pt x="70802" y="655311"/>
                </a:cubicBezTo>
                <a:close/>
              </a:path>
            </a:pathLst>
          </a:custGeom>
          <a:solidFill>
            <a:schemeClr val="bg1">
              <a:lumMod val="75000"/>
              <a:alpha val="7851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Freeform 234">
            <a:extLst>
              <a:ext uri="{FF2B5EF4-FFF2-40B4-BE49-F238E27FC236}">
                <a16:creationId xmlns:a16="http://schemas.microsoft.com/office/drawing/2014/main" id="{57A9AFF4-2B5B-F7F6-A5FA-A554DF20F1EF}"/>
              </a:ext>
            </a:extLst>
          </p:cNvPr>
          <p:cNvSpPr/>
          <p:nvPr/>
        </p:nvSpPr>
        <p:spPr>
          <a:xfrm>
            <a:off x="40803329" y="28244080"/>
            <a:ext cx="1466257" cy="3447304"/>
          </a:xfrm>
          <a:custGeom>
            <a:avLst/>
            <a:gdLst>
              <a:gd name="connsiteX0" fmla="*/ 70802 w 2248007"/>
              <a:gd name="connsiteY0" fmla="*/ 655311 h 658014"/>
              <a:gd name="connsiteX1" fmla="*/ 509286 w 2248007"/>
              <a:gd name="connsiteY1" fmla="*/ 585796 h 658014"/>
              <a:gd name="connsiteX2" fmla="*/ 744570 w 2248007"/>
              <a:gd name="connsiteY2" fmla="*/ 350511 h 658014"/>
              <a:gd name="connsiteX3" fmla="*/ 1001244 w 2248007"/>
              <a:gd name="connsiteY3" fmla="*/ 51059 h 658014"/>
              <a:gd name="connsiteX4" fmla="*/ 1167012 w 2248007"/>
              <a:gd name="connsiteY4" fmla="*/ 2932 h 658014"/>
              <a:gd name="connsiteX5" fmla="*/ 1338128 w 2248007"/>
              <a:gd name="connsiteY5" fmla="*/ 83143 h 658014"/>
              <a:gd name="connsiteX6" fmla="*/ 1653623 w 2248007"/>
              <a:gd name="connsiteY6" fmla="*/ 446764 h 658014"/>
              <a:gd name="connsiteX7" fmla="*/ 1883560 w 2248007"/>
              <a:gd name="connsiteY7" fmla="*/ 591143 h 658014"/>
              <a:gd name="connsiteX8" fmla="*/ 2150928 w 2248007"/>
              <a:gd name="connsiteY8" fmla="*/ 639269 h 658014"/>
              <a:gd name="connsiteX9" fmla="*/ 70802 w 2248007"/>
              <a:gd name="connsiteY9" fmla="*/ 655311 h 658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48007" h="658014">
                <a:moveTo>
                  <a:pt x="70802" y="655311"/>
                </a:moveTo>
                <a:cubicBezTo>
                  <a:pt x="-202805" y="646399"/>
                  <a:pt x="396991" y="636596"/>
                  <a:pt x="509286" y="585796"/>
                </a:cubicBezTo>
                <a:cubicBezTo>
                  <a:pt x="621581" y="534996"/>
                  <a:pt x="662577" y="439634"/>
                  <a:pt x="744570" y="350511"/>
                </a:cubicBezTo>
                <a:cubicBezTo>
                  <a:pt x="826563" y="261388"/>
                  <a:pt x="930837" y="108989"/>
                  <a:pt x="1001244" y="51059"/>
                </a:cubicBezTo>
                <a:cubicBezTo>
                  <a:pt x="1071651" y="-6871"/>
                  <a:pt x="1110865" y="-2415"/>
                  <a:pt x="1167012" y="2932"/>
                </a:cubicBezTo>
                <a:cubicBezTo>
                  <a:pt x="1223159" y="8279"/>
                  <a:pt x="1257026" y="9171"/>
                  <a:pt x="1338128" y="83143"/>
                </a:cubicBezTo>
                <a:cubicBezTo>
                  <a:pt x="1419230" y="157115"/>
                  <a:pt x="1562718" y="362097"/>
                  <a:pt x="1653623" y="446764"/>
                </a:cubicBezTo>
                <a:cubicBezTo>
                  <a:pt x="1744528" y="531431"/>
                  <a:pt x="1800676" y="559059"/>
                  <a:pt x="1883560" y="591143"/>
                </a:cubicBezTo>
                <a:cubicBezTo>
                  <a:pt x="1966444" y="623227"/>
                  <a:pt x="2451272" y="629466"/>
                  <a:pt x="2150928" y="639269"/>
                </a:cubicBezTo>
                <a:cubicBezTo>
                  <a:pt x="1850584" y="649072"/>
                  <a:pt x="344409" y="664223"/>
                  <a:pt x="70802" y="655311"/>
                </a:cubicBezTo>
                <a:close/>
              </a:path>
            </a:pathLst>
          </a:custGeom>
          <a:solidFill>
            <a:srgbClr val="945200">
              <a:alpha val="3969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E4A687EE-873D-98E9-287F-348F601C9313}"/>
              </a:ext>
            </a:extLst>
          </p:cNvPr>
          <p:cNvCxnSpPr>
            <a:cxnSpLocks/>
          </p:cNvCxnSpPr>
          <p:nvPr/>
        </p:nvCxnSpPr>
        <p:spPr>
          <a:xfrm flipV="1">
            <a:off x="22592054" y="8019327"/>
            <a:ext cx="7579792" cy="2003313"/>
          </a:xfrm>
          <a:prstGeom prst="line">
            <a:avLst/>
          </a:prstGeom>
          <a:ln w="635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4" name="TextBox 243">
            <a:extLst>
              <a:ext uri="{FF2B5EF4-FFF2-40B4-BE49-F238E27FC236}">
                <a16:creationId xmlns:a16="http://schemas.microsoft.com/office/drawing/2014/main" id="{C5C5AF32-3414-03ED-2CE8-EDDE9D1D7F52}"/>
              </a:ext>
            </a:extLst>
          </p:cNvPr>
          <p:cNvSpPr txBox="1"/>
          <p:nvPr/>
        </p:nvSpPr>
        <p:spPr>
          <a:xfrm>
            <a:off x="14802189" y="189511"/>
            <a:ext cx="651011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600" i="1" u="sng" dirty="0"/>
              <a:t>Dynamics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DBEFFDE6-F015-AA7D-5BEE-3D979BA6E46D}"/>
              </a:ext>
            </a:extLst>
          </p:cNvPr>
          <p:cNvSpPr txBox="1"/>
          <p:nvPr/>
        </p:nvSpPr>
        <p:spPr>
          <a:xfrm>
            <a:off x="32824866" y="189511"/>
            <a:ext cx="600016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600" i="1" u="sng" dirty="0"/>
              <a:t>Statistics</a:t>
            </a:r>
          </a:p>
        </p:txBody>
      </p: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090F071F-BFCF-2A5E-1CA2-97542981BAFA}"/>
              </a:ext>
            </a:extLst>
          </p:cNvPr>
          <p:cNvCxnSpPr>
            <a:cxnSpLocks/>
          </p:cNvCxnSpPr>
          <p:nvPr/>
        </p:nvCxnSpPr>
        <p:spPr>
          <a:xfrm>
            <a:off x="23034688" y="3877956"/>
            <a:ext cx="6998317" cy="18192474"/>
          </a:xfrm>
          <a:prstGeom prst="line">
            <a:avLst/>
          </a:prstGeom>
          <a:ln w="635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A3EFC021-C4BB-AE39-DE26-E87495CB54C4}"/>
              </a:ext>
            </a:extLst>
          </p:cNvPr>
          <p:cNvCxnSpPr>
            <a:cxnSpLocks/>
          </p:cNvCxnSpPr>
          <p:nvPr/>
        </p:nvCxnSpPr>
        <p:spPr>
          <a:xfrm flipV="1">
            <a:off x="22562679" y="13610569"/>
            <a:ext cx="7321165" cy="2135100"/>
          </a:xfrm>
          <a:prstGeom prst="line">
            <a:avLst/>
          </a:prstGeom>
          <a:ln w="635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A4C89352-3366-7EAF-2F06-46287AC9A33A}"/>
              </a:ext>
            </a:extLst>
          </p:cNvPr>
          <p:cNvCxnSpPr>
            <a:cxnSpLocks/>
          </p:cNvCxnSpPr>
          <p:nvPr/>
        </p:nvCxnSpPr>
        <p:spPr>
          <a:xfrm flipV="1">
            <a:off x="22648712" y="22483509"/>
            <a:ext cx="7496303" cy="2003313"/>
          </a:xfrm>
          <a:prstGeom prst="line">
            <a:avLst/>
          </a:prstGeom>
          <a:ln w="635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CC6102B5-0462-40B9-B1CD-2C90E99A6D2E}"/>
              </a:ext>
            </a:extLst>
          </p:cNvPr>
          <p:cNvCxnSpPr>
            <a:cxnSpLocks/>
          </p:cNvCxnSpPr>
          <p:nvPr/>
        </p:nvCxnSpPr>
        <p:spPr>
          <a:xfrm flipV="1">
            <a:off x="23356181" y="28022051"/>
            <a:ext cx="7523389" cy="1612752"/>
          </a:xfrm>
          <a:prstGeom prst="line">
            <a:avLst/>
          </a:prstGeom>
          <a:ln w="635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4DAA46BB-8A13-ED9B-89B0-89B3025C3CB0}"/>
              </a:ext>
            </a:extLst>
          </p:cNvPr>
          <p:cNvCxnSpPr>
            <a:cxnSpLocks/>
          </p:cNvCxnSpPr>
          <p:nvPr/>
        </p:nvCxnSpPr>
        <p:spPr>
          <a:xfrm flipV="1">
            <a:off x="23419761" y="22791635"/>
            <a:ext cx="6754657" cy="6612159"/>
          </a:xfrm>
          <a:prstGeom prst="line">
            <a:avLst/>
          </a:prstGeom>
          <a:ln w="635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6" name="TextBox 275">
            <a:extLst>
              <a:ext uri="{FF2B5EF4-FFF2-40B4-BE49-F238E27FC236}">
                <a16:creationId xmlns:a16="http://schemas.microsoft.com/office/drawing/2014/main" id="{204F9FC0-C118-9B93-E99E-2AB0F9D3B039}"/>
              </a:ext>
            </a:extLst>
          </p:cNvPr>
          <p:cNvSpPr txBox="1"/>
          <p:nvPr/>
        </p:nvSpPr>
        <p:spPr>
          <a:xfrm>
            <a:off x="25318012" y="26034344"/>
            <a:ext cx="365487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/>
              <a:t>ROF</a:t>
            </a: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CEF7A41D-F7DB-118E-4F41-0E2CC5BBD379}"/>
              </a:ext>
            </a:extLst>
          </p:cNvPr>
          <p:cNvSpPr txBox="1"/>
          <p:nvPr/>
        </p:nvSpPr>
        <p:spPr>
          <a:xfrm>
            <a:off x="25961124" y="28724484"/>
            <a:ext cx="365487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/>
              <a:t>KCC</a:t>
            </a:r>
          </a:p>
        </p:txBody>
      </p:sp>
      <p:pic>
        <p:nvPicPr>
          <p:cNvPr id="280" name="Graphic 279">
            <a:extLst>
              <a:ext uri="{FF2B5EF4-FFF2-40B4-BE49-F238E27FC236}">
                <a16:creationId xmlns:a16="http://schemas.microsoft.com/office/drawing/2014/main" id="{83D161E3-8F68-EB12-BE36-D14A5E3A90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2633" t="30690" r="19184" b="18811"/>
          <a:stretch/>
        </p:blipFill>
        <p:spPr>
          <a:xfrm rot="2399908">
            <a:off x="39513392" y="12033128"/>
            <a:ext cx="4371733" cy="4581890"/>
          </a:xfrm>
          <a:prstGeom prst="rect">
            <a:avLst/>
          </a:prstGeom>
        </p:spPr>
      </p:pic>
      <p:sp>
        <p:nvSpPr>
          <p:cNvPr id="281" name="Freeform 280">
            <a:extLst>
              <a:ext uri="{FF2B5EF4-FFF2-40B4-BE49-F238E27FC236}">
                <a16:creationId xmlns:a16="http://schemas.microsoft.com/office/drawing/2014/main" id="{5B194841-ABA0-AC51-B770-2EA6B9231E42}"/>
              </a:ext>
            </a:extLst>
          </p:cNvPr>
          <p:cNvSpPr/>
          <p:nvPr/>
        </p:nvSpPr>
        <p:spPr>
          <a:xfrm>
            <a:off x="38363947" y="5672153"/>
            <a:ext cx="2248007" cy="658014"/>
          </a:xfrm>
          <a:custGeom>
            <a:avLst/>
            <a:gdLst>
              <a:gd name="connsiteX0" fmla="*/ 70802 w 2248007"/>
              <a:gd name="connsiteY0" fmla="*/ 655311 h 658014"/>
              <a:gd name="connsiteX1" fmla="*/ 509286 w 2248007"/>
              <a:gd name="connsiteY1" fmla="*/ 585796 h 658014"/>
              <a:gd name="connsiteX2" fmla="*/ 744570 w 2248007"/>
              <a:gd name="connsiteY2" fmla="*/ 350511 h 658014"/>
              <a:gd name="connsiteX3" fmla="*/ 1001244 w 2248007"/>
              <a:gd name="connsiteY3" fmla="*/ 51059 h 658014"/>
              <a:gd name="connsiteX4" fmla="*/ 1167012 w 2248007"/>
              <a:gd name="connsiteY4" fmla="*/ 2932 h 658014"/>
              <a:gd name="connsiteX5" fmla="*/ 1338128 w 2248007"/>
              <a:gd name="connsiteY5" fmla="*/ 83143 h 658014"/>
              <a:gd name="connsiteX6" fmla="*/ 1653623 w 2248007"/>
              <a:gd name="connsiteY6" fmla="*/ 446764 h 658014"/>
              <a:gd name="connsiteX7" fmla="*/ 1883560 w 2248007"/>
              <a:gd name="connsiteY7" fmla="*/ 591143 h 658014"/>
              <a:gd name="connsiteX8" fmla="*/ 2150928 w 2248007"/>
              <a:gd name="connsiteY8" fmla="*/ 639269 h 658014"/>
              <a:gd name="connsiteX9" fmla="*/ 70802 w 2248007"/>
              <a:gd name="connsiteY9" fmla="*/ 655311 h 658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48007" h="658014">
                <a:moveTo>
                  <a:pt x="70802" y="655311"/>
                </a:moveTo>
                <a:cubicBezTo>
                  <a:pt x="-202805" y="646399"/>
                  <a:pt x="396991" y="636596"/>
                  <a:pt x="509286" y="585796"/>
                </a:cubicBezTo>
                <a:cubicBezTo>
                  <a:pt x="621581" y="534996"/>
                  <a:pt x="662577" y="439634"/>
                  <a:pt x="744570" y="350511"/>
                </a:cubicBezTo>
                <a:cubicBezTo>
                  <a:pt x="826563" y="261388"/>
                  <a:pt x="930837" y="108989"/>
                  <a:pt x="1001244" y="51059"/>
                </a:cubicBezTo>
                <a:cubicBezTo>
                  <a:pt x="1071651" y="-6871"/>
                  <a:pt x="1110865" y="-2415"/>
                  <a:pt x="1167012" y="2932"/>
                </a:cubicBezTo>
                <a:cubicBezTo>
                  <a:pt x="1223159" y="8279"/>
                  <a:pt x="1257026" y="9171"/>
                  <a:pt x="1338128" y="83143"/>
                </a:cubicBezTo>
                <a:cubicBezTo>
                  <a:pt x="1419230" y="157115"/>
                  <a:pt x="1562718" y="362097"/>
                  <a:pt x="1653623" y="446764"/>
                </a:cubicBezTo>
                <a:cubicBezTo>
                  <a:pt x="1744528" y="531431"/>
                  <a:pt x="1800676" y="559059"/>
                  <a:pt x="1883560" y="591143"/>
                </a:cubicBezTo>
                <a:cubicBezTo>
                  <a:pt x="1966444" y="623227"/>
                  <a:pt x="2451272" y="629466"/>
                  <a:pt x="2150928" y="639269"/>
                </a:cubicBezTo>
                <a:cubicBezTo>
                  <a:pt x="1850584" y="649072"/>
                  <a:pt x="344409" y="664223"/>
                  <a:pt x="70802" y="655311"/>
                </a:cubicBezTo>
                <a:close/>
              </a:path>
            </a:pathLst>
          </a:cu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4A4240EE-4E5E-D2F1-48D7-75958D4040C4}"/>
              </a:ext>
            </a:extLst>
          </p:cNvPr>
          <p:cNvCxnSpPr>
            <a:cxnSpLocks/>
          </p:cNvCxnSpPr>
          <p:nvPr/>
        </p:nvCxnSpPr>
        <p:spPr>
          <a:xfrm>
            <a:off x="38307108" y="6330167"/>
            <a:ext cx="2608118" cy="0"/>
          </a:xfrm>
          <a:prstGeom prst="straightConnector1">
            <a:avLst/>
          </a:prstGeom>
          <a:ln w="82550">
            <a:gradFill>
              <a:gsLst>
                <a:gs pos="0">
                  <a:srgbClr val="0070C0"/>
                </a:gs>
                <a:gs pos="100000">
                  <a:srgbClr val="FF0000"/>
                </a:gs>
              </a:gsLst>
              <a:lin ang="0" scaled="0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Freeform 282">
            <a:extLst>
              <a:ext uri="{FF2B5EF4-FFF2-40B4-BE49-F238E27FC236}">
                <a16:creationId xmlns:a16="http://schemas.microsoft.com/office/drawing/2014/main" id="{DB49EF8D-20F8-1F26-FFD1-40EDCE3A67B9}"/>
              </a:ext>
            </a:extLst>
          </p:cNvPr>
          <p:cNvSpPr/>
          <p:nvPr/>
        </p:nvSpPr>
        <p:spPr>
          <a:xfrm>
            <a:off x="41803371" y="6788380"/>
            <a:ext cx="2248007" cy="658014"/>
          </a:xfrm>
          <a:custGeom>
            <a:avLst/>
            <a:gdLst>
              <a:gd name="connsiteX0" fmla="*/ 70802 w 2248007"/>
              <a:gd name="connsiteY0" fmla="*/ 655311 h 658014"/>
              <a:gd name="connsiteX1" fmla="*/ 509286 w 2248007"/>
              <a:gd name="connsiteY1" fmla="*/ 585796 h 658014"/>
              <a:gd name="connsiteX2" fmla="*/ 744570 w 2248007"/>
              <a:gd name="connsiteY2" fmla="*/ 350511 h 658014"/>
              <a:gd name="connsiteX3" fmla="*/ 1001244 w 2248007"/>
              <a:gd name="connsiteY3" fmla="*/ 51059 h 658014"/>
              <a:gd name="connsiteX4" fmla="*/ 1167012 w 2248007"/>
              <a:gd name="connsiteY4" fmla="*/ 2932 h 658014"/>
              <a:gd name="connsiteX5" fmla="*/ 1338128 w 2248007"/>
              <a:gd name="connsiteY5" fmla="*/ 83143 h 658014"/>
              <a:gd name="connsiteX6" fmla="*/ 1653623 w 2248007"/>
              <a:gd name="connsiteY6" fmla="*/ 446764 h 658014"/>
              <a:gd name="connsiteX7" fmla="*/ 1883560 w 2248007"/>
              <a:gd name="connsiteY7" fmla="*/ 591143 h 658014"/>
              <a:gd name="connsiteX8" fmla="*/ 2150928 w 2248007"/>
              <a:gd name="connsiteY8" fmla="*/ 639269 h 658014"/>
              <a:gd name="connsiteX9" fmla="*/ 70802 w 2248007"/>
              <a:gd name="connsiteY9" fmla="*/ 655311 h 658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48007" h="658014">
                <a:moveTo>
                  <a:pt x="70802" y="655311"/>
                </a:moveTo>
                <a:cubicBezTo>
                  <a:pt x="-202805" y="646399"/>
                  <a:pt x="396991" y="636596"/>
                  <a:pt x="509286" y="585796"/>
                </a:cubicBezTo>
                <a:cubicBezTo>
                  <a:pt x="621581" y="534996"/>
                  <a:pt x="662577" y="439634"/>
                  <a:pt x="744570" y="350511"/>
                </a:cubicBezTo>
                <a:cubicBezTo>
                  <a:pt x="826563" y="261388"/>
                  <a:pt x="930837" y="108989"/>
                  <a:pt x="1001244" y="51059"/>
                </a:cubicBezTo>
                <a:cubicBezTo>
                  <a:pt x="1071651" y="-6871"/>
                  <a:pt x="1110865" y="-2415"/>
                  <a:pt x="1167012" y="2932"/>
                </a:cubicBezTo>
                <a:cubicBezTo>
                  <a:pt x="1223159" y="8279"/>
                  <a:pt x="1257026" y="9171"/>
                  <a:pt x="1338128" y="83143"/>
                </a:cubicBezTo>
                <a:cubicBezTo>
                  <a:pt x="1419230" y="157115"/>
                  <a:pt x="1562718" y="362097"/>
                  <a:pt x="1653623" y="446764"/>
                </a:cubicBezTo>
                <a:cubicBezTo>
                  <a:pt x="1744528" y="531431"/>
                  <a:pt x="1800676" y="559059"/>
                  <a:pt x="1883560" y="591143"/>
                </a:cubicBezTo>
                <a:cubicBezTo>
                  <a:pt x="1966444" y="623227"/>
                  <a:pt x="2451272" y="629466"/>
                  <a:pt x="2150928" y="639269"/>
                </a:cubicBezTo>
                <a:cubicBezTo>
                  <a:pt x="1850584" y="649072"/>
                  <a:pt x="344409" y="664223"/>
                  <a:pt x="70802" y="655311"/>
                </a:cubicBezTo>
                <a:close/>
              </a:path>
            </a:pathLst>
          </a:cu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3553FF52-C926-88E1-F7EE-B8C176DB438F}"/>
              </a:ext>
            </a:extLst>
          </p:cNvPr>
          <p:cNvCxnSpPr>
            <a:cxnSpLocks/>
          </p:cNvCxnSpPr>
          <p:nvPr/>
        </p:nvCxnSpPr>
        <p:spPr>
          <a:xfrm>
            <a:off x="41746532" y="7446394"/>
            <a:ext cx="2608118" cy="0"/>
          </a:xfrm>
          <a:prstGeom prst="straightConnector1">
            <a:avLst/>
          </a:prstGeom>
          <a:ln w="82550">
            <a:gradFill>
              <a:gsLst>
                <a:gs pos="0">
                  <a:srgbClr val="0070C0"/>
                </a:gs>
                <a:gs pos="100000">
                  <a:srgbClr val="FF0000"/>
                </a:gs>
              </a:gsLst>
              <a:lin ang="0" scaled="0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Freeform 284">
            <a:extLst>
              <a:ext uri="{FF2B5EF4-FFF2-40B4-BE49-F238E27FC236}">
                <a16:creationId xmlns:a16="http://schemas.microsoft.com/office/drawing/2014/main" id="{1D29EFC7-8D1D-2BEE-4006-BB5AD8630228}"/>
              </a:ext>
            </a:extLst>
          </p:cNvPr>
          <p:cNvSpPr/>
          <p:nvPr/>
        </p:nvSpPr>
        <p:spPr>
          <a:xfrm>
            <a:off x="42968810" y="6623800"/>
            <a:ext cx="1001903" cy="822594"/>
          </a:xfrm>
          <a:custGeom>
            <a:avLst/>
            <a:gdLst>
              <a:gd name="connsiteX0" fmla="*/ 70802 w 2248007"/>
              <a:gd name="connsiteY0" fmla="*/ 655311 h 658014"/>
              <a:gd name="connsiteX1" fmla="*/ 509286 w 2248007"/>
              <a:gd name="connsiteY1" fmla="*/ 585796 h 658014"/>
              <a:gd name="connsiteX2" fmla="*/ 744570 w 2248007"/>
              <a:gd name="connsiteY2" fmla="*/ 350511 h 658014"/>
              <a:gd name="connsiteX3" fmla="*/ 1001244 w 2248007"/>
              <a:gd name="connsiteY3" fmla="*/ 51059 h 658014"/>
              <a:gd name="connsiteX4" fmla="*/ 1167012 w 2248007"/>
              <a:gd name="connsiteY4" fmla="*/ 2932 h 658014"/>
              <a:gd name="connsiteX5" fmla="*/ 1338128 w 2248007"/>
              <a:gd name="connsiteY5" fmla="*/ 83143 h 658014"/>
              <a:gd name="connsiteX6" fmla="*/ 1653623 w 2248007"/>
              <a:gd name="connsiteY6" fmla="*/ 446764 h 658014"/>
              <a:gd name="connsiteX7" fmla="*/ 1883560 w 2248007"/>
              <a:gd name="connsiteY7" fmla="*/ 591143 h 658014"/>
              <a:gd name="connsiteX8" fmla="*/ 2150928 w 2248007"/>
              <a:gd name="connsiteY8" fmla="*/ 639269 h 658014"/>
              <a:gd name="connsiteX9" fmla="*/ 70802 w 2248007"/>
              <a:gd name="connsiteY9" fmla="*/ 655311 h 658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48007" h="658014">
                <a:moveTo>
                  <a:pt x="70802" y="655311"/>
                </a:moveTo>
                <a:cubicBezTo>
                  <a:pt x="-202805" y="646399"/>
                  <a:pt x="396991" y="636596"/>
                  <a:pt x="509286" y="585796"/>
                </a:cubicBezTo>
                <a:cubicBezTo>
                  <a:pt x="621581" y="534996"/>
                  <a:pt x="662577" y="439634"/>
                  <a:pt x="744570" y="350511"/>
                </a:cubicBezTo>
                <a:cubicBezTo>
                  <a:pt x="826563" y="261388"/>
                  <a:pt x="930837" y="108989"/>
                  <a:pt x="1001244" y="51059"/>
                </a:cubicBezTo>
                <a:cubicBezTo>
                  <a:pt x="1071651" y="-6871"/>
                  <a:pt x="1110865" y="-2415"/>
                  <a:pt x="1167012" y="2932"/>
                </a:cubicBezTo>
                <a:cubicBezTo>
                  <a:pt x="1223159" y="8279"/>
                  <a:pt x="1257026" y="9171"/>
                  <a:pt x="1338128" y="83143"/>
                </a:cubicBezTo>
                <a:cubicBezTo>
                  <a:pt x="1419230" y="157115"/>
                  <a:pt x="1562718" y="362097"/>
                  <a:pt x="1653623" y="446764"/>
                </a:cubicBezTo>
                <a:cubicBezTo>
                  <a:pt x="1744528" y="531431"/>
                  <a:pt x="1800676" y="559059"/>
                  <a:pt x="1883560" y="591143"/>
                </a:cubicBezTo>
                <a:cubicBezTo>
                  <a:pt x="1966444" y="623227"/>
                  <a:pt x="2451272" y="629466"/>
                  <a:pt x="2150928" y="639269"/>
                </a:cubicBezTo>
                <a:cubicBezTo>
                  <a:pt x="1850584" y="649072"/>
                  <a:pt x="344409" y="664223"/>
                  <a:pt x="70802" y="655311"/>
                </a:cubicBezTo>
                <a:close/>
              </a:path>
            </a:pathLst>
          </a:custGeom>
          <a:solidFill>
            <a:schemeClr val="bg1">
              <a:lumMod val="75000"/>
              <a:alpha val="7851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" name="Freeform 285">
            <a:extLst>
              <a:ext uri="{FF2B5EF4-FFF2-40B4-BE49-F238E27FC236}">
                <a16:creationId xmlns:a16="http://schemas.microsoft.com/office/drawing/2014/main" id="{7A712818-EAD5-1E65-2383-E16C2B208421}"/>
              </a:ext>
            </a:extLst>
          </p:cNvPr>
          <p:cNvSpPr/>
          <p:nvPr/>
        </p:nvSpPr>
        <p:spPr>
          <a:xfrm>
            <a:off x="39376057" y="8226659"/>
            <a:ext cx="1037968" cy="1126572"/>
          </a:xfrm>
          <a:custGeom>
            <a:avLst/>
            <a:gdLst>
              <a:gd name="connsiteX0" fmla="*/ 70802 w 2248007"/>
              <a:gd name="connsiteY0" fmla="*/ 655311 h 658014"/>
              <a:gd name="connsiteX1" fmla="*/ 509286 w 2248007"/>
              <a:gd name="connsiteY1" fmla="*/ 585796 h 658014"/>
              <a:gd name="connsiteX2" fmla="*/ 744570 w 2248007"/>
              <a:gd name="connsiteY2" fmla="*/ 350511 h 658014"/>
              <a:gd name="connsiteX3" fmla="*/ 1001244 w 2248007"/>
              <a:gd name="connsiteY3" fmla="*/ 51059 h 658014"/>
              <a:gd name="connsiteX4" fmla="*/ 1167012 w 2248007"/>
              <a:gd name="connsiteY4" fmla="*/ 2932 h 658014"/>
              <a:gd name="connsiteX5" fmla="*/ 1338128 w 2248007"/>
              <a:gd name="connsiteY5" fmla="*/ 83143 h 658014"/>
              <a:gd name="connsiteX6" fmla="*/ 1653623 w 2248007"/>
              <a:gd name="connsiteY6" fmla="*/ 446764 h 658014"/>
              <a:gd name="connsiteX7" fmla="*/ 1883560 w 2248007"/>
              <a:gd name="connsiteY7" fmla="*/ 591143 h 658014"/>
              <a:gd name="connsiteX8" fmla="*/ 2150928 w 2248007"/>
              <a:gd name="connsiteY8" fmla="*/ 639269 h 658014"/>
              <a:gd name="connsiteX9" fmla="*/ 70802 w 2248007"/>
              <a:gd name="connsiteY9" fmla="*/ 655311 h 658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48007" h="658014">
                <a:moveTo>
                  <a:pt x="70802" y="655311"/>
                </a:moveTo>
                <a:cubicBezTo>
                  <a:pt x="-202805" y="646399"/>
                  <a:pt x="396991" y="636596"/>
                  <a:pt x="509286" y="585796"/>
                </a:cubicBezTo>
                <a:cubicBezTo>
                  <a:pt x="621581" y="534996"/>
                  <a:pt x="662577" y="439634"/>
                  <a:pt x="744570" y="350511"/>
                </a:cubicBezTo>
                <a:cubicBezTo>
                  <a:pt x="826563" y="261388"/>
                  <a:pt x="930837" y="108989"/>
                  <a:pt x="1001244" y="51059"/>
                </a:cubicBezTo>
                <a:cubicBezTo>
                  <a:pt x="1071651" y="-6871"/>
                  <a:pt x="1110865" y="-2415"/>
                  <a:pt x="1167012" y="2932"/>
                </a:cubicBezTo>
                <a:cubicBezTo>
                  <a:pt x="1223159" y="8279"/>
                  <a:pt x="1257026" y="9171"/>
                  <a:pt x="1338128" y="83143"/>
                </a:cubicBezTo>
                <a:cubicBezTo>
                  <a:pt x="1419230" y="157115"/>
                  <a:pt x="1562718" y="362097"/>
                  <a:pt x="1653623" y="446764"/>
                </a:cubicBezTo>
                <a:cubicBezTo>
                  <a:pt x="1744528" y="531431"/>
                  <a:pt x="1800676" y="559059"/>
                  <a:pt x="1883560" y="591143"/>
                </a:cubicBezTo>
                <a:cubicBezTo>
                  <a:pt x="1966444" y="623227"/>
                  <a:pt x="2451272" y="629466"/>
                  <a:pt x="2150928" y="639269"/>
                </a:cubicBezTo>
                <a:cubicBezTo>
                  <a:pt x="1850584" y="649072"/>
                  <a:pt x="344409" y="664223"/>
                  <a:pt x="70802" y="655311"/>
                </a:cubicBezTo>
                <a:close/>
              </a:path>
            </a:pathLst>
          </a:cu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7" name="Straight Arrow Connector 286">
            <a:extLst>
              <a:ext uri="{FF2B5EF4-FFF2-40B4-BE49-F238E27FC236}">
                <a16:creationId xmlns:a16="http://schemas.microsoft.com/office/drawing/2014/main" id="{C80ECF4D-F82E-5118-7809-2EFCECA42824}"/>
              </a:ext>
            </a:extLst>
          </p:cNvPr>
          <p:cNvCxnSpPr>
            <a:cxnSpLocks/>
          </p:cNvCxnSpPr>
          <p:nvPr/>
        </p:nvCxnSpPr>
        <p:spPr>
          <a:xfrm>
            <a:off x="38405983" y="9353230"/>
            <a:ext cx="2608118" cy="0"/>
          </a:xfrm>
          <a:prstGeom prst="straightConnector1">
            <a:avLst/>
          </a:prstGeom>
          <a:ln w="82550">
            <a:gradFill>
              <a:gsLst>
                <a:gs pos="0">
                  <a:srgbClr val="0070C0"/>
                </a:gs>
                <a:gs pos="100000">
                  <a:srgbClr val="FF0000"/>
                </a:gs>
              </a:gsLst>
              <a:lin ang="0" scaled="0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Bent Arrow 287">
            <a:extLst>
              <a:ext uri="{FF2B5EF4-FFF2-40B4-BE49-F238E27FC236}">
                <a16:creationId xmlns:a16="http://schemas.microsoft.com/office/drawing/2014/main" id="{B7668384-F7D3-98AE-592C-B6401FAB0073}"/>
              </a:ext>
            </a:extLst>
          </p:cNvPr>
          <p:cNvSpPr/>
          <p:nvPr/>
        </p:nvSpPr>
        <p:spPr>
          <a:xfrm rot="18900000">
            <a:off x="37568574" y="6565141"/>
            <a:ext cx="1468473" cy="1864451"/>
          </a:xfrm>
          <a:prstGeom prst="bentArrow">
            <a:avLst>
              <a:gd name="adj1" fmla="val 16868"/>
              <a:gd name="adj2" fmla="val 19579"/>
              <a:gd name="adj3" fmla="val 27710"/>
              <a:gd name="adj4" fmla="val 43750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9" name="Bent Arrow 288">
            <a:extLst>
              <a:ext uri="{FF2B5EF4-FFF2-40B4-BE49-F238E27FC236}">
                <a16:creationId xmlns:a16="http://schemas.microsoft.com/office/drawing/2014/main" id="{DDB617D3-CE25-6B71-8CDE-41744AE0C8C6}"/>
              </a:ext>
            </a:extLst>
          </p:cNvPr>
          <p:cNvSpPr/>
          <p:nvPr/>
        </p:nvSpPr>
        <p:spPr>
          <a:xfrm rot="10800000">
            <a:off x="40738636" y="7589449"/>
            <a:ext cx="1719588" cy="1318740"/>
          </a:xfrm>
          <a:prstGeom prst="bentArrow">
            <a:avLst>
              <a:gd name="adj1" fmla="val 18592"/>
              <a:gd name="adj2" fmla="val 25000"/>
              <a:gd name="adj3" fmla="val 25000"/>
              <a:gd name="adj4" fmla="val 43750"/>
            </a:avLst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0" name="Bent Arrow 289">
            <a:extLst>
              <a:ext uri="{FF2B5EF4-FFF2-40B4-BE49-F238E27FC236}">
                <a16:creationId xmlns:a16="http://schemas.microsoft.com/office/drawing/2014/main" id="{4EFC9A02-063A-0FD9-5F47-960EF9A9BA2E}"/>
              </a:ext>
            </a:extLst>
          </p:cNvPr>
          <p:cNvSpPr/>
          <p:nvPr/>
        </p:nvSpPr>
        <p:spPr>
          <a:xfrm rot="5079891">
            <a:off x="41283039" y="5653149"/>
            <a:ext cx="1014114" cy="1380381"/>
          </a:xfrm>
          <a:prstGeom prst="bent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462DDD78-AEB3-05F4-6824-6F64FF0AA7EB}"/>
              </a:ext>
            </a:extLst>
          </p:cNvPr>
          <p:cNvCxnSpPr>
            <a:cxnSpLocks/>
          </p:cNvCxnSpPr>
          <p:nvPr/>
        </p:nvCxnSpPr>
        <p:spPr>
          <a:xfrm>
            <a:off x="39481178" y="6199080"/>
            <a:ext cx="0" cy="47427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3" name="Picture 292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13418769-39F8-836E-C5F9-8B7849C8BEB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1492" r="90123" b="70834"/>
          <a:stretch/>
        </p:blipFill>
        <p:spPr>
          <a:xfrm>
            <a:off x="39000930" y="6766592"/>
            <a:ext cx="924042" cy="420842"/>
          </a:xfrm>
          <a:prstGeom prst="rect">
            <a:avLst/>
          </a:prstGeom>
        </p:spPr>
      </p:pic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F5A46594-A778-3C37-0321-FB24C38F72B5}"/>
              </a:ext>
            </a:extLst>
          </p:cNvPr>
          <p:cNvCxnSpPr>
            <a:cxnSpLocks/>
          </p:cNvCxnSpPr>
          <p:nvPr/>
        </p:nvCxnSpPr>
        <p:spPr>
          <a:xfrm>
            <a:off x="43491466" y="7497366"/>
            <a:ext cx="0" cy="47427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82E01E67-2E2D-A01B-7470-A13065B64813}"/>
              </a:ext>
            </a:extLst>
          </p:cNvPr>
          <p:cNvCxnSpPr>
            <a:cxnSpLocks/>
          </p:cNvCxnSpPr>
          <p:nvPr/>
        </p:nvCxnSpPr>
        <p:spPr>
          <a:xfrm>
            <a:off x="42927374" y="7590678"/>
            <a:ext cx="54238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8" name="Picture 297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C91F94EC-562F-54F8-6777-4007A09EF11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433" t="45351" r="90325" b="49055"/>
          <a:stretch/>
        </p:blipFill>
        <p:spPr>
          <a:xfrm>
            <a:off x="42949996" y="7625644"/>
            <a:ext cx="396834" cy="306820"/>
          </a:xfrm>
          <a:prstGeom prst="rect">
            <a:avLst/>
          </a:prstGeom>
        </p:spPr>
      </p:pic>
      <p:pic>
        <p:nvPicPr>
          <p:cNvPr id="299" name="Picture 298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E56DFA56-B3DA-7CC5-8432-29ECE16F0D2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109" t="45555" r="84799" b="48289"/>
          <a:stretch/>
        </p:blipFill>
        <p:spPr>
          <a:xfrm>
            <a:off x="43317371" y="7967429"/>
            <a:ext cx="289271" cy="337570"/>
          </a:xfrm>
          <a:prstGeom prst="rect">
            <a:avLst/>
          </a:prstGeom>
        </p:spPr>
      </p:pic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80764B11-F4DC-1B71-B8E8-5BFF970463CE}"/>
              </a:ext>
            </a:extLst>
          </p:cNvPr>
          <p:cNvCxnSpPr>
            <a:cxnSpLocks/>
          </p:cNvCxnSpPr>
          <p:nvPr/>
        </p:nvCxnSpPr>
        <p:spPr>
          <a:xfrm>
            <a:off x="39896531" y="9305379"/>
            <a:ext cx="0" cy="47427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3" name="Picture 302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727DDE2E-AF45-CC2C-E8D2-C12F374DF6F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322" t="78590" r="90545" b="14568"/>
          <a:stretch/>
        </p:blipFill>
        <p:spPr>
          <a:xfrm>
            <a:off x="39611167" y="9835031"/>
            <a:ext cx="480244" cy="375218"/>
          </a:xfrm>
          <a:prstGeom prst="rect">
            <a:avLst/>
          </a:prstGeom>
        </p:spPr>
      </p:pic>
      <p:pic>
        <p:nvPicPr>
          <p:cNvPr id="87" name="Picture 86" descr="A black text with a white background&#10;&#10;Description automatically generated">
            <a:extLst>
              <a:ext uri="{FF2B5EF4-FFF2-40B4-BE49-F238E27FC236}">
                <a16:creationId xmlns:a16="http://schemas.microsoft.com/office/drawing/2014/main" id="{1659BFD5-DBA9-87CB-4B06-F77470729F5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5644" b="16040"/>
          <a:stretch/>
        </p:blipFill>
        <p:spPr>
          <a:xfrm>
            <a:off x="33728201" y="22713364"/>
            <a:ext cx="10923532" cy="1671835"/>
          </a:xfrm>
          <a:prstGeom prst="rect">
            <a:avLst/>
          </a:prstGeom>
        </p:spPr>
      </p:pic>
      <p:sp>
        <p:nvSpPr>
          <p:cNvPr id="3" name="Right Brace 2">
            <a:extLst>
              <a:ext uri="{FF2B5EF4-FFF2-40B4-BE49-F238E27FC236}">
                <a16:creationId xmlns:a16="http://schemas.microsoft.com/office/drawing/2014/main" id="{C49944E6-B415-4E8E-C5DA-56BD5A17EE93}"/>
              </a:ext>
            </a:extLst>
          </p:cNvPr>
          <p:cNvSpPr/>
          <p:nvPr/>
        </p:nvSpPr>
        <p:spPr>
          <a:xfrm rot="5400000">
            <a:off x="17618955" y="15299739"/>
            <a:ext cx="1248473" cy="7466729"/>
          </a:xfrm>
          <a:prstGeom prst="rightBrace">
            <a:avLst>
              <a:gd name="adj1" fmla="val 8333"/>
              <a:gd name="adj2" fmla="val 56676"/>
            </a:avLst>
          </a:prstGeom>
          <a:ln w="508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5836C0E9-C2E4-650C-7AC3-0CA9E7B2122E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16248678" y="19657340"/>
            <a:ext cx="1496035" cy="916348"/>
          </a:xfrm>
          <a:prstGeom prst="line">
            <a:avLst/>
          </a:prstGeom>
          <a:ln w="508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86256070-6713-8F5F-F286-1C62D71308BE}"/>
              </a:ext>
            </a:extLst>
          </p:cNvPr>
          <p:cNvCxnSpPr>
            <a:cxnSpLocks/>
          </p:cNvCxnSpPr>
          <p:nvPr/>
        </p:nvCxnSpPr>
        <p:spPr>
          <a:xfrm>
            <a:off x="17742078" y="19656467"/>
            <a:ext cx="2807279" cy="711189"/>
          </a:xfrm>
          <a:prstGeom prst="line">
            <a:avLst/>
          </a:prstGeom>
          <a:ln w="508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779B2B3-AF8D-5285-4B47-DDAB637037A0}"/>
              </a:ext>
            </a:extLst>
          </p:cNvPr>
          <p:cNvSpPr txBox="1"/>
          <p:nvPr/>
        </p:nvSpPr>
        <p:spPr>
          <a:xfrm>
            <a:off x="15533217" y="18246273"/>
            <a:ext cx="5343504" cy="1446550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n-US" sz="44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FaIR</a:t>
            </a:r>
            <a:r>
              <a:rPr lang="en-US" sz="4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used within each GWI compartment)</a:t>
            </a:r>
          </a:p>
        </p:txBody>
      </p: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F86D76EA-8C5C-444C-3204-A6DD72A46116}"/>
              </a:ext>
            </a:extLst>
          </p:cNvPr>
          <p:cNvCxnSpPr>
            <a:cxnSpLocks/>
          </p:cNvCxnSpPr>
          <p:nvPr/>
        </p:nvCxnSpPr>
        <p:spPr>
          <a:xfrm flipV="1">
            <a:off x="23745046" y="14587044"/>
            <a:ext cx="5809936" cy="4942406"/>
          </a:xfrm>
          <a:prstGeom prst="line">
            <a:avLst/>
          </a:prstGeom>
          <a:ln w="635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6" name="Freeform 255">
            <a:extLst>
              <a:ext uri="{FF2B5EF4-FFF2-40B4-BE49-F238E27FC236}">
                <a16:creationId xmlns:a16="http://schemas.microsoft.com/office/drawing/2014/main" id="{F4BF7989-DE3C-EBFB-C082-953C87EEFCBF}"/>
              </a:ext>
            </a:extLst>
          </p:cNvPr>
          <p:cNvSpPr/>
          <p:nvPr/>
        </p:nvSpPr>
        <p:spPr>
          <a:xfrm>
            <a:off x="21767800" y="19227800"/>
            <a:ext cx="2152410" cy="4977167"/>
          </a:xfrm>
          <a:custGeom>
            <a:avLst/>
            <a:gdLst>
              <a:gd name="connsiteX0" fmla="*/ 863600 w 2152410"/>
              <a:gd name="connsiteY0" fmla="*/ 5892800 h 5892800"/>
              <a:gd name="connsiteX1" fmla="*/ 2133600 w 2152410"/>
              <a:gd name="connsiteY1" fmla="*/ 914400 h 5892800"/>
              <a:gd name="connsiteX2" fmla="*/ 0 w 2152410"/>
              <a:gd name="connsiteY2" fmla="*/ 0 h 589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52410" h="5892800">
                <a:moveTo>
                  <a:pt x="863600" y="5892800"/>
                </a:moveTo>
                <a:cubicBezTo>
                  <a:pt x="1570566" y="3894666"/>
                  <a:pt x="2277533" y="1896533"/>
                  <a:pt x="2133600" y="914400"/>
                </a:cubicBezTo>
                <a:cubicBezTo>
                  <a:pt x="1989667" y="-67733"/>
                  <a:pt x="558800" y="21167"/>
                  <a:pt x="0" y="0"/>
                </a:cubicBezTo>
              </a:path>
            </a:pathLst>
          </a:custGeom>
          <a:noFill/>
          <a:ln w="635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74FE9E42-D0FB-8C5C-FBC3-35A36BA30619}"/>
              </a:ext>
            </a:extLst>
          </p:cNvPr>
          <p:cNvSpPr txBox="1"/>
          <p:nvPr/>
        </p:nvSpPr>
        <p:spPr>
          <a:xfrm>
            <a:off x="22200344" y="23194423"/>
            <a:ext cx="4061036" cy="646331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Fast adjust: ~4.1 </a:t>
            </a:r>
            <a:r>
              <a:rPr lang="en-US" sz="36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yrs</a:t>
            </a:r>
            <a:endParaRPr lang="en-US" sz="36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F61AC655-78BD-07A2-2162-A5060E9E7970}"/>
              </a:ext>
            </a:extLst>
          </p:cNvPr>
          <p:cNvSpPr txBox="1"/>
          <p:nvPr/>
        </p:nvSpPr>
        <p:spPr>
          <a:xfrm>
            <a:off x="22132447" y="24490893"/>
            <a:ext cx="4277658" cy="646331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Slow adjust: ~209 </a:t>
            </a:r>
            <a:r>
              <a:rPr lang="en-US" sz="36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yrs</a:t>
            </a:r>
            <a:endParaRPr lang="en-US" sz="36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1715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15783</TotalTime>
  <Words>86</Words>
  <Application>Microsoft Macintosh PowerPoint</Application>
  <PresentationFormat>Custom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Helvetica Neue</vt:lpstr>
      <vt:lpstr>Helvetica Neue Medium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Nicklas, John</dc:creator>
  <cp:lastModifiedBy>John Nicklas</cp:lastModifiedBy>
  <cp:revision>33</cp:revision>
  <cp:lastPrinted>2024-02-14T20:55:43Z</cp:lastPrinted>
  <dcterms:created xsi:type="dcterms:W3CDTF">2024-02-13T05:12:41Z</dcterms:created>
  <dcterms:modified xsi:type="dcterms:W3CDTF">2026-08-06T13:18:43Z</dcterms:modified>
</cp:coreProperties>
</file>