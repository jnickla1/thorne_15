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9" r:id="rId2"/>
  </p:sldIdLst>
  <p:sldSz cx="10515600" cy="143208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5200"/>
    <a:srgbClr val="BBBBB9"/>
    <a:srgbClr val="9B9C97"/>
    <a:srgbClr val="AAABA6"/>
    <a:srgbClr val="808080"/>
    <a:srgbClr val="938F8B"/>
    <a:srgbClr val="91999F"/>
    <a:srgbClr val="3A6287"/>
    <a:srgbClr val="ECDBC9"/>
    <a:srgbClr val="7983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395"/>
    <p:restoredTop sz="96327"/>
  </p:normalViewPr>
  <p:slideViewPr>
    <p:cSldViewPr snapToGrid="0">
      <p:cViewPr>
        <p:scale>
          <a:sx n="75" d="100"/>
          <a:sy n="75" d="100"/>
        </p:scale>
        <p:origin x="348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1900" y="5387342"/>
            <a:ext cx="4274820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500" y="17289782"/>
            <a:ext cx="377190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6349B-033D-F544-9B2B-DA796A3C1F03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3B04D-CC56-FA44-A878-AE2FB2627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901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6349B-033D-F544-9B2B-DA796A3C1F03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3B04D-CC56-FA44-A878-AE2FB2627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304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1384" y="8206749"/>
            <a:ext cx="4337685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1384" y="22029429"/>
            <a:ext cx="4337685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/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6349B-033D-F544-9B2B-DA796A3C1F03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3B04D-CC56-FA44-A878-AE2FB2627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74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57575" y="8763000"/>
            <a:ext cx="2137410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460325" y="8763000"/>
            <a:ext cx="2137410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6349B-033D-F544-9B2B-DA796A3C1F03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3B04D-CC56-FA44-A878-AE2FB2627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147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26" y="1752607"/>
            <a:ext cx="4337685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4131" y="8069582"/>
            <a:ext cx="21275870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64131" y="12024360"/>
            <a:ext cx="21275870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460328" y="8069582"/>
            <a:ext cx="21380651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460328" y="12024360"/>
            <a:ext cx="21380651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6349B-033D-F544-9B2B-DA796A3C1F03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3B04D-CC56-FA44-A878-AE2FB2627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45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6349B-033D-F544-9B2B-DA796A3C1F03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3B04D-CC56-FA44-A878-AE2FB2627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142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6349B-033D-F544-9B2B-DA796A3C1F03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3B04D-CC56-FA44-A878-AE2FB2627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348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26" y="2194560"/>
            <a:ext cx="16220479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80651" y="4739647"/>
            <a:ext cx="25460325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64126" y="9875520"/>
            <a:ext cx="16220479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6349B-033D-F544-9B2B-DA796A3C1F03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3B04D-CC56-FA44-A878-AE2FB2627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863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26" y="2194560"/>
            <a:ext cx="16220479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380651" y="4739647"/>
            <a:ext cx="25460325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64126" y="9875520"/>
            <a:ext cx="16220479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6349B-033D-F544-9B2B-DA796A3C1F03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3B04D-CC56-FA44-A878-AE2FB2627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402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6349B-033D-F544-9B2B-DA796A3C1F03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3B04D-CC56-FA44-A878-AE2FB2627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283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5990215" y="1752600"/>
            <a:ext cx="10844213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57578" y="1752600"/>
            <a:ext cx="31903988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6349B-033D-F544-9B2B-DA796A3C1F03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3B04D-CC56-FA44-A878-AE2FB2627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942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57575" y="1752607"/>
            <a:ext cx="4337685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7575" y="8763000"/>
            <a:ext cx="4337685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57575" y="30510487"/>
            <a:ext cx="1131570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E6349B-033D-F544-9B2B-DA796A3C1F03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59225" y="30510487"/>
            <a:ext cx="1697355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18725" y="30510487"/>
            <a:ext cx="1131570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D3B04D-CC56-FA44-A878-AE2FB2627B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727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" y="137160"/>
            <a:ext cx="914400" cy="27432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Helvetica Neue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"/>
            <a:ext cx="4572000" cy="27432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Helvetica Neue"/>
              </a:rPr>
              <a:t>Forced response (dynamics)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57800" y="137160"/>
            <a:ext cx="1783080" cy="27432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Helvetica Neue"/>
              </a:rPr>
              <a:t>Internal variability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137160"/>
            <a:ext cx="3200400" cy="27432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Helvetica Neue"/>
              </a:rPr>
              <a:t>Observational constraint (statistics)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7160" y="466344"/>
            <a:ext cx="1024128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137160" y="667512"/>
            <a:ext cx="960120" cy="27432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Helvetica Neue"/>
              </a:rPr>
              <a:t>Linear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" y="941832"/>
            <a:ext cx="960120" cy="20116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  <a:latin typeface="Helvetica Neue"/>
              </a:rPr>
              <a:t>Sect. 4.4.1</a:t>
            </a:r>
          </a:p>
        </p:txBody>
      </p:sp>
      <p:grpSp>
        <p:nvGrpSpPr>
          <p:cNvPr id="5001" name="v3b Linear"/>
          <p:cNvGrpSpPr/>
          <p:nvPr/>
        </p:nvGrpSpPr>
        <p:grpSpPr>
          <a:xfrm>
            <a:off x="1325880" y="1111341"/>
            <a:ext cx="2305184" cy="538805"/>
            <a:chOff x="14571809" y="2523365"/>
            <a:chExt cx="7436078" cy="1738081"/>
          </a:xfrm>
        </p:grpSpPr>
        <p:sp>
          <p:nvSpPr>
            <p:cNvPr id="5002" name="Rectangle">
              <a:extLst>
                <a:ext uri="{FF2B5EF4-FFF2-40B4-BE49-F238E27FC236}">
                  <a16:creationId xmlns:a16="http://schemas.microsoft.com/office/drawing/2014/main" id="{3887C8F9-7CEE-2A64-EFD3-5D5472DF335C}"/>
                </a:ext>
              </a:extLst>
            </p:cNvPr>
            <p:cNvSpPr/>
            <p:nvPr/>
          </p:nvSpPr>
          <p:spPr>
            <a:xfrm>
              <a:off x="14571809" y="4201124"/>
              <a:ext cx="7436078" cy="60322"/>
            </a:xfrm>
            <a:prstGeom prst="rect">
              <a:avLst/>
            </a:prstGeom>
            <a:ln w="19685">
              <a:solidFill>
                <a:srgbClr val="000000"/>
              </a:solidFill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003" name="Line">
              <a:extLst>
                <a:ext uri="{FF2B5EF4-FFF2-40B4-BE49-F238E27FC236}">
                  <a16:creationId xmlns:a16="http://schemas.microsoft.com/office/drawing/2014/main" id="{8C0545D1-13C6-429C-A6B3-B07EEDB289FC}"/>
                </a:ext>
              </a:extLst>
            </p:cNvPr>
            <p:cNvSpPr/>
            <p:nvPr/>
          </p:nvSpPr>
          <p:spPr>
            <a:xfrm>
              <a:off x="18070650" y="3493407"/>
              <a:ext cx="157379" cy="659369"/>
            </a:xfrm>
            <a:prstGeom prst="line">
              <a:avLst/>
            </a:prstGeom>
            <a:ln w="23622">
              <a:solidFill>
                <a:schemeClr val="accent2"/>
              </a:solidFill>
              <a:miter lim="400000"/>
              <a:tailEnd type="triangle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004" name="Gear">
              <a:extLst>
                <a:ext uri="{FF2B5EF4-FFF2-40B4-BE49-F238E27FC236}">
                  <a16:creationId xmlns:a16="http://schemas.microsoft.com/office/drawing/2014/main" id="{CC6A3F09-F3A5-DFFA-ECC1-24BFE6F78D5B}"/>
                </a:ext>
              </a:extLst>
            </p:cNvPr>
            <p:cNvSpPr/>
            <p:nvPr/>
          </p:nvSpPr>
          <p:spPr>
            <a:xfrm>
              <a:off x="17755836" y="2973699"/>
              <a:ext cx="637759" cy="6349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9" extrusionOk="0">
                  <a:moveTo>
                    <a:pt x="9384" y="0"/>
                  </a:moveTo>
                  <a:cubicBezTo>
                    <a:pt x="9373" y="0"/>
                    <a:pt x="9237" y="27"/>
                    <a:pt x="9075" y="54"/>
                  </a:cubicBezTo>
                  <a:lnTo>
                    <a:pt x="7468" y="445"/>
                  </a:lnTo>
                  <a:cubicBezTo>
                    <a:pt x="7312" y="494"/>
                    <a:pt x="7177" y="531"/>
                    <a:pt x="7166" y="537"/>
                  </a:cubicBezTo>
                  <a:cubicBezTo>
                    <a:pt x="7161" y="542"/>
                    <a:pt x="7154" y="677"/>
                    <a:pt x="7154" y="840"/>
                  </a:cubicBezTo>
                  <a:lnTo>
                    <a:pt x="7166" y="1761"/>
                  </a:lnTo>
                  <a:cubicBezTo>
                    <a:pt x="7166" y="1924"/>
                    <a:pt x="7047" y="2119"/>
                    <a:pt x="6902" y="2190"/>
                  </a:cubicBezTo>
                  <a:lnTo>
                    <a:pt x="6151" y="2574"/>
                  </a:lnTo>
                  <a:cubicBezTo>
                    <a:pt x="6006" y="2655"/>
                    <a:pt x="5778" y="2644"/>
                    <a:pt x="5649" y="2547"/>
                  </a:cubicBezTo>
                  <a:lnTo>
                    <a:pt x="4900" y="2010"/>
                  </a:lnTo>
                  <a:cubicBezTo>
                    <a:pt x="4765" y="1913"/>
                    <a:pt x="4651" y="1842"/>
                    <a:pt x="4645" y="1848"/>
                  </a:cubicBezTo>
                  <a:cubicBezTo>
                    <a:pt x="4640" y="1853"/>
                    <a:pt x="4527" y="1941"/>
                    <a:pt x="4398" y="2044"/>
                  </a:cubicBezTo>
                  <a:lnTo>
                    <a:pt x="3162" y="3116"/>
                  </a:lnTo>
                  <a:cubicBezTo>
                    <a:pt x="3043" y="3230"/>
                    <a:pt x="2941" y="3327"/>
                    <a:pt x="2936" y="3333"/>
                  </a:cubicBezTo>
                  <a:cubicBezTo>
                    <a:pt x="2930" y="3338"/>
                    <a:pt x="2990" y="3462"/>
                    <a:pt x="3065" y="3609"/>
                  </a:cubicBezTo>
                  <a:lnTo>
                    <a:pt x="3490" y="4401"/>
                  </a:lnTo>
                  <a:cubicBezTo>
                    <a:pt x="3566" y="4548"/>
                    <a:pt x="3551" y="4769"/>
                    <a:pt x="3448" y="4899"/>
                  </a:cubicBezTo>
                  <a:lnTo>
                    <a:pt x="2909" y="5648"/>
                  </a:lnTo>
                  <a:cubicBezTo>
                    <a:pt x="2817" y="5783"/>
                    <a:pt x="2612" y="5879"/>
                    <a:pt x="2450" y="5858"/>
                  </a:cubicBezTo>
                  <a:lnTo>
                    <a:pt x="1548" y="5739"/>
                  </a:lnTo>
                  <a:cubicBezTo>
                    <a:pt x="1386" y="5717"/>
                    <a:pt x="1251" y="5707"/>
                    <a:pt x="1246" y="5712"/>
                  </a:cubicBezTo>
                  <a:cubicBezTo>
                    <a:pt x="1241" y="5717"/>
                    <a:pt x="1181" y="5848"/>
                    <a:pt x="1111" y="6000"/>
                  </a:cubicBezTo>
                  <a:lnTo>
                    <a:pt x="518" y="7483"/>
                  </a:lnTo>
                  <a:cubicBezTo>
                    <a:pt x="464" y="7640"/>
                    <a:pt x="420" y="7776"/>
                    <a:pt x="415" y="7781"/>
                  </a:cubicBezTo>
                  <a:cubicBezTo>
                    <a:pt x="415" y="7792"/>
                    <a:pt x="523" y="7874"/>
                    <a:pt x="658" y="7966"/>
                  </a:cubicBezTo>
                  <a:lnTo>
                    <a:pt x="1381" y="8454"/>
                  </a:lnTo>
                  <a:cubicBezTo>
                    <a:pt x="1516" y="8546"/>
                    <a:pt x="1602" y="8752"/>
                    <a:pt x="1570" y="8914"/>
                  </a:cubicBezTo>
                  <a:lnTo>
                    <a:pt x="1420" y="9944"/>
                  </a:lnTo>
                  <a:cubicBezTo>
                    <a:pt x="1404" y="10106"/>
                    <a:pt x="1263" y="10291"/>
                    <a:pt x="1106" y="10345"/>
                  </a:cubicBezTo>
                  <a:lnTo>
                    <a:pt x="280" y="10648"/>
                  </a:lnTo>
                  <a:cubicBezTo>
                    <a:pt x="123" y="10702"/>
                    <a:pt x="0" y="10758"/>
                    <a:pt x="0" y="10769"/>
                  </a:cubicBezTo>
                  <a:cubicBezTo>
                    <a:pt x="0" y="10779"/>
                    <a:pt x="6" y="10919"/>
                    <a:pt x="17" y="11082"/>
                  </a:cubicBezTo>
                  <a:lnTo>
                    <a:pt x="167" y="12626"/>
                  </a:lnTo>
                  <a:cubicBezTo>
                    <a:pt x="194" y="12789"/>
                    <a:pt x="210" y="12930"/>
                    <a:pt x="216" y="12941"/>
                  </a:cubicBezTo>
                  <a:cubicBezTo>
                    <a:pt x="216" y="12952"/>
                    <a:pt x="350" y="12974"/>
                    <a:pt x="518" y="12990"/>
                  </a:cubicBezTo>
                  <a:lnTo>
                    <a:pt x="1354" y="13082"/>
                  </a:lnTo>
                  <a:cubicBezTo>
                    <a:pt x="1516" y="13098"/>
                    <a:pt x="1688" y="13245"/>
                    <a:pt x="1737" y="13402"/>
                  </a:cubicBezTo>
                  <a:lnTo>
                    <a:pt x="2121" y="14501"/>
                  </a:lnTo>
                  <a:cubicBezTo>
                    <a:pt x="2181" y="14653"/>
                    <a:pt x="2142" y="14881"/>
                    <a:pt x="2028" y="15000"/>
                  </a:cubicBezTo>
                  <a:lnTo>
                    <a:pt x="1457" y="15624"/>
                  </a:lnTo>
                  <a:cubicBezTo>
                    <a:pt x="1349" y="15743"/>
                    <a:pt x="1258" y="15850"/>
                    <a:pt x="1263" y="15856"/>
                  </a:cubicBezTo>
                  <a:cubicBezTo>
                    <a:pt x="1268" y="15861"/>
                    <a:pt x="1338" y="15986"/>
                    <a:pt x="1425" y="16127"/>
                  </a:cubicBezTo>
                  <a:lnTo>
                    <a:pt x="2256" y="17380"/>
                  </a:lnTo>
                  <a:cubicBezTo>
                    <a:pt x="2353" y="17510"/>
                    <a:pt x="2440" y="17623"/>
                    <a:pt x="2445" y="17634"/>
                  </a:cubicBezTo>
                  <a:cubicBezTo>
                    <a:pt x="2450" y="17639"/>
                    <a:pt x="2579" y="17595"/>
                    <a:pt x="2730" y="17535"/>
                  </a:cubicBezTo>
                  <a:lnTo>
                    <a:pt x="3490" y="17232"/>
                  </a:lnTo>
                  <a:cubicBezTo>
                    <a:pt x="3641" y="17173"/>
                    <a:pt x="3863" y="17216"/>
                    <a:pt x="3976" y="17336"/>
                  </a:cubicBezTo>
                  <a:lnTo>
                    <a:pt x="4905" y="18192"/>
                  </a:lnTo>
                  <a:cubicBezTo>
                    <a:pt x="5029" y="18295"/>
                    <a:pt x="5100" y="18511"/>
                    <a:pt x="5062" y="18673"/>
                  </a:cubicBezTo>
                  <a:lnTo>
                    <a:pt x="4851" y="19476"/>
                  </a:lnTo>
                  <a:cubicBezTo>
                    <a:pt x="4808" y="19633"/>
                    <a:pt x="4780" y="19769"/>
                    <a:pt x="4785" y="19774"/>
                  </a:cubicBezTo>
                  <a:cubicBezTo>
                    <a:pt x="4791" y="19780"/>
                    <a:pt x="4915" y="19850"/>
                    <a:pt x="5055" y="19937"/>
                  </a:cubicBezTo>
                  <a:lnTo>
                    <a:pt x="6345" y="20631"/>
                  </a:lnTo>
                  <a:cubicBezTo>
                    <a:pt x="6491" y="20701"/>
                    <a:pt x="6621" y="20761"/>
                    <a:pt x="6632" y="20766"/>
                  </a:cubicBezTo>
                  <a:cubicBezTo>
                    <a:pt x="6637" y="20772"/>
                    <a:pt x="6735" y="20668"/>
                    <a:pt x="6843" y="20543"/>
                  </a:cubicBezTo>
                  <a:lnTo>
                    <a:pt x="7370" y="19932"/>
                  </a:lnTo>
                  <a:cubicBezTo>
                    <a:pt x="7478" y="19807"/>
                    <a:pt x="7694" y="19742"/>
                    <a:pt x="7851" y="19791"/>
                  </a:cubicBezTo>
                  <a:lnTo>
                    <a:pt x="9136" y="20116"/>
                  </a:lnTo>
                  <a:cubicBezTo>
                    <a:pt x="9298" y="20149"/>
                    <a:pt x="9459" y="20306"/>
                    <a:pt x="9497" y="20468"/>
                  </a:cubicBezTo>
                  <a:lnTo>
                    <a:pt x="9680" y="21259"/>
                  </a:lnTo>
                  <a:cubicBezTo>
                    <a:pt x="9718" y="21422"/>
                    <a:pt x="9756" y="21552"/>
                    <a:pt x="9761" y="21552"/>
                  </a:cubicBezTo>
                  <a:cubicBezTo>
                    <a:pt x="9767" y="21552"/>
                    <a:pt x="9911" y="21562"/>
                    <a:pt x="10073" y="21573"/>
                  </a:cubicBezTo>
                  <a:lnTo>
                    <a:pt x="10500" y="21595"/>
                  </a:lnTo>
                  <a:cubicBezTo>
                    <a:pt x="10662" y="21600"/>
                    <a:pt x="10931" y="21600"/>
                    <a:pt x="11098" y="21595"/>
                  </a:cubicBezTo>
                  <a:lnTo>
                    <a:pt x="11525" y="21573"/>
                  </a:lnTo>
                  <a:cubicBezTo>
                    <a:pt x="11687" y="21562"/>
                    <a:pt x="11828" y="21552"/>
                    <a:pt x="11839" y="21552"/>
                  </a:cubicBezTo>
                  <a:cubicBezTo>
                    <a:pt x="11849" y="21552"/>
                    <a:pt x="11882" y="21416"/>
                    <a:pt x="11920" y="21259"/>
                  </a:cubicBezTo>
                  <a:lnTo>
                    <a:pt x="12103" y="20468"/>
                  </a:lnTo>
                  <a:cubicBezTo>
                    <a:pt x="12141" y="20306"/>
                    <a:pt x="12302" y="20149"/>
                    <a:pt x="12464" y="20116"/>
                  </a:cubicBezTo>
                  <a:lnTo>
                    <a:pt x="13749" y="19791"/>
                  </a:lnTo>
                  <a:cubicBezTo>
                    <a:pt x="13906" y="19742"/>
                    <a:pt x="14120" y="19807"/>
                    <a:pt x="14228" y="19932"/>
                  </a:cubicBezTo>
                  <a:lnTo>
                    <a:pt x="14757" y="20543"/>
                  </a:lnTo>
                  <a:cubicBezTo>
                    <a:pt x="14865" y="20668"/>
                    <a:pt x="14957" y="20767"/>
                    <a:pt x="14968" y="20766"/>
                  </a:cubicBezTo>
                  <a:cubicBezTo>
                    <a:pt x="14974" y="20761"/>
                    <a:pt x="15102" y="20701"/>
                    <a:pt x="15253" y="20631"/>
                  </a:cubicBezTo>
                  <a:lnTo>
                    <a:pt x="16543" y="19937"/>
                  </a:lnTo>
                  <a:cubicBezTo>
                    <a:pt x="16683" y="19850"/>
                    <a:pt x="16802" y="19780"/>
                    <a:pt x="16813" y="19774"/>
                  </a:cubicBezTo>
                  <a:cubicBezTo>
                    <a:pt x="16818" y="19769"/>
                    <a:pt x="16792" y="19633"/>
                    <a:pt x="16749" y="19476"/>
                  </a:cubicBezTo>
                  <a:lnTo>
                    <a:pt x="16538" y="18673"/>
                  </a:lnTo>
                  <a:cubicBezTo>
                    <a:pt x="16495" y="18516"/>
                    <a:pt x="16565" y="18301"/>
                    <a:pt x="16695" y="18192"/>
                  </a:cubicBezTo>
                  <a:lnTo>
                    <a:pt x="17622" y="17336"/>
                  </a:lnTo>
                  <a:cubicBezTo>
                    <a:pt x="17736" y="17216"/>
                    <a:pt x="17957" y="17173"/>
                    <a:pt x="18108" y="17232"/>
                  </a:cubicBezTo>
                  <a:lnTo>
                    <a:pt x="18868" y="17535"/>
                  </a:lnTo>
                  <a:cubicBezTo>
                    <a:pt x="19019" y="17595"/>
                    <a:pt x="19150" y="17639"/>
                    <a:pt x="19155" y="17634"/>
                  </a:cubicBezTo>
                  <a:cubicBezTo>
                    <a:pt x="19160" y="17628"/>
                    <a:pt x="19247" y="17515"/>
                    <a:pt x="19344" y="17380"/>
                  </a:cubicBezTo>
                  <a:lnTo>
                    <a:pt x="20175" y="16127"/>
                  </a:lnTo>
                  <a:cubicBezTo>
                    <a:pt x="20262" y="15986"/>
                    <a:pt x="20332" y="15861"/>
                    <a:pt x="20337" y="15856"/>
                  </a:cubicBezTo>
                  <a:cubicBezTo>
                    <a:pt x="20342" y="15850"/>
                    <a:pt x="20256" y="15743"/>
                    <a:pt x="20143" y="15624"/>
                  </a:cubicBezTo>
                  <a:lnTo>
                    <a:pt x="19570" y="14989"/>
                  </a:lnTo>
                  <a:cubicBezTo>
                    <a:pt x="19462" y="14869"/>
                    <a:pt x="19419" y="14642"/>
                    <a:pt x="19479" y="14491"/>
                  </a:cubicBezTo>
                  <a:lnTo>
                    <a:pt x="19862" y="13390"/>
                  </a:lnTo>
                  <a:cubicBezTo>
                    <a:pt x="19910" y="13233"/>
                    <a:pt x="20082" y="13088"/>
                    <a:pt x="20244" y="13072"/>
                  </a:cubicBezTo>
                  <a:lnTo>
                    <a:pt x="21081" y="12978"/>
                  </a:lnTo>
                  <a:cubicBezTo>
                    <a:pt x="21243" y="12962"/>
                    <a:pt x="21379" y="12940"/>
                    <a:pt x="21384" y="12929"/>
                  </a:cubicBezTo>
                  <a:cubicBezTo>
                    <a:pt x="21384" y="12918"/>
                    <a:pt x="21404" y="12784"/>
                    <a:pt x="21431" y="12616"/>
                  </a:cubicBezTo>
                  <a:lnTo>
                    <a:pt x="21583" y="11072"/>
                  </a:lnTo>
                  <a:cubicBezTo>
                    <a:pt x="21594" y="10909"/>
                    <a:pt x="21600" y="10767"/>
                    <a:pt x="21600" y="10757"/>
                  </a:cubicBezTo>
                  <a:cubicBezTo>
                    <a:pt x="21584" y="10757"/>
                    <a:pt x="21460" y="10702"/>
                    <a:pt x="21303" y="10648"/>
                  </a:cubicBezTo>
                  <a:lnTo>
                    <a:pt x="20477" y="10345"/>
                  </a:lnTo>
                  <a:cubicBezTo>
                    <a:pt x="20321" y="10291"/>
                    <a:pt x="20180" y="10106"/>
                    <a:pt x="20163" y="9944"/>
                  </a:cubicBezTo>
                  <a:lnTo>
                    <a:pt x="20013" y="8914"/>
                  </a:lnTo>
                  <a:cubicBezTo>
                    <a:pt x="19981" y="8752"/>
                    <a:pt x="20067" y="8546"/>
                    <a:pt x="20202" y="8454"/>
                  </a:cubicBezTo>
                  <a:lnTo>
                    <a:pt x="20926" y="7966"/>
                  </a:lnTo>
                  <a:cubicBezTo>
                    <a:pt x="21060" y="7874"/>
                    <a:pt x="21174" y="7792"/>
                    <a:pt x="21168" y="7781"/>
                  </a:cubicBezTo>
                  <a:cubicBezTo>
                    <a:pt x="21168" y="7770"/>
                    <a:pt x="21119" y="7640"/>
                    <a:pt x="21065" y="7483"/>
                  </a:cubicBezTo>
                  <a:lnTo>
                    <a:pt x="20472" y="6000"/>
                  </a:lnTo>
                  <a:cubicBezTo>
                    <a:pt x="20402" y="5848"/>
                    <a:pt x="20342" y="5723"/>
                    <a:pt x="20337" y="5712"/>
                  </a:cubicBezTo>
                  <a:cubicBezTo>
                    <a:pt x="20332" y="5701"/>
                    <a:pt x="20197" y="5717"/>
                    <a:pt x="20035" y="5739"/>
                  </a:cubicBezTo>
                  <a:lnTo>
                    <a:pt x="19133" y="5858"/>
                  </a:lnTo>
                  <a:cubicBezTo>
                    <a:pt x="18971" y="5879"/>
                    <a:pt x="18761" y="5788"/>
                    <a:pt x="18674" y="5648"/>
                  </a:cubicBezTo>
                  <a:lnTo>
                    <a:pt x="18135" y="4899"/>
                  </a:lnTo>
                  <a:cubicBezTo>
                    <a:pt x="18032" y="4769"/>
                    <a:pt x="18017" y="4548"/>
                    <a:pt x="18093" y="4401"/>
                  </a:cubicBezTo>
                  <a:lnTo>
                    <a:pt x="18518" y="3609"/>
                  </a:lnTo>
                  <a:cubicBezTo>
                    <a:pt x="18593" y="3462"/>
                    <a:pt x="18653" y="3338"/>
                    <a:pt x="18647" y="3333"/>
                  </a:cubicBezTo>
                  <a:cubicBezTo>
                    <a:pt x="18642" y="3327"/>
                    <a:pt x="18540" y="3230"/>
                    <a:pt x="18422" y="3116"/>
                  </a:cubicBezTo>
                  <a:lnTo>
                    <a:pt x="17186" y="2044"/>
                  </a:lnTo>
                  <a:cubicBezTo>
                    <a:pt x="17056" y="1941"/>
                    <a:pt x="16943" y="1853"/>
                    <a:pt x="16938" y="1848"/>
                  </a:cubicBezTo>
                  <a:cubicBezTo>
                    <a:pt x="16932" y="1842"/>
                    <a:pt x="16813" y="1918"/>
                    <a:pt x="16683" y="2010"/>
                  </a:cubicBezTo>
                  <a:lnTo>
                    <a:pt x="15934" y="2547"/>
                  </a:lnTo>
                  <a:cubicBezTo>
                    <a:pt x="15800" y="2644"/>
                    <a:pt x="15572" y="2655"/>
                    <a:pt x="15432" y="2574"/>
                  </a:cubicBezTo>
                  <a:lnTo>
                    <a:pt x="14682" y="2190"/>
                  </a:lnTo>
                  <a:cubicBezTo>
                    <a:pt x="14531" y="2119"/>
                    <a:pt x="14411" y="1929"/>
                    <a:pt x="14417" y="1761"/>
                  </a:cubicBezTo>
                  <a:lnTo>
                    <a:pt x="14429" y="840"/>
                  </a:lnTo>
                  <a:cubicBezTo>
                    <a:pt x="14429" y="677"/>
                    <a:pt x="14428" y="537"/>
                    <a:pt x="14417" y="537"/>
                  </a:cubicBezTo>
                  <a:cubicBezTo>
                    <a:pt x="14411" y="531"/>
                    <a:pt x="14272" y="494"/>
                    <a:pt x="14115" y="445"/>
                  </a:cubicBezTo>
                  <a:lnTo>
                    <a:pt x="12508" y="54"/>
                  </a:lnTo>
                  <a:cubicBezTo>
                    <a:pt x="12346" y="22"/>
                    <a:pt x="12205" y="0"/>
                    <a:pt x="12200" y="0"/>
                  </a:cubicBezTo>
                  <a:cubicBezTo>
                    <a:pt x="12189" y="0"/>
                    <a:pt x="12125" y="120"/>
                    <a:pt x="12049" y="266"/>
                  </a:cubicBezTo>
                  <a:lnTo>
                    <a:pt x="11628" y="1096"/>
                  </a:lnTo>
                  <a:cubicBezTo>
                    <a:pt x="11552" y="1242"/>
                    <a:pt x="11358" y="1355"/>
                    <a:pt x="11196" y="1350"/>
                  </a:cubicBezTo>
                  <a:lnTo>
                    <a:pt x="10387" y="1350"/>
                  </a:lnTo>
                  <a:cubicBezTo>
                    <a:pt x="10225" y="1355"/>
                    <a:pt x="10025" y="1242"/>
                    <a:pt x="9955" y="1096"/>
                  </a:cubicBezTo>
                  <a:lnTo>
                    <a:pt x="9534" y="266"/>
                  </a:lnTo>
                  <a:cubicBezTo>
                    <a:pt x="9458" y="120"/>
                    <a:pt x="9394" y="0"/>
                    <a:pt x="9384" y="0"/>
                  </a:cubicBezTo>
                  <a:close/>
                  <a:moveTo>
                    <a:pt x="10792" y="5820"/>
                  </a:moveTo>
                  <a:cubicBezTo>
                    <a:pt x="13533" y="5820"/>
                    <a:pt x="15761" y="8053"/>
                    <a:pt x="15761" y="10811"/>
                  </a:cubicBezTo>
                  <a:cubicBezTo>
                    <a:pt x="15761" y="13569"/>
                    <a:pt x="13533" y="15801"/>
                    <a:pt x="10792" y="15801"/>
                  </a:cubicBezTo>
                  <a:cubicBezTo>
                    <a:pt x="8051" y="15801"/>
                    <a:pt x="5822" y="13569"/>
                    <a:pt x="5822" y="10811"/>
                  </a:cubicBezTo>
                  <a:cubicBezTo>
                    <a:pt x="5822" y="8053"/>
                    <a:pt x="8045" y="5820"/>
                    <a:pt x="10792" y="5820"/>
                  </a:cubicBezTo>
                  <a:close/>
                  <a:moveTo>
                    <a:pt x="10792" y="7592"/>
                  </a:moveTo>
                  <a:cubicBezTo>
                    <a:pt x="9016" y="7592"/>
                    <a:pt x="7581" y="9033"/>
                    <a:pt x="7581" y="10816"/>
                  </a:cubicBezTo>
                  <a:cubicBezTo>
                    <a:pt x="7581" y="12593"/>
                    <a:pt x="9016" y="14040"/>
                    <a:pt x="10792" y="14040"/>
                  </a:cubicBezTo>
                  <a:cubicBezTo>
                    <a:pt x="12567" y="14040"/>
                    <a:pt x="14002" y="12599"/>
                    <a:pt x="14002" y="10816"/>
                  </a:cubicBezTo>
                  <a:cubicBezTo>
                    <a:pt x="14002" y="9033"/>
                    <a:pt x="12567" y="7592"/>
                    <a:pt x="10792" y="7592"/>
                  </a:cubicBezTo>
                  <a:close/>
                </a:path>
              </a:pathLst>
            </a:custGeom>
            <a:solidFill>
              <a:srgbClr val="000000"/>
            </a:solidFill>
            <a:ln w="3937"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005" name="Rectangle 228">
              <a:extLst>
                <a:ext uri="{FF2B5EF4-FFF2-40B4-BE49-F238E27FC236}">
                  <a16:creationId xmlns:a16="http://schemas.microsoft.com/office/drawing/2014/main" id="{B01246A3-DE6E-F1A9-B3AA-783FF925430C}"/>
                </a:ext>
              </a:extLst>
            </p:cNvPr>
            <p:cNvSpPr/>
            <p:nvPr/>
          </p:nvSpPr>
          <p:spPr>
            <a:xfrm>
              <a:off x="16107290" y="2523365"/>
              <a:ext cx="2845579" cy="447559"/>
            </a:xfrm>
            <a:prstGeom prst="rect">
              <a:avLst/>
            </a:prstGeom>
            <a:solidFill>
              <a:schemeClr val="lt1">
                <a:alpha val="54000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lIns="28346" tIns="14173" rIns="28346" bIns="14173" rtlCol="0" anchor="ctr"/>
            <a:lstStyle/>
            <a:p>
              <a:pPr algn="ctr"/>
              <a:r>
                <a:rPr lang="en-US" sz="892" dirty="0"/>
                <a:t>linear [CO</a:t>
              </a:r>
              <a:r>
                <a:rPr lang="en-US" sz="892" baseline="-25000" dirty="0"/>
                <a:t>2</a:t>
              </a:r>
              <a:r>
                <a:rPr lang="en-US" sz="892" dirty="0"/>
                <a:t>]</a:t>
              </a:r>
            </a:p>
          </p:txBody>
        </p:sp>
        <p:cxnSp>
          <p:nvCxnSpPr>
            <p:cNvPr id="5006" name="Straight Connector 230">
              <a:extLst>
                <a:ext uri="{FF2B5EF4-FFF2-40B4-BE49-F238E27FC236}">
                  <a16:creationId xmlns:a16="http://schemas.microsoft.com/office/drawing/2014/main" id="{C7510FBA-E11B-BE81-2F63-9A277FC0DDB7}"/>
                </a:ext>
              </a:extLst>
            </p:cNvPr>
            <p:cNvCxnSpPr>
              <a:cxnSpLocks/>
            </p:cNvCxnSpPr>
            <p:nvPr/>
          </p:nvCxnSpPr>
          <p:spPr>
            <a:xfrm>
              <a:off x="17110555" y="3267604"/>
              <a:ext cx="1760116" cy="0"/>
            </a:xfrm>
            <a:prstGeom prst="line">
              <a:avLst/>
            </a:prstGeom>
            <a:ln w="20669" cmpd="tri">
              <a:solidFill>
                <a:srgbClr val="9452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07" name="Oval 221">
              <a:extLst>
                <a:ext uri="{FF2B5EF4-FFF2-40B4-BE49-F238E27FC236}">
                  <a16:creationId xmlns:a16="http://schemas.microsoft.com/office/drawing/2014/main" id="{4A0660C1-AE09-19C5-D675-CA7BA109F1DF}"/>
                </a:ext>
              </a:extLst>
            </p:cNvPr>
            <p:cNvSpPr/>
            <p:nvPr/>
          </p:nvSpPr>
          <p:spPr>
            <a:xfrm>
              <a:off x="17834700" y="3046520"/>
              <a:ext cx="484610" cy="485463"/>
            </a:xfrm>
            <a:prstGeom prst="ellipse">
              <a:avLst/>
            </a:prstGeom>
            <a:noFill/>
            <a:ln w="2559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28346" tIns="14173" rIns="28346" bIns="14173"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008" name="Connector 5007"/>
          <p:cNvCxnSpPr/>
          <p:nvPr/>
        </p:nvCxnSpPr>
        <p:spPr>
          <a:xfrm>
            <a:off x="5276088" y="1106424"/>
            <a:ext cx="1600200" cy="0"/>
          </a:xfrm>
          <a:prstGeom prst="line">
            <a:avLst/>
          </a:prstGeom>
          <a:ln w="6350">
            <a:solidFill>
              <a:srgbClr val="BFBFBF"/>
            </a:solidFill>
          </a:ln>
        </p:spPr>
      </p:cxnSp>
      <p:sp>
        <p:nvSpPr>
          <p:cNvPr id="9" name="Freeform 8"/>
          <p:cNvSpPr/>
          <p:nvPr/>
        </p:nvSpPr>
        <p:spPr>
          <a:xfrm>
            <a:off x="5276088" y="966452"/>
            <a:ext cx="1600200" cy="268195"/>
          </a:xfrm>
          <a:custGeom>
            <a:avLst/>
            <a:gdLst/>
            <a:ahLst/>
            <a:cxnLst/>
            <a:rect l="l" t="t" r="r" b="b"/>
            <a:pathLst>
              <a:path w="1600200" h="268195">
                <a:moveTo>
                  <a:pt x="0" y="134823"/>
                </a:moveTo>
                <a:lnTo>
                  <a:pt x="64008" y="184489"/>
                </a:lnTo>
                <a:lnTo>
                  <a:pt x="128015" y="172969"/>
                </a:lnTo>
                <a:lnTo>
                  <a:pt x="192024" y="27120"/>
                </a:lnTo>
                <a:lnTo>
                  <a:pt x="256032" y="30744"/>
                </a:lnTo>
                <a:lnTo>
                  <a:pt x="320039" y="207858"/>
                </a:lnTo>
                <a:lnTo>
                  <a:pt x="384048" y="171737"/>
                </a:lnTo>
                <a:lnTo>
                  <a:pt x="448056" y="200788"/>
                </a:lnTo>
                <a:lnTo>
                  <a:pt x="512064" y="156479"/>
                </a:lnTo>
                <a:lnTo>
                  <a:pt x="576071" y="268195"/>
                </a:lnTo>
                <a:lnTo>
                  <a:pt x="640080" y="183086"/>
                </a:lnTo>
                <a:lnTo>
                  <a:pt x="704087" y="141018"/>
                </a:lnTo>
                <a:lnTo>
                  <a:pt x="768095" y="17858"/>
                </a:lnTo>
                <a:lnTo>
                  <a:pt x="832104" y="52212"/>
                </a:lnTo>
                <a:lnTo>
                  <a:pt x="896112" y="54614"/>
                </a:lnTo>
                <a:lnTo>
                  <a:pt x="960119" y="208494"/>
                </a:lnTo>
                <a:lnTo>
                  <a:pt x="1024128" y="0"/>
                </a:lnTo>
                <a:lnTo>
                  <a:pt x="1088135" y="213384"/>
                </a:lnTo>
                <a:lnTo>
                  <a:pt x="1152143" y="90146"/>
                </a:lnTo>
                <a:lnTo>
                  <a:pt x="1216152" y="137623"/>
                </a:lnTo>
                <a:lnTo>
                  <a:pt x="1280160" y="203328"/>
                </a:lnTo>
                <a:lnTo>
                  <a:pt x="1344167" y="219084"/>
                </a:lnTo>
                <a:lnTo>
                  <a:pt x="1408176" y="228161"/>
                </a:lnTo>
                <a:lnTo>
                  <a:pt x="1472184" y="152521"/>
                </a:lnTo>
                <a:lnTo>
                  <a:pt x="1536191" y="152059"/>
                </a:lnTo>
                <a:lnTo>
                  <a:pt x="1600200" y="30469"/>
                </a:lnTo>
              </a:path>
            </a:pathLst>
          </a:custGeom>
          <a:noFill/>
          <a:ln w="11430">
            <a:solidFill>
              <a:srgbClr val="808080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09" name="Oval 5008"/>
          <p:cNvSpPr/>
          <p:nvPr/>
        </p:nvSpPr>
        <p:spPr>
          <a:xfrm>
            <a:off x="5255971" y="1081158"/>
            <a:ext cx="40233" cy="40233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10" name="Oval 5009"/>
          <p:cNvSpPr/>
          <p:nvPr/>
        </p:nvSpPr>
        <p:spPr>
          <a:xfrm>
            <a:off x="5319979" y="1130824"/>
            <a:ext cx="40233" cy="40233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11" name="Oval 5010"/>
          <p:cNvSpPr/>
          <p:nvPr/>
        </p:nvSpPr>
        <p:spPr>
          <a:xfrm>
            <a:off x="5383987" y="1119305"/>
            <a:ext cx="40233" cy="40233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12" name="Oval 5011"/>
          <p:cNvSpPr/>
          <p:nvPr/>
        </p:nvSpPr>
        <p:spPr>
          <a:xfrm>
            <a:off x="5447995" y="973455"/>
            <a:ext cx="40233" cy="40233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13" name="Oval 5012"/>
          <p:cNvSpPr/>
          <p:nvPr/>
        </p:nvSpPr>
        <p:spPr>
          <a:xfrm>
            <a:off x="5512003" y="977080"/>
            <a:ext cx="40233" cy="40233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14" name="Oval 5013"/>
          <p:cNvSpPr/>
          <p:nvPr/>
        </p:nvSpPr>
        <p:spPr>
          <a:xfrm>
            <a:off x="5576011" y="1154193"/>
            <a:ext cx="40233" cy="40233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15" name="Oval 5014"/>
          <p:cNvSpPr/>
          <p:nvPr/>
        </p:nvSpPr>
        <p:spPr>
          <a:xfrm>
            <a:off x="5640019" y="1118072"/>
            <a:ext cx="40233" cy="40233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16" name="Oval 5015"/>
          <p:cNvSpPr/>
          <p:nvPr/>
        </p:nvSpPr>
        <p:spPr>
          <a:xfrm>
            <a:off x="5704027" y="1147123"/>
            <a:ext cx="40233" cy="40233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17" name="Oval 5016"/>
          <p:cNvSpPr/>
          <p:nvPr/>
        </p:nvSpPr>
        <p:spPr>
          <a:xfrm>
            <a:off x="5768035" y="1102815"/>
            <a:ext cx="40233" cy="40233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18" name="Oval 5017"/>
          <p:cNvSpPr/>
          <p:nvPr/>
        </p:nvSpPr>
        <p:spPr>
          <a:xfrm>
            <a:off x="5832043" y="1214530"/>
            <a:ext cx="40233" cy="40233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19" name="Oval 5018"/>
          <p:cNvSpPr/>
          <p:nvPr/>
        </p:nvSpPr>
        <p:spPr>
          <a:xfrm>
            <a:off x="5896051" y="1129421"/>
            <a:ext cx="40233" cy="40233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20" name="Oval 5019"/>
          <p:cNvSpPr/>
          <p:nvPr/>
        </p:nvSpPr>
        <p:spPr>
          <a:xfrm>
            <a:off x="5960059" y="1087353"/>
            <a:ext cx="40233" cy="40233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21" name="Oval 5020"/>
          <p:cNvSpPr/>
          <p:nvPr/>
        </p:nvSpPr>
        <p:spPr>
          <a:xfrm>
            <a:off x="6024067" y="964193"/>
            <a:ext cx="40233" cy="40233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22" name="Oval 5021"/>
          <p:cNvSpPr/>
          <p:nvPr/>
        </p:nvSpPr>
        <p:spPr>
          <a:xfrm>
            <a:off x="6088075" y="998547"/>
            <a:ext cx="40233" cy="40233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23" name="Oval 5022"/>
          <p:cNvSpPr/>
          <p:nvPr/>
        </p:nvSpPr>
        <p:spPr>
          <a:xfrm>
            <a:off x="6152083" y="1000949"/>
            <a:ext cx="40233" cy="40233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24" name="Oval 5023"/>
          <p:cNvSpPr/>
          <p:nvPr/>
        </p:nvSpPr>
        <p:spPr>
          <a:xfrm>
            <a:off x="6216091" y="1154829"/>
            <a:ext cx="40233" cy="40233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25" name="Oval 5024"/>
          <p:cNvSpPr/>
          <p:nvPr/>
        </p:nvSpPr>
        <p:spPr>
          <a:xfrm>
            <a:off x="6280099" y="946335"/>
            <a:ext cx="40233" cy="40233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26" name="Oval 5025"/>
          <p:cNvSpPr/>
          <p:nvPr/>
        </p:nvSpPr>
        <p:spPr>
          <a:xfrm>
            <a:off x="6344107" y="1159719"/>
            <a:ext cx="40233" cy="40233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27" name="Oval 5026"/>
          <p:cNvSpPr/>
          <p:nvPr/>
        </p:nvSpPr>
        <p:spPr>
          <a:xfrm>
            <a:off x="6408115" y="1036481"/>
            <a:ext cx="40233" cy="40233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28" name="Oval 5027"/>
          <p:cNvSpPr/>
          <p:nvPr/>
        </p:nvSpPr>
        <p:spPr>
          <a:xfrm>
            <a:off x="6472123" y="1083958"/>
            <a:ext cx="40233" cy="40233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29" name="Oval 5028"/>
          <p:cNvSpPr/>
          <p:nvPr/>
        </p:nvSpPr>
        <p:spPr>
          <a:xfrm>
            <a:off x="6536131" y="1149663"/>
            <a:ext cx="40233" cy="40233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30" name="Oval 5029"/>
          <p:cNvSpPr/>
          <p:nvPr/>
        </p:nvSpPr>
        <p:spPr>
          <a:xfrm>
            <a:off x="6600139" y="1165420"/>
            <a:ext cx="40233" cy="40233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31" name="Oval 5030"/>
          <p:cNvSpPr/>
          <p:nvPr/>
        </p:nvSpPr>
        <p:spPr>
          <a:xfrm>
            <a:off x="6664147" y="1174496"/>
            <a:ext cx="40233" cy="40233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32" name="Oval 5031"/>
          <p:cNvSpPr/>
          <p:nvPr/>
        </p:nvSpPr>
        <p:spPr>
          <a:xfrm>
            <a:off x="6728155" y="1098857"/>
            <a:ext cx="40233" cy="40233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33" name="Oval 5032"/>
          <p:cNvSpPr/>
          <p:nvPr/>
        </p:nvSpPr>
        <p:spPr>
          <a:xfrm>
            <a:off x="6792163" y="1098394"/>
            <a:ext cx="40233" cy="40233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34" name="Oval 5033"/>
          <p:cNvSpPr/>
          <p:nvPr/>
        </p:nvSpPr>
        <p:spPr>
          <a:xfrm>
            <a:off x="6856171" y="976804"/>
            <a:ext cx="40233" cy="40233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35" name="TextBox 5034"/>
          <p:cNvSpPr txBox="1"/>
          <p:nvPr/>
        </p:nvSpPr>
        <p:spPr>
          <a:xfrm>
            <a:off x="5257800" y="1408176"/>
            <a:ext cx="1645920" cy="5486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Helvetica Neue"/>
              </a:rPr>
              <a:t>Regression residuals (dots), modelled as AR(1)</a:t>
            </a:r>
          </a:p>
        </p:txBody>
      </p:sp>
      <p:pic>
        <p:nvPicPr>
          <p:cNvPr id="37" name="Picture 245" descr="A graph of linear graphs&#10;&#10;Description automatically generated with medium confidence">
            <a:extLst>
              <a:ext uri="{FF2B5EF4-FFF2-40B4-BE49-F238E27FC236}">
                <a16:creationId xmlns:a16="http://schemas.microsoft.com/office/drawing/2014/main" id="{5635CF10-B6A3-5A2D-B661-C8D904CFD5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900" b="26000"/>
          <a:stretch>
            <a:fillRect/>
          </a:stretch>
        </p:blipFill>
        <p:spPr>
          <a:xfrm>
            <a:off x="7040880" y="512066"/>
            <a:ext cx="2060692" cy="1065274"/>
          </a:xfrm>
          <a:prstGeom prst="rect">
            <a:avLst/>
          </a:prstGeom>
        </p:spPr>
      </p:pic>
      <p:sp>
        <p:nvSpPr>
          <p:cNvPr id="5036" name="TextBox 5035"/>
          <p:cNvSpPr txBox="1"/>
          <p:nvPr/>
        </p:nvSpPr>
        <p:spPr>
          <a:xfrm>
            <a:off x="7040880" y="1623060"/>
            <a:ext cx="3337559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Helvetica Neue"/>
              </a:rPr>
              <a:t>Weighted least squares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Helvetica Neue"/>
              </a:rPr>
              <a:t>GMST on CO₂ concentration with AR(1) errors; Monte Carlo for uncertainty</a:t>
            </a:r>
          </a:p>
        </p:txBody>
      </p:sp>
      <p:cxnSp>
        <p:nvCxnSpPr>
          <p:cNvPr id="5037" name="Connector 5036"/>
          <p:cNvCxnSpPr/>
          <p:nvPr/>
        </p:nvCxnSpPr>
        <p:spPr>
          <a:xfrm>
            <a:off x="137160" y="2167128"/>
            <a:ext cx="10241280" cy="0"/>
          </a:xfrm>
          <a:prstGeom prst="line">
            <a:avLst/>
          </a:prstGeom>
          <a:ln w="6350">
            <a:solidFill>
              <a:srgbClr val="BFBFBF"/>
            </a:solidFill>
          </a:ln>
        </p:spPr>
      </p:cxnSp>
      <p:sp>
        <p:nvSpPr>
          <p:cNvPr id="5038" name="TextBox 5037"/>
          <p:cNvSpPr txBox="1"/>
          <p:nvPr/>
        </p:nvSpPr>
        <p:spPr>
          <a:xfrm>
            <a:off x="137160" y="2240280"/>
            <a:ext cx="960120" cy="27432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Helvetica Neue"/>
              </a:rPr>
              <a:t>EBM-KF</a:t>
            </a:r>
          </a:p>
        </p:txBody>
      </p:sp>
      <p:sp>
        <p:nvSpPr>
          <p:cNvPr id="5039" name="TextBox 5038"/>
          <p:cNvSpPr txBox="1"/>
          <p:nvPr/>
        </p:nvSpPr>
        <p:spPr>
          <a:xfrm>
            <a:off x="137160" y="2514600"/>
            <a:ext cx="960120" cy="20116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  <a:latin typeface="Helvetica Neue"/>
              </a:rPr>
              <a:t>Sect. 4.4.2</a:t>
            </a:r>
          </a:p>
        </p:txBody>
      </p:sp>
      <p:grpSp>
        <p:nvGrpSpPr>
          <p:cNvPr id="38" name="v3b EBM-KF"/>
          <p:cNvGrpSpPr/>
          <p:nvPr/>
        </p:nvGrpSpPr>
        <p:grpSpPr>
          <a:xfrm>
            <a:off x="1325880" y="2281428"/>
            <a:ext cx="3081507" cy="2007529"/>
            <a:chOff x="13794588" y="5079109"/>
            <a:chExt cx="9940348" cy="6475902"/>
          </a:xfrm>
        </p:grpSpPr>
        <p:sp>
          <p:nvSpPr>
            <p:cNvPr id="39" name="Sun">
              <a:extLst>
                <a:ext uri="{FF2B5EF4-FFF2-40B4-BE49-F238E27FC236}">
                  <a16:creationId xmlns:a16="http://schemas.microsoft.com/office/drawing/2014/main" id="{EAE4B23F-6669-E226-C5F3-2F021D2B7DEE}"/>
                </a:ext>
              </a:extLst>
            </p:cNvPr>
            <p:cNvSpPr/>
            <p:nvPr/>
          </p:nvSpPr>
          <p:spPr>
            <a:xfrm>
              <a:off x="14323774" y="5079109"/>
              <a:ext cx="1276658" cy="12766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8912" y="3909"/>
                  </a:lnTo>
                  <a:cubicBezTo>
                    <a:pt x="9458" y="3767"/>
                    <a:pt x="10107" y="3684"/>
                    <a:pt x="10795" y="3684"/>
                  </a:cubicBezTo>
                  <a:cubicBezTo>
                    <a:pt x="11488" y="3684"/>
                    <a:pt x="12138" y="3766"/>
                    <a:pt x="12695" y="3914"/>
                  </a:cubicBezTo>
                  <a:lnTo>
                    <a:pt x="10800" y="0"/>
                  </a:lnTo>
                  <a:close/>
                  <a:moveTo>
                    <a:pt x="18430" y="3160"/>
                  </a:moveTo>
                  <a:lnTo>
                    <a:pt x="14332" y="4591"/>
                  </a:lnTo>
                  <a:cubicBezTo>
                    <a:pt x="14828" y="4880"/>
                    <a:pt x="15340" y="5278"/>
                    <a:pt x="15826" y="5764"/>
                  </a:cubicBezTo>
                  <a:cubicBezTo>
                    <a:pt x="16317" y="6255"/>
                    <a:pt x="16717" y="6774"/>
                    <a:pt x="17006" y="7265"/>
                  </a:cubicBezTo>
                  <a:lnTo>
                    <a:pt x="18430" y="3160"/>
                  </a:lnTo>
                  <a:close/>
                  <a:moveTo>
                    <a:pt x="3160" y="3172"/>
                  </a:moveTo>
                  <a:lnTo>
                    <a:pt x="4591" y="7270"/>
                  </a:lnTo>
                  <a:cubicBezTo>
                    <a:pt x="4880" y="6773"/>
                    <a:pt x="5278" y="6260"/>
                    <a:pt x="5764" y="5774"/>
                  </a:cubicBezTo>
                  <a:cubicBezTo>
                    <a:pt x="6255" y="5283"/>
                    <a:pt x="6774" y="4885"/>
                    <a:pt x="7265" y="4596"/>
                  </a:cubicBezTo>
                  <a:lnTo>
                    <a:pt x="3160" y="3172"/>
                  </a:lnTo>
                  <a:close/>
                  <a:moveTo>
                    <a:pt x="10800" y="4661"/>
                  </a:moveTo>
                  <a:cubicBezTo>
                    <a:pt x="7400" y="4661"/>
                    <a:pt x="4633" y="7427"/>
                    <a:pt x="4633" y="10827"/>
                  </a:cubicBezTo>
                  <a:cubicBezTo>
                    <a:pt x="4633" y="14227"/>
                    <a:pt x="7400" y="16994"/>
                    <a:pt x="10800" y="16994"/>
                  </a:cubicBezTo>
                  <a:cubicBezTo>
                    <a:pt x="14200" y="16994"/>
                    <a:pt x="16967" y="14227"/>
                    <a:pt x="16967" y="10827"/>
                  </a:cubicBezTo>
                  <a:cubicBezTo>
                    <a:pt x="16967" y="7427"/>
                    <a:pt x="14200" y="4661"/>
                    <a:pt x="10800" y="4661"/>
                  </a:cubicBezTo>
                  <a:close/>
                  <a:moveTo>
                    <a:pt x="3914" y="8907"/>
                  </a:moveTo>
                  <a:lnTo>
                    <a:pt x="0" y="10800"/>
                  </a:lnTo>
                  <a:lnTo>
                    <a:pt x="3909" y="12688"/>
                  </a:lnTo>
                  <a:cubicBezTo>
                    <a:pt x="3767" y="12137"/>
                    <a:pt x="3684" y="11493"/>
                    <a:pt x="3684" y="10805"/>
                  </a:cubicBezTo>
                  <a:cubicBezTo>
                    <a:pt x="3684" y="10112"/>
                    <a:pt x="3766" y="9464"/>
                    <a:pt x="3914" y="8907"/>
                  </a:cubicBezTo>
                  <a:close/>
                  <a:moveTo>
                    <a:pt x="17693" y="8907"/>
                  </a:moveTo>
                  <a:cubicBezTo>
                    <a:pt x="17835" y="9458"/>
                    <a:pt x="17916" y="10102"/>
                    <a:pt x="17916" y="10790"/>
                  </a:cubicBezTo>
                  <a:cubicBezTo>
                    <a:pt x="17916" y="11483"/>
                    <a:pt x="17835" y="12131"/>
                    <a:pt x="17688" y="12688"/>
                  </a:cubicBezTo>
                  <a:lnTo>
                    <a:pt x="21600" y="10795"/>
                  </a:lnTo>
                  <a:lnTo>
                    <a:pt x="17693" y="8907"/>
                  </a:lnTo>
                  <a:close/>
                  <a:moveTo>
                    <a:pt x="17011" y="14332"/>
                  </a:moveTo>
                  <a:cubicBezTo>
                    <a:pt x="16722" y="14828"/>
                    <a:pt x="16323" y="15340"/>
                    <a:pt x="15838" y="15826"/>
                  </a:cubicBezTo>
                  <a:cubicBezTo>
                    <a:pt x="15346" y="16317"/>
                    <a:pt x="14828" y="16717"/>
                    <a:pt x="14337" y="17006"/>
                  </a:cubicBezTo>
                  <a:lnTo>
                    <a:pt x="18440" y="18430"/>
                  </a:lnTo>
                  <a:lnTo>
                    <a:pt x="17011" y="14332"/>
                  </a:lnTo>
                  <a:close/>
                  <a:moveTo>
                    <a:pt x="4596" y="14337"/>
                  </a:moveTo>
                  <a:lnTo>
                    <a:pt x="3172" y="18440"/>
                  </a:lnTo>
                  <a:lnTo>
                    <a:pt x="7270" y="17011"/>
                  </a:lnTo>
                  <a:cubicBezTo>
                    <a:pt x="6773" y="16722"/>
                    <a:pt x="6260" y="16323"/>
                    <a:pt x="5774" y="15838"/>
                  </a:cubicBezTo>
                  <a:cubicBezTo>
                    <a:pt x="5283" y="15346"/>
                    <a:pt x="4885" y="14828"/>
                    <a:pt x="4596" y="14337"/>
                  </a:cubicBezTo>
                  <a:close/>
                  <a:moveTo>
                    <a:pt x="8907" y="17688"/>
                  </a:moveTo>
                  <a:lnTo>
                    <a:pt x="10800" y="21600"/>
                  </a:lnTo>
                  <a:lnTo>
                    <a:pt x="12688" y="17693"/>
                  </a:lnTo>
                  <a:cubicBezTo>
                    <a:pt x="12142" y="17835"/>
                    <a:pt x="11493" y="17916"/>
                    <a:pt x="10805" y="17916"/>
                  </a:cubicBezTo>
                  <a:cubicBezTo>
                    <a:pt x="10112" y="17916"/>
                    <a:pt x="9464" y="17835"/>
                    <a:pt x="8907" y="17688"/>
                  </a:cubicBezTo>
                  <a:close/>
                </a:path>
              </a:pathLst>
            </a:custGeom>
            <a:solidFill>
              <a:srgbClr val="FFD479"/>
            </a:solidFill>
            <a:ln w="3937"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cxnSp>
          <p:nvCxnSpPr>
            <p:cNvPr id="40" name="Straight Connector 205">
              <a:extLst>
                <a:ext uri="{FF2B5EF4-FFF2-40B4-BE49-F238E27FC236}">
                  <a16:creationId xmlns:a16="http://schemas.microsoft.com/office/drawing/2014/main" id="{3657BB49-1F53-F446-06D6-4AF20206C5F3}"/>
                </a:ext>
              </a:extLst>
            </p:cNvPr>
            <p:cNvCxnSpPr/>
            <p:nvPr/>
          </p:nvCxnSpPr>
          <p:spPr>
            <a:xfrm>
              <a:off x="19544767" y="7282154"/>
              <a:ext cx="2957205" cy="0"/>
            </a:xfrm>
            <a:prstGeom prst="line">
              <a:avLst/>
            </a:prstGeom>
            <a:ln w="20669" cmpd="tri">
              <a:solidFill>
                <a:srgbClr val="9452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Land">
              <a:extLst>
                <a:ext uri="{FF2B5EF4-FFF2-40B4-BE49-F238E27FC236}">
                  <a16:creationId xmlns:a16="http://schemas.microsoft.com/office/drawing/2014/main" id="{B9083E31-E600-3F57-CD11-DF6384FA1FCA}"/>
                </a:ext>
              </a:extLst>
            </p:cNvPr>
            <p:cNvSpPr/>
            <p:nvPr/>
          </p:nvSpPr>
          <p:spPr>
            <a:xfrm>
              <a:off x="14518463" y="8216038"/>
              <a:ext cx="3205636" cy="831646"/>
            </a:xfrm>
            <a:prstGeom prst="rect">
              <a:avLst/>
            </a:prstGeom>
            <a:solidFill>
              <a:srgbClr val="009051"/>
            </a:solidFill>
            <a:ln w="3937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874" tIns="7874" rIns="7874" bIns="7874" anchor="ctr"/>
            <a:lstStyle>
              <a:lvl1pPr defTabSz="82550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 algn="ctr" defTabSz="412750" hangingPunct="0"/>
              <a:r>
                <a:rPr sz="694" kern="0" dirty="0"/>
                <a:t>Land</a:t>
              </a:r>
            </a:p>
          </p:txBody>
        </p:sp>
        <p:sp>
          <p:nvSpPr>
            <p:cNvPr id="42" name="Surface Ocean">
              <a:extLst>
                <a:ext uri="{FF2B5EF4-FFF2-40B4-BE49-F238E27FC236}">
                  <a16:creationId xmlns:a16="http://schemas.microsoft.com/office/drawing/2014/main" id="{FD8CE391-66AC-794A-5E7E-6CE1D8FB6AC3}"/>
                </a:ext>
              </a:extLst>
            </p:cNvPr>
            <p:cNvSpPr/>
            <p:nvPr/>
          </p:nvSpPr>
          <p:spPr>
            <a:xfrm>
              <a:off x="17722576" y="8216038"/>
              <a:ext cx="4349004" cy="831646"/>
            </a:xfrm>
            <a:prstGeom prst="rect">
              <a:avLst/>
            </a:prstGeom>
            <a:solidFill>
              <a:schemeClr val="accent1">
                <a:hueOff val="114395"/>
                <a:lumOff val="-24975"/>
              </a:schemeClr>
            </a:solidFill>
            <a:ln w="3937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874" tIns="7874" rIns="7874" bIns="7874" anchor="ctr"/>
            <a:lstStyle>
              <a:lvl1pPr defTabSz="82550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 algn="ctr" defTabSz="412750" hangingPunct="0"/>
              <a:r>
                <a:rPr sz="694" kern="0" dirty="0"/>
                <a:t>Surface Ocean</a:t>
              </a:r>
            </a:p>
          </p:txBody>
        </p:sp>
        <p:sp>
          <p:nvSpPr>
            <p:cNvPr id="43" name="Rectangle">
              <a:extLst>
                <a:ext uri="{FF2B5EF4-FFF2-40B4-BE49-F238E27FC236}">
                  <a16:creationId xmlns:a16="http://schemas.microsoft.com/office/drawing/2014/main" id="{0D06A07A-D737-BBA8-1D17-9078636785BB}"/>
                </a:ext>
              </a:extLst>
            </p:cNvPr>
            <p:cNvSpPr/>
            <p:nvPr/>
          </p:nvSpPr>
          <p:spPr>
            <a:xfrm>
              <a:off x="14518462" y="8217579"/>
              <a:ext cx="7556645" cy="828564"/>
            </a:xfrm>
            <a:prstGeom prst="rect">
              <a:avLst/>
            </a:prstGeom>
            <a:ln w="19685">
              <a:solidFill>
                <a:srgbClr val="000000"/>
              </a:solidFill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44" name="Deep Ocean">
              <a:extLst>
                <a:ext uri="{FF2B5EF4-FFF2-40B4-BE49-F238E27FC236}">
                  <a16:creationId xmlns:a16="http://schemas.microsoft.com/office/drawing/2014/main" id="{D9516459-94C8-AC0C-2B55-46CCD7590135}"/>
                </a:ext>
              </a:extLst>
            </p:cNvPr>
            <p:cNvSpPr/>
            <p:nvPr/>
          </p:nvSpPr>
          <p:spPr>
            <a:xfrm>
              <a:off x="15209565" y="9111069"/>
              <a:ext cx="6862015" cy="1804170"/>
            </a:xfrm>
            <a:prstGeom prst="rect">
              <a:avLst/>
            </a:prstGeom>
            <a:solidFill>
              <a:schemeClr val="accent1">
                <a:hueOff val="114395"/>
                <a:lumOff val="-24975"/>
              </a:schemeClr>
            </a:solidFill>
            <a:ln w="3937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874" tIns="7874" rIns="7874" bIns="7874" anchor="ctr"/>
            <a:lstStyle>
              <a:lvl1pPr defTabSz="82550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 algn="ctr" defTabSz="412750" hangingPunct="0"/>
              <a:r>
                <a:rPr lang="en-US" sz="694" kern="0" dirty="0"/>
                <a:t>Deep</a:t>
              </a:r>
              <a:r>
                <a:rPr sz="694" kern="0" dirty="0"/>
                <a:t> Ocean</a:t>
              </a:r>
            </a:p>
          </p:txBody>
        </p:sp>
        <p:sp>
          <p:nvSpPr>
            <p:cNvPr id="45" name="Line">
              <a:extLst>
                <a:ext uri="{FF2B5EF4-FFF2-40B4-BE49-F238E27FC236}">
                  <a16:creationId xmlns:a16="http://schemas.microsoft.com/office/drawing/2014/main" id="{30029029-1F48-82B9-9DA9-E103577BD274}"/>
                </a:ext>
              </a:extLst>
            </p:cNvPr>
            <p:cNvSpPr/>
            <p:nvPr/>
          </p:nvSpPr>
          <p:spPr>
            <a:xfrm>
              <a:off x="15340287" y="5964823"/>
              <a:ext cx="1027734" cy="607173"/>
            </a:xfrm>
            <a:prstGeom prst="line">
              <a:avLst/>
            </a:prstGeom>
            <a:ln w="39370">
              <a:solidFill>
                <a:schemeClr val="accent1">
                  <a:lumMod val="60000"/>
                  <a:lumOff val="40000"/>
                </a:schemeClr>
              </a:solidFill>
              <a:miter lim="400000"/>
              <a:tailEnd type="triangle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6" name="Line">
              <a:extLst>
                <a:ext uri="{FF2B5EF4-FFF2-40B4-BE49-F238E27FC236}">
                  <a16:creationId xmlns:a16="http://schemas.microsoft.com/office/drawing/2014/main" id="{C8B33BD4-6F7A-2D41-9721-A7622DBB07E1}"/>
                </a:ext>
              </a:extLst>
            </p:cNvPr>
            <p:cNvSpPr/>
            <p:nvPr/>
          </p:nvSpPr>
          <p:spPr>
            <a:xfrm>
              <a:off x="16436708" y="6628653"/>
              <a:ext cx="1027734" cy="607173"/>
            </a:xfrm>
            <a:prstGeom prst="line">
              <a:avLst/>
            </a:prstGeom>
            <a:ln w="39370">
              <a:solidFill>
                <a:schemeClr val="accent1">
                  <a:lumMod val="60000"/>
                  <a:lumOff val="40000"/>
                </a:schemeClr>
              </a:solidFill>
              <a:miter lim="400000"/>
              <a:tailEnd type="triangle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7" name="Line">
              <a:extLst>
                <a:ext uri="{FF2B5EF4-FFF2-40B4-BE49-F238E27FC236}">
                  <a16:creationId xmlns:a16="http://schemas.microsoft.com/office/drawing/2014/main" id="{AD153010-BF67-6B01-323E-E758B66992F5}"/>
                </a:ext>
              </a:extLst>
            </p:cNvPr>
            <p:cNvSpPr/>
            <p:nvPr/>
          </p:nvSpPr>
          <p:spPr>
            <a:xfrm>
              <a:off x="17533129" y="7310140"/>
              <a:ext cx="1027733" cy="607173"/>
            </a:xfrm>
            <a:prstGeom prst="line">
              <a:avLst/>
            </a:prstGeom>
            <a:ln w="39370">
              <a:solidFill>
                <a:schemeClr val="accent1">
                  <a:lumMod val="60000"/>
                  <a:lumOff val="40000"/>
                </a:schemeClr>
              </a:solidFill>
              <a:miter lim="400000"/>
              <a:tailEnd type="triangle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8" name="Line">
              <a:extLst>
                <a:ext uri="{FF2B5EF4-FFF2-40B4-BE49-F238E27FC236}">
                  <a16:creationId xmlns:a16="http://schemas.microsoft.com/office/drawing/2014/main" id="{4693F931-6F9B-E987-083E-31FCDA41BC60}"/>
                </a:ext>
              </a:extLst>
            </p:cNvPr>
            <p:cNvSpPr/>
            <p:nvPr/>
          </p:nvSpPr>
          <p:spPr>
            <a:xfrm flipV="1">
              <a:off x="19456171" y="7340072"/>
              <a:ext cx="843137" cy="509460"/>
            </a:xfrm>
            <a:prstGeom prst="line">
              <a:avLst/>
            </a:prstGeom>
            <a:ln w="39370">
              <a:solidFill>
                <a:schemeClr val="accent2"/>
              </a:solidFill>
              <a:miter lim="400000"/>
              <a:tailEnd type="triangle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9" name="Line">
              <a:extLst>
                <a:ext uri="{FF2B5EF4-FFF2-40B4-BE49-F238E27FC236}">
                  <a16:creationId xmlns:a16="http://schemas.microsoft.com/office/drawing/2014/main" id="{9B04497B-B674-3B82-53FC-E6E1CA225BE1}"/>
                </a:ext>
              </a:extLst>
            </p:cNvPr>
            <p:cNvSpPr/>
            <p:nvPr/>
          </p:nvSpPr>
          <p:spPr>
            <a:xfrm flipV="1">
              <a:off x="20365168" y="6731396"/>
              <a:ext cx="910632" cy="550757"/>
            </a:xfrm>
            <a:prstGeom prst="line">
              <a:avLst/>
            </a:prstGeom>
            <a:ln w="39370">
              <a:solidFill>
                <a:schemeClr val="accent2"/>
              </a:solidFill>
              <a:miter lim="400000"/>
              <a:tailEnd type="triangle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0" name="Line">
              <a:extLst>
                <a:ext uri="{FF2B5EF4-FFF2-40B4-BE49-F238E27FC236}">
                  <a16:creationId xmlns:a16="http://schemas.microsoft.com/office/drawing/2014/main" id="{FE12EBCC-4AE6-B522-C675-975F64CE340B}"/>
                </a:ext>
              </a:extLst>
            </p:cNvPr>
            <p:cNvSpPr/>
            <p:nvPr/>
          </p:nvSpPr>
          <p:spPr>
            <a:xfrm>
              <a:off x="15949929" y="6599801"/>
              <a:ext cx="1118786" cy="0"/>
            </a:xfrm>
            <a:prstGeom prst="line">
              <a:avLst/>
            </a:prstGeom>
            <a:ln w="7874">
              <a:solidFill>
                <a:srgbClr val="000000"/>
              </a:solidFill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1" name="Line">
              <a:extLst>
                <a:ext uri="{FF2B5EF4-FFF2-40B4-BE49-F238E27FC236}">
                  <a16:creationId xmlns:a16="http://schemas.microsoft.com/office/drawing/2014/main" id="{8410281A-5410-8140-E3FA-7D7982116D74}"/>
                </a:ext>
              </a:extLst>
            </p:cNvPr>
            <p:cNvSpPr/>
            <p:nvPr/>
          </p:nvSpPr>
          <p:spPr>
            <a:xfrm flipV="1">
              <a:off x="18791349" y="5835161"/>
              <a:ext cx="724715" cy="1930543"/>
            </a:xfrm>
            <a:prstGeom prst="line">
              <a:avLst/>
            </a:prstGeom>
            <a:ln w="23622">
              <a:solidFill>
                <a:schemeClr val="accent1">
                  <a:lumMod val="60000"/>
                  <a:lumOff val="40000"/>
                </a:schemeClr>
              </a:solidFill>
              <a:miter lim="400000"/>
              <a:tailEnd type="triangle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2" name="Shape">
              <a:extLst>
                <a:ext uri="{FF2B5EF4-FFF2-40B4-BE49-F238E27FC236}">
                  <a16:creationId xmlns:a16="http://schemas.microsoft.com/office/drawing/2014/main" id="{1E586D37-9D4A-3DE7-1625-00BC07FB4A12}"/>
                </a:ext>
              </a:extLst>
            </p:cNvPr>
            <p:cNvSpPr/>
            <p:nvPr/>
          </p:nvSpPr>
          <p:spPr>
            <a:xfrm>
              <a:off x="17668788" y="6879456"/>
              <a:ext cx="591566" cy="209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03" y="0"/>
                  </a:moveTo>
                  <a:cubicBezTo>
                    <a:pt x="7967" y="0"/>
                    <a:pt x="5720" y="2939"/>
                    <a:pt x="4858" y="7062"/>
                  </a:cubicBezTo>
                  <a:cubicBezTo>
                    <a:pt x="4628" y="6992"/>
                    <a:pt x="4391" y="6953"/>
                    <a:pt x="4150" y="6953"/>
                  </a:cubicBezTo>
                  <a:cubicBezTo>
                    <a:pt x="1857" y="6953"/>
                    <a:pt x="0" y="10233"/>
                    <a:pt x="0" y="14278"/>
                  </a:cubicBezTo>
                  <a:cubicBezTo>
                    <a:pt x="0" y="18323"/>
                    <a:pt x="1857" y="21600"/>
                    <a:pt x="4150" y="21600"/>
                  </a:cubicBezTo>
                  <a:cubicBezTo>
                    <a:pt x="4193" y="21600"/>
                    <a:pt x="4237" y="21597"/>
                    <a:pt x="4280" y="21594"/>
                  </a:cubicBezTo>
                  <a:lnTo>
                    <a:pt x="10532" y="21597"/>
                  </a:lnTo>
                  <a:cubicBezTo>
                    <a:pt x="10555" y="21598"/>
                    <a:pt x="10579" y="21600"/>
                    <a:pt x="10603" y="21600"/>
                  </a:cubicBezTo>
                  <a:cubicBezTo>
                    <a:pt x="10626" y="21600"/>
                    <a:pt x="10648" y="21598"/>
                    <a:pt x="10672" y="21597"/>
                  </a:cubicBezTo>
                  <a:lnTo>
                    <a:pt x="18141" y="21600"/>
                  </a:lnTo>
                  <a:cubicBezTo>
                    <a:pt x="20051" y="21600"/>
                    <a:pt x="21600" y="18868"/>
                    <a:pt x="21600" y="15496"/>
                  </a:cubicBezTo>
                  <a:cubicBezTo>
                    <a:pt x="21600" y="12124"/>
                    <a:pt x="20051" y="9389"/>
                    <a:pt x="18141" y="9389"/>
                  </a:cubicBezTo>
                  <a:cubicBezTo>
                    <a:pt x="17627" y="9389"/>
                    <a:pt x="17139" y="9589"/>
                    <a:pt x="16701" y="9943"/>
                  </a:cubicBezTo>
                  <a:cubicBezTo>
                    <a:pt x="16453" y="4379"/>
                    <a:pt x="13819" y="0"/>
                    <a:pt x="10603" y="0"/>
                  </a:cubicBezTo>
                  <a:close/>
                </a:path>
              </a:pathLst>
            </a:custGeom>
            <a:solidFill>
              <a:srgbClr val="FFFFFF"/>
            </a:solidFill>
            <a:ln w="23622">
              <a:solidFill>
                <a:srgbClr val="5E5E5E"/>
              </a:solidFill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3" name="Shape">
              <a:extLst>
                <a:ext uri="{FF2B5EF4-FFF2-40B4-BE49-F238E27FC236}">
                  <a16:creationId xmlns:a16="http://schemas.microsoft.com/office/drawing/2014/main" id="{C94692F5-1635-8EFC-2DF7-DB6A4BE99B2A}"/>
                </a:ext>
              </a:extLst>
            </p:cNvPr>
            <p:cNvSpPr/>
            <p:nvPr/>
          </p:nvSpPr>
          <p:spPr>
            <a:xfrm>
              <a:off x="16743485" y="7228643"/>
              <a:ext cx="591566" cy="2093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03" y="0"/>
                  </a:moveTo>
                  <a:cubicBezTo>
                    <a:pt x="7967" y="0"/>
                    <a:pt x="5720" y="2939"/>
                    <a:pt x="4858" y="7062"/>
                  </a:cubicBezTo>
                  <a:cubicBezTo>
                    <a:pt x="4628" y="6992"/>
                    <a:pt x="4391" y="6953"/>
                    <a:pt x="4150" y="6953"/>
                  </a:cubicBezTo>
                  <a:cubicBezTo>
                    <a:pt x="1857" y="6953"/>
                    <a:pt x="0" y="10233"/>
                    <a:pt x="0" y="14278"/>
                  </a:cubicBezTo>
                  <a:cubicBezTo>
                    <a:pt x="0" y="18323"/>
                    <a:pt x="1857" y="21600"/>
                    <a:pt x="4150" y="21600"/>
                  </a:cubicBezTo>
                  <a:cubicBezTo>
                    <a:pt x="4193" y="21600"/>
                    <a:pt x="4237" y="21597"/>
                    <a:pt x="4280" y="21594"/>
                  </a:cubicBezTo>
                  <a:lnTo>
                    <a:pt x="10532" y="21597"/>
                  </a:lnTo>
                  <a:cubicBezTo>
                    <a:pt x="10555" y="21598"/>
                    <a:pt x="10579" y="21600"/>
                    <a:pt x="10603" y="21600"/>
                  </a:cubicBezTo>
                  <a:cubicBezTo>
                    <a:pt x="10626" y="21600"/>
                    <a:pt x="10648" y="21598"/>
                    <a:pt x="10672" y="21597"/>
                  </a:cubicBezTo>
                  <a:lnTo>
                    <a:pt x="18141" y="21600"/>
                  </a:lnTo>
                  <a:cubicBezTo>
                    <a:pt x="20051" y="21600"/>
                    <a:pt x="21600" y="18868"/>
                    <a:pt x="21600" y="15496"/>
                  </a:cubicBezTo>
                  <a:cubicBezTo>
                    <a:pt x="21600" y="12124"/>
                    <a:pt x="20051" y="9389"/>
                    <a:pt x="18141" y="9389"/>
                  </a:cubicBezTo>
                  <a:cubicBezTo>
                    <a:pt x="17627" y="9389"/>
                    <a:pt x="17139" y="9589"/>
                    <a:pt x="16701" y="9943"/>
                  </a:cubicBezTo>
                  <a:cubicBezTo>
                    <a:pt x="16453" y="4379"/>
                    <a:pt x="13819" y="0"/>
                    <a:pt x="10603" y="0"/>
                  </a:cubicBezTo>
                  <a:close/>
                </a:path>
              </a:pathLst>
            </a:custGeom>
            <a:solidFill>
              <a:srgbClr val="FFFFFF"/>
            </a:solidFill>
            <a:ln w="23622">
              <a:solidFill>
                <a:srgbClr val="5E5E5E"/>
              </a:solidFill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4" name="Volcano">
              <a:extLst>
                <a:ext uri="{FF2B5EF4-FFF2-40B4-BE49-F238E27FC236}">
                  <a16:creationId xmlns:a16="http://schemas.microsoft.com/office/drawing/2014/main" id="{C0452E66-C282-5245-1432-AB1908E42054}"/>
                </a:ext>
              </a:extLst>
            </p:cNvPr>
            <p:cNvSpPr/>
            <p:nvPr/>
          </p:nvSpPr>
          <p:spPr>
            <a:xfrm>
              <a:off x="15560809" y="7821461"/>
              <a:ext cx="766355" cy="3294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453" y="0"/>
                  </a:moveTo>
                  <a:cubicBezTo>
                    <a:pt x="9378" y="0"/>
                    <a:pt x="9303" y="84"/>
                    <a:pt x="9260" y="235"/>
                  </a:cubicBezTo>
                  <a:cubicBezTo>
                    <a:pt x="5303" y="13781"/>
                    <a:pt x="0" y="21600"/>
                    <a:pt x="0" y="21600"/>
                  </a:cubicBezTo>
                  <a:lnTo>
                    <a:pt x="21600" y="21600"/>
                  </a:lnTo>
                  <a:cubicBezTo>
                    <a:pt x="21600" y="21600"/>
                    <a:pt x="16303" y="13781"/>
                    <a:pt x="12340" y="235"/>
                  </a:cubicBezTo>
                  <a:cubicBezTo>
                    <a:pt x="12297" y="84"/>
                    <a:pt x="12227" y="0"/>
                    <a:pt x="12147" y="0"/>
                  </a:cubicBezTo>
                  <a:lnTo>
                    <a:pt x="9453" y="0"/>
                  </a:lnTo>
                  <a:close/>
                  <a:moveTo>
                    <a:pt x="9759" y="1223"/>
                  </a:moveTo>
                  <a:lnTo>
                    <a:pt x="11856" y="1223"/>
                  </a:lnTo>
                  <a:cubicBezTo>
                    <a:pt x="11931" y="1223"/>
                    <a:pt x="12002" y="1312"/>
                    <a:pt x="12039" y="1462"/>
                  </a:cubicBezTo>
                  <a:cubicBezTo>
                    <a:pt x="12346" y="2588"/>
                    <a:pt x="12765" y="4040"/>
                    <a:pt x="13034" y="4753"/>
                  </a:cubicBezTo>
                  <a:cubicBezTo>
                    <a:pt x="13276" y="5391"/>
                    <a:pt x="12921" y="5903"/>
                    <a:pt x="12684" y="5390"/>
                  </a:cubicBezTo>
                  <a:cubicBezTo>
                    <a:pt x="12475" y="4927"/>
                    <a:pt x="12270" y="4251"/>
                    <a:pt x="12147" y="3838"/>
                  </a:cubicBezTo>
                  <a:cubicBezTo>
                    <a:pt x="12012" y="3401"/>
                    <a:pt x="11803" y="3587"/>
                    <a:pt x="11846" y="4100"/>
                  </a:cubicBezTo>
                  <a:cubicBezTo>
                    <a:pt x="11943" y="5276"/>
                    <a:pt x="12416" y="8667"/>
                    <a:pt x="12540" y="9530"/>
                  </a:cubicBezTo>
                  <a:cubicBezTo>
                    <a:pt x="12669" y="10393"/>
                    <a:pt x="12260" y="10619"/>
                    <a:pt x="12147" y="9944"/>
                  </a:cubicBezTo>
                  <a:cubicBezTo>
                    <a:pt x="11889" y="8405"/>
                    <a:pt x="11454" y="4966"/>
                    <a:pt x="11303" y="3315"/>
                  </a:cubicBezTo>
                  <a:cubicBezTo>
                    <a:pt x="11260" y="2802"/>
                    <a:pt x="10974" y="2911"/>
                    <a:pt x="10974" y="3424"/>
                  </a:cubicBezTo>
                  <a:cubicBezTo>
                    <a:pt x="10974" y="3937"/>
                    <a:pt x="11050" y="5765"/>
                    <a:pt x="11130" y="7716"/>
                  </a:cubicBezTo>
                  <a:cubicBezTo>
                    <a:pt x="11168" y="8579"/>
                    <a:pt x="10679" y="8730"/>
                    <a:pt x="10646" y="7704"/>
                  </a:cubicBezTo>
                  <a:cubicBezTo>
                    <a:pt x="10625" y="7004"/>
                    <a:pt x="10599" y="6540"/>
                    <a:pt x="10582" y="5965"/>
                  </a:cubicBezTo>
                  <a:cubicBezTo>
                    <a:pt x="10561" y="5277"/>
                    <a:pt x="10292" y="5288"/>
                    <a:pt x="10211" y="5863"/>
                  </a:cubicBezTo>
                  <a:cubicBezTo>
                    <a:pt x="9974" y="7564"/>
                    <a:pt x="9845" y="8130"/>
                    <a:pt x="9710" y="8642"/>
                  </a:cubicBezTo>
                  <a:cubicBezTo>
                    <a:pt x="9528" y="9343"/>
                    <a:pt x="9183" y="8918"/>
                    <a:pt x="9307" y="8267"/>
                  </a:cubicBezTo>
                  <a:cubicBezTo>
                    <a:pt x="9495" y="7304"/>
                    <a:pt x="9894" y="4676"/>
                    <a:pt x="10050" y="3287"/>
                  </a:cubicBezTo>
                  <a:cubicBezTo>
                    <a:pt x="10104" y="2812"/>
                    <a:pt x="9904" y="2526"/>
                    <a:pt x="9759" y="3014"/>
                  </a:cubicBezTo>
                  <a:cubicBezTo>
                    <a:pt x="9496" y="3889"/>
                    <a:pt x="9394" y="4265"/>
                    <a:pt x="9055" y="5066"/>
                  </a:cubicBezTo>
                  <a:cubicBezTo>
                    <a:pt x="8856" y="5529"/>
                    <a:pt x="8550" y="5063"/>
                    <a:pt x="8732" y="4413"/>
                  </a:cubicBezTo>
                  <a:cubicBezTo>
                    <a:pt x="9044" y="3312"/>
                    <a:pt x="9350" y="2399"/>
                    <a:pt x="9571" y="1474"/>
                  </a:cubicBezTo>
                  <a:cubicBezTo>
                    <a:pt x="9609" y="1311"/>
                    <a:pt x="9684" y="1223"/>
                    <a:pt x="9759" y="1223"/>
                  </a:cubicBezTo>
                  <a:close/>
                </a:path>
              </a:pathLst>
            </a:custGeom>
            <a:solidFill>
              <a:srgbClr val="000000"/>
            </a:solidFill>
            <a:ln w="3937"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5" name="Connection Line">
              <a:extLst>
                <a:ext uri="{FF2B5EF4-FFF2-40B4-BE49-F238E27FC236}">
                  <a16:creationId xmlns:a16="http://schemas.microsoft.com/office/drawing/2014/main" id="{59C36BC9-E154-F7DE-E3C4-E80849C4AF2B}"/>
                </a:ext>
              </a:extLst>
            </p:cNvPr>
            <p:cNvSpPr/>
            <p:nvPr/>
          </p:nvSpPr>
          <p:spPr>
            <a:xfrm>
              <a:off x="15652301" y="6599983"/>
              <a:ext cx="302504" cy="10694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29" h="21600" extrusionOk="0">
                  <a:moveTo>
                    <a:pt x="13586" y="21600"/>
                  </a:moveTo>
                  <a:cubicBezTo>
                    <a:pt x="-5371" y="7994"/>
                    <a:pt x="-4490" y="794"/>
                    <a:pt x="16229" y="0"/>
                  </a:cubicBezTo>
                </a:path>
              </a:pathLst>
            </a:custGeom>
            <a:ln w="7874">
              <a:solidFill>
                <a:srgbClr val="000000"/>
              </a:solidFill>
              <a:miter lim="400000"/>
            </a:ln>
          </p:spPr>
          <p:txBody>
            <a:bodyPr wrap="none" lIns="28346" tIns="14173" rIns="28346" bIns="14173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6" name="Line">
              <a:extLst>
                <a:ext uri="{FF2B5EF4-FFF2-40B4-BE49-F238E27FC236}">
                  <a16:creationId xmlns:a16="http://schemas.microsoft.com/office/drawing/2014/main" id="{EDAD3A42-4A73-A966-4D93-9D50CD89655D}"/>
                </a:ext>
              </a:extLst>
            </p:cNvPr>
            <p:cNvSpPr/>
            <p:nvPr/>
          </p:nvSpPr>
          <p:spPr>
            <a:xfrm flipV="1">
              <a:off x="16547752" y="5705097"/>
              <a:ext cx="303290" cy="822720"/>
            </a:xfrm>
            <a:prstGeom prst="line">
              <a:avLst/>
            </a:prstGeom>
            <a:ln w="23622">
              <a:solidFill>
                <a:schemeClr val="accent1">
                  <a:lumMod val="60000"/>
                  <a:lumOff val="40000"/>
                </a:schemeClr>
              </a:solidFill>
              <a:miter lim="400000"/>
              <a:tailEnd type="triangle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7" name="Line">
              <a:extLst>
                <a:ext uri="{FF2B5EF4-FFF2-40B4-BE49-F238E27FC236}">
                  <a16:creationId xmlns:a16="http://schemas.microsoft.com/office/drawing/2014/main" id="{79BC0E62-9518-9EF9-9D5B-92E3C9715280}"/>
                </a:ext>
              </a:extLst>
            </p:cNvPr>
            <p:cNvSpPr/>
            <p:nvPr/>
          </p:nvSpPr>
          <p:spPr>
            <a:xfrm flipV="1">
              <a:off x="17480388" y="5815019"/>
              <a:ext cx="502194" cy="1266657"/>
            </a:xfrm>
            <a:prstGeom prst="line">
              <a:avLst/>
            </a:prstGeom>
            <a:ln w="23622">
              <a:solidFill>
                <a:schemeClr val="accent1">
                  <a:lumMod val="60000"/>
                  <a:lumOff val="40000"/>
                </a:schemeClr>
              </a:solidFill>
              <a:miter lim="400000"/>
              <a:tailEnd type="triangle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8" name="Shape">
              <a:extLst>
                <a:ext uri="{FF2B5EF4-FFF2-40B4-BE49-F238E27FC236}">
                  <a16:creationId xmlns:a16="http://schemas.microsoft.com/office/drawing/2014/main" id="{025B2E77-AC56-CA8D-BFB8-61F548F6C8A5}"/>
                </a:ext>
              </a:extLst>
            </p:cNvPr>
            <p:cNvSpPr/>
            <p:nvPr/>
          </p:nvSpPr>
          <p:spPr>
            <a:xfrm>
              <a:off x="20228058" y="6618229"/>
              <a:ext cx="591566" cy="1186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03" y="0"/>
                  </a:moveTo>
                  <a:cubicBezTo>
                    <a:pt x="7967" y="0"/>
                    <a:pt x="5720" y="2939"/>
                    <a:pt x="4858" y="7062"/>
                  </a:cubicBezTo>
                  <a:cubicBezTo>
                    <a:pt x="4628" y="6992"/>
                    <a:pt x="4391" y="6953"/>
                    <a:pt x="4150" y="6953"/>
                  </a:cubicBezTo>
                  <a:cubicBezTo>
                    <a:pt x="1857" y="6953"/>
                    <a:pt x="0" y="10233"/>
                    <a:pt x="0" y="14278"/>
                  </a:cubicBezTo>
                  <a:cubicBezTo>
                    <a:pt x="0" y="18323"/>
                    <a:pt x="1857" y="21600"/>
                    <a:pt x="4150" y="21600"/>
                  </a:cubicBezTo>
                  <a:cubicBezTo>
                    <a:pt x="4193" y="21600"/>
                    <a:pt x="4237" y="21597"/>
                    <a:pt x="4280" y="21594"/>
                  </a:cubicBezTo>
                  <a:lnTo>
                    <a:pt x="10532" y="21597"/>
                  </a:lnTo>
                  <a:cubicBezTo>
                    <a:pt x="10555" y="21598"/>
                    <a:pt x="10579" y="21600"/>
                    <a:pt x="10603" y="21600"/>
                  </a:cubicBezTo>
                  <a:cubicBezTo>
                    <a:pt x="10626" y="21600"/>
                    <a:pt x="10648" y="21598"/>
                    <a:pt x="10672" y="21597"/>
                  </a:cubicBezTo>
                  <a:lnTo>
                    <a:pt x="18141" y="21600"/>
                  </a:lnTo>
                  <a:cubicBezTo>
                    <a:pt x="20051" y="21600"/>
                    <a:pt x="21600" y="18868"/>
                    <a:pt x="21600" y="15496"/>
                  </a:cubicBezTo>
                  <a:cubicBezTo>
                    <a:pt x="21600" y="12124"/>
                    <a:pt x="20051" y="9389"/>
                    <a:pt x="18141" y="9389"/>
                  </a:cubicBezTo>
                  <a:cubicBezTo>
                    <a:pt x="17627" y="9389"/>
                    <a:pt x="17139" y="9589"/>
                    <a:pt x="16701" y="9943"/>
                  </a:cubicBezTo>
                  <a:cubicBezTo>
                    <a:pt x="16453" y="4379"/>
                    <a:pt x="13819" y="0"/>
                    <a:pt x="10603" y="0"/>
                  </a:cubicBezTo>
                  <a:close/>
                </a:path>
              </a:pathLst>
            </a:custGeom>
            <a:solidFill>
              <a:srgbClr val="D5D5D5"/>
            </a:solidFill>
            <a:ln w="15748">
              <a:solidFill>
                <a:srgbClr val="5E5E5E"/>
              </a:solidFill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9" name="Shape">
              <a:extLst>
                <a:ext uri="{FF2B5EF4-FFF2-40B4-BE49-F238E27FC236}">
                  <a16:creationId xmlns:a16="http://schemas.microsoft.com/office/drawing/2014/main" id="{35C9CDFC-C9D0-F734-4E3C-684E686B21C9}"/>
                </a:ext>
              </a:extLst>
            </p:cNvPr>
            <p:cNvSpPr/>
            <p:nvPr/>
          </p:nvSpPr>
          <p:spPr>
            <a:xfrm>
              <a:off x="20640448" y="6422929"/>
              <a:ext cx="591566" cy="1186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03" y="0"/>
                  </a:moveTo>
                  <a:cubicBezTo>
                    <a:pt x="7967" y="0"/>
                    <a:pt x="5720" y="2939"/>
                    <a:pt x="4858" y="7062"/>
                  </a:cubicBezTo>
                  <a:cubicBezTo>
                    <a:pt x="4628" y="6992"/>
                    <a:pt x="4391" y="6953"/>
                    <a:pt x="4150" y="6953"/>
                  </a:cubicBezTo>
                  <a:cubicBezTo>
                    <a:pt x="1857" y="6953"/>
                    <a:pt x="0" y="10233"/>
                    <a:pt x="0" y="14278"/>
                  </a:cubicBezTo>
                  <a:cubicBezTo>
                    <a:pt x="0" y="18323"/>
                    <a:pt x="1857" y="21600"/>
                    <a:pt x="4150" y="21600"/>
                  </a:cubicBezTo>
                  <a:cubicBezTo>
                    <a:pt x="4193" y="21600"/>
                    <a:pt x="4237" y="21597"/>
                    <a:pt x="4280" y="21594"/>
                  </a:cubicBezTo>
                  <a:lnTo>
                    <a:pt x="10532" y="21597"/>
                  </a:lnTo>
                  <a:cubicBezTo>
                    <a:pt x="10555" y="21598"/>
                    <a:pt x="10579" y="21600"/>
                    <a:pt x="10603" y="21600"/>
                  </a:cubicBezTo>
                  <a:cubicBezTo>
                    <a:pt x="10626" y="21600"/>
                    <a:pt x="10648" y="21598"/>
                    <a:pt x="10672" y="21597"/>
                  </a:cubicBezTo>
                  <a:lnTo>
                    <a:pt x="18141" y="21600"/>
                  </a:lnTo>
                  <a:cubicBezTo>
                    <a:pt x="20051" y="21600"/>
                    <a:pt x="21600" y="18868"/>
                    <a:pt x="21600" y="15496"/>
                  </a:cubicBezTo>
                  <a:cubicBezTo>
                    <a:pt x="21600" y="12124"/>
                    <a:pt x="20051" y="9389"/>
                    <a:pt x="18141" y="9389"/>
                  </a:cubicBezTo>
                  <a:cubicBezTo>
                    <a:pt x="17627" y="9389"/>
                    <a:pt x="17139" y="9589"/>
                    <a:pt x="16701" y="9943"/>
                  </a:cubicBezTo>
                  <a:cubicBezTo>
                    <a:pt x="16453" y="4379"/>
                    <a:pt x="13819" y="0"/>
                    <a:pt x="10603" y="0"/>
                  </a:cubicBezTo>
                  <a:close/>
                </a:path>
              </a:pathLst>
            </a:custGeom>
            <a:solidFill>
              <a:srgbClr val="D5D5D5"/>
            </a:solidFill>
            <a:ln w="15748">
              <a:solidFill>
                <a:srgbClr val="5E5E5E"/>
              </a:solidFill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60" name="Shape">
              <a:extLst>
                <a:ext uri="{FF2B5EF4-FFF2-40B4-BE49-F238E27FC236}">
                  <a16:creationId xmlns:a16="http://schemas.microsoft.com/office/drawing/2014/main" id="{97120290-6B92-6FA9-502B-CFA50F97F28F}"/>
                </a:ext>
              </a:extLst>
            </p:cNvPr>
            <p:cNvSpPr/>
            <p:nvPr/>
          </p:nvSpPr>
          <p:spPr>
            <a:xfrm>
              <a:off x="21590723" y="6637479"/>
              <a:ext cx="591566" cy="1186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03" y="0"/>
                  </a:moveTo>
                  <a:cubicBezTo>
                    <a:pt x="7967" y="0"/>
                    <a:pt x="5720" y="2939"/>
                    <a:pt x="4858" y="7062"/>
                  </a:cubicBezTo>
                  <a:cubicBezTo>
                    <a:pt x="4628" y="6992"/>
                    <a:pt x="4391" y="6953"/>
                    <a:pt x="4150" y="6953"/>
                  </a:cubicBezTo>
                  <a:cubicBezTo>
                    <a:pt x="1857" y="6953"/>
                    <a:pt x="0" y="10233"/>
                    <a:pt x="0" y="14278"/>
                  </a:cubicBezTo>
                  <a:cubicBezTo>
                    <a:pt x="0" y="18323"/>
                    <a:pt x="1857" y="21600"/>
                    <a:pt x="4150" y="21600"/>
                  </a:cubicBezTo>
                  <a:cubicBezTo>
                    <a:pt x="4193" y="21600"/>
                    <a:pt x="4237" y="21597"/>
                    <a:pt x="4280" y="21594"/>
                  </a:cubicBezTo>
                  <a:lnTo>
                    <a:pt x="10532" y="21597"/>
                  </a:lnTo>
                  <a:cubicBezTo>
                    <a:pt x="10555" y="21598"/>
                    <a:pt x="10579" y="21600"/>
                    <a:pt x="10603" y="21600"/>
                  </a:cubicBezTo>
                  <a:cubicBezTo>
                    <a:pt x="10626" y="21600"/>
                    <a:pt x="10648" y="21598"/>
                    <a:pt x="10672" y="21597"/>
                  </a:cubicBezTo>
                  <a:lnTo>
                    <a:pt x="18141" y="21600"/>
                  </a:lnTo>
                  <a:cubicBezTo>
                    <a:pt x="20051" y="21600"/>
                    <a:pt x="21600" y="18868"/>
                    <a:pt x="21600" y="15496"/>
                  </a:cubicBezTo>
                  <a:cubicBezTo>
                    <a:pt x="21600" y="12124"/>
                    <a:pt x="20051" y="9389"/>
                    <a:pt x="18141" y="9389"/>
                  </a:cubicBezTo>
                  <a:cubicBezTo>
                    <a:pt x="17627" y="9389"/>
                    <a:pt x="17139" y="9589"/>
                    <a:pt x="16701" y="9943"/>
                  </a:cubicBezTo>
                  <a:cubicBezTo>
                    <a:pt x="16453" y="4379"/>
                    <a:pt x="13819" y="0"/>
                    <a:pt x="10603" y="0"/>
                  </a:cubicBezTo>
                  <a:close/>
                </a:path>
              </a:pathLst>
            </a:custGeom>
            <a:solidFill>
              <a:srgbClr val="D5D5D5"/>
            </a:solidFill>
            <a:ln w="15748">
              <a:solidFill>
                <a:srgbClr val="5E5E5E"/>
              </a:solidFill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61" name="Shape">
              <a:extLst>
                <a:ext uri="{FF2B5EF4-FFF2-40B4-BE49-F238E27FC236}">
                  <a16:creationId xmlns:a16="http://schemas.microsoft.com/office/drawing/2014/main" id="{27427DDF-A5ED-907E-BA2C-38035D402280}"/>
                </a:ext>
              </a:extLst>
            </p:cNvPr>
            <p:cNvSpPr/>
            <p:nvPr/>
          </p:nvSpPr>
          <p:spPr>
            <a:xfrm>
              <a:off x="22156723" y="6262971"/>
              <a:ext cx="591566" cy="1186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03" y="0"/>
                  </a:moveTo>
                  <a:cubicBezTo>
                    <a:pt x="7967" y="0"/>
                    <a:pt x="5720" y="2939"/>
                    <a:pt x="4858" y="7062"/>
                  </a:cubicBezTo>
                  <a:cubicBezTo>
                    <a:pt x="4628" y="6992"/>
                    <a:pt x="4391" y="6953"/>
                    <a:pt x="4150" y="6953"/>
                  </a:cubicBezTo>
                  <a:cubicBezTo>
                    <a:pt x="1857" y="6953"/>
                    <a:pt x="0" y="10233"/>
                    <a:pt x="0" y="14278"/>
                  </a:cubicBezTo>
                  <a:cubicBezTo>
                    <a:pt x="0" y="18323"/>
                    <a:pt x="1857" y="21600"/>
                    <a:pt x="4150" y="21600"/>
                  </a:cubicBezTo>
                  <a:cubicBezTo>
                    <a:pt x="4193" y="21600"/>
                    <a:pt x="4237" y="21597"/>
                    <a:pt x="4280" y="21594"/>
                  </a:cubicBezTo>
                  <a:lnTo>
                    <a:pt x="10532" y="21597"/>
                  </a:lnTo>
                  <a:cubicBezTo>
                    <a:pt x="10555" y="21598"/>
                    <a:pt x="10579" y="21600"/>
                    <a:pt x="10603" y="21600"/>
                  </a:cubicBezTo>
                  <a:cubicBezTo>
                    <a:pt x="10626" y="21600"/>
                    <a:pt x="10648" y="21598"/>
                    <a:pt x="10672" y="21597"/>
                  </a:cubicBezTo>
                  <a:lnTo>
                    <a:pt x="18141" y="21600"/>
                  </a:lnTo>
                  <a:cubicBezTo>
                    <a:pt x="20051" y="21600"/>
                    <a:pt x="21600" y="18868"/>
                    <a:pt x="21600" y="15496"/>
                  </a:cubicBezTo>
                  <a:cubicBezTo>
                    <a:pt x="21600" y="12124"/>
                    <a:pt x="20051" y="9389"/>
                    <a:pt x="18141" y="9389"/>
                  </a:cubicBezTo>
                  <a:cubicBezTo>
                    <a:pt x="17627" y="9389"/>
                    <a:pt x="17139" y="9589"/>
                    <a:pt x="16701" y="9943"/>
                  </a:cubicBezTo>
                  <a:cubicBezTo>
                    <a:pt x="16453" y="4379"/>
                    <a:pt x="13819" y="0"/>
                    <a:pt x="10603" y="0"/>
                  </a:cubicBezTo>
                  <a:close/>
                </a:path>
              </a:pathLst>
            </a:custGeom>
            <a:solidFill>
              <a:srgbClr val="D5D5D5"/>
            </a:solidFill>
            <a:ln w="15748">
              <a:solidFill>
                <a:srgbClr val="5E5E5E"/>
              </a:solidFill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62" name="Line">
              <a:extLst>
                <a:ext uri="{FF2B5EF4-FFF2-40B4-BE49-F238E27FC236}">
                  <a16:creationId xmlns:a16="http://schemas.microsoft.com/office/drawing/2014/main" id="{99A9CAFF-3434-C406-EE43-C29D288420D2}"/>
                </a:ext>
              </a:extLst>
            </p:cNvPr>
            <p:cNvSpPr/>
            <p:nvPr/>
          </p:nvSpPr>
          <p:spPr>
            <a:xfrm flipV="1">
              <a:off x="21818042" y="5996624"/>
              <a:ext cx="824190" cy="494858"/>
            </a:xfrm>
            <a:prstGeom prst="line">
              <a:avLst/>
            </a:prstGeom>
            <a:ln w="39370">
              <a:solidFill>
                <a:schemeClr val="accent2"/>
              </a:solidFill>
              <a:miter lim="400000"/>
              <a:tailEnd type="triangle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3" name="Line">
              <a:extLst>
                <a:ext uri="{FF2B5EF4-FFF2-40B4-BE49-F238E27FC236}">
                  <a16:creationId xmlns:a16="http://schemas.microsoft.com/office/drawing/2014/main" id="{357F122C-D586-853B-3B86-F89EFF9DC197}"/>
                </a:ext>
              </a:extLst>
            </p:cNvPr>
            <p:cNvSpPr/>
            <p:nvPr/>
          </p:nvSpPr>
          <p:spPr>
            <a:xfrm>
              <a:off x="20316845" y="7345018"/>
              <a:ext cx="214958" cy="657829"/>
            </a:xfrm>
            <a:prstGeom prst="line">
              <a:avLst/>
            </a:prstGeom>
            <a:ln w="23622">
              <a:solidFill>
                <a:schemeClr val="accent2"/>
              </a:solidFill>
              <a:miter lim="400000"/>
              <a:tailEnd type="triangle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402" name="Line">
              <a:extLst>
                <a:ext uri="{FF2B5EF4-FFF2-40B4-BE49-F238E27FC236}">
                  <a16:creationId xmlns:a16="http://schemas.microsoft.com/office/drawing/2014/main" id="{C5C0D241-0BB7-F602-A808-A8BA72EF4365}"/>
                </a:ext>
              </a:extLst>
            </p:cNvPr>
            <p:cNvSpPr/>
            <p:nvPr/>
          </p:nvSpPr>
          <p:spPr>
            <a:xfrm>
              <a:off x="21562897" y="6857988"/>
              <a:ext cx="365557" cy="1120025"/>
            </a:xfrm>
            <a:prstGeom prst="line">
              <a:avLst/>
            </a:prstGeom>
            <a:ln w="23622">
              <a:solidFill>
                <a:schemeClr val="accent2"/>
              </a:solidFill>
              <a:miter lim="400000"/>
              <a:tailEnd type="triangle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403" name="-">
              <a:extLst>
                <a:ext uri="{FF2B5EF4-FFF2-40B4-BE49-F238E27FC236}">
                  <a16:creationId xmlns:a16="http://schemas.microsoft.com/office/drawing/2014/main" id="{63C486AE-6A46-E0D4-A842-CBE241EC9C34}"/>
                </a:ext>
              </a:extLst>
            </p:cNvPr>
            <p:cNvSpPr txBox="1"/>
            <p:nvPr/>
          </p:nvSpPr>
          <p:spPr>
            <a:xfrm>
              <a:off x="19196870" y="7613458"/>
              <a:ext cx="250069" cy="666849"/>
            </a:xfrm>
            <a:prstGeom prst="rect">
              <a:avLst/>
            </a:prstGeom>
            <a:ln w="3937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874" tIns="7874" rIns="7874" bIns="7874" anchor="ctr">
              <a:spAutoFit/>
            </a:bodyPr>
            <a:lstStyle>
              <a:lvl1pPr>
                <a:defRPr>
                  <a:solidFill>
                    <a:srgbClr val="000000"/>
                  </a:solidFill>
                </a:defRPr>
              </a:lvl1pPr>
            </a:lstStyle>
            <a:p>
              <a:pPr algn="ctr" defTabSz="1219169" hangingPunct="0"/>
              <a:r>
                <a:rPr sz="992" kern="0" dirty="0">
                  <a:latin typeface="Helvetica Neue"/>
                  <a:ea typeface="Helvetica Neue"/>
                  <a:cs typeface="Helvetica Neue"/>
                  <a:sym typeface="Helvetica Neue"/>
                </a:rPr>
                <a:t>-</a:t>
              </a:r>
            </a:p>
          </p:txBody>
        </p:sp>
        <p:sp>
          <p:nvSpPr>
            <p:cNvPr id="5404" name="+">
              <a:extLst>
                <a:ext uri="{FF2B5EF4-FFF2-40B4-BE49-F238E27FC236}">
                  <a16:creationId xmlns:a16="http://schemas.microsoft.com/office/drawing/2014/main" id="{F9DFC6D0-69D2-52E7-C290-DD7D6032ACEC}"/>
                </a:ext>
              </a:extLst>
            </p:cNvPr>
            <p:cNvSpPr txBox="1"/>
            <p:nvPr/>
          </p:nvSpPr>
          <p:spPr>
            <a:xfrm>
              <a:off x="21248166" y="6159086"/>
              <a:ext cx="359074" cy="666849"/>
            </a:xfrm>
            <a:prstGeom prst="rect">
              <a:avLst/>
            </a:prstGeom>
            <a:ln w="3937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874" tIns="7874" rIns="7874" bIns="7874" anchor="ctr">
              <a:spAutoFit/>
            </a:bodyPr>
            <a:lstStyle>
              <a:lvl1pPr>
                <a:defRPr>
                  <a:solidFill>
                    <a:srgbClr val="000000"/>
                  </a:solidFill>
                </a:defRPr>
              </a:lvl1pPr>
            </a:lstStyle>
            <a:p>
              <a:pPr algn="ctr" defTabSz="1219169" hangingPunct="0"/>
              <a:r>
                <a:rPr sz="992" kern="0" dirty="0">
                  <a:latin typeface="Helvetica Neue"/>
                  <a:ea typeface="Helvetica Neue"/>
                  <a:cs typeface="Helvetica Neue"/>
                  <a:sym typeface="Helvetica Neue"/>
                </a:rPr>
                <a:t>+</a:t>
              </a:r>
            </a:p>
          </p:txBody>
        </p:sp>
        <p:sp>
          <p:nvSpPr>
            <p:cNvPr id="5405" name="+">
              <a:extLst>
                <a:ext uri="{FF2B5EF4-FFF2-40B4-BE49-F238E27FC236}">
                  <a16:creationId xmlns:a16="http://schemas.microsoft.com/office/drawing/2014/main" id="{E15354AD-AE13-86AA-5054-2AB9AD59B10A}"/>
                </a:ext>
              </a:extLst>
            </p:cNvPr>
            <p:cNvSpPr txBox="1"/>
            <p:nvPr/>
          </p:nvSpPr>
          <p:spPr>
            <a:xfrm>
              <a:off x="17203184" y="6900048"/>
              <a:ext cx="359074" cy="666849"/>
            </a:xfrm>
            <a:prstGeom prst="rect">
              <a:avLst/>
            </a:prstGeom>
            <a:ln w="3937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874" tIns="7874" rIns="7874" bIns="7874" anchor="ctr">
              <a:spAutoFit/>
            </a:bodyPr>
            <a:lstStyle>
              <a:lvl1pPr>
                <a:defRPr>
                  <a:solidFill>
                    <a:srgbClr val="000000"/>
                  </a:solidFill>
                </a:defRPr>
              </a:lvl1pPr>
            </a:lstStyle>
            <a:p>
              <a:pPr algn="ctr" defTabSz="1219169" hangingPunct="0"/>
              <a:r>
                <a:rPr sz="992" kern="0" dirty="0">
                  <a:latin typeface="Helvetica Neue"/>
                  <a:ea typeface="Helvetica Neue"/>
                  <a:cs typeface="Helvetica Neue"/>
                  <a:sym typeface="Helvetica Neue"/>
                </a:rPr>
                <a:t>+</a:t>
              </a:r>
            </a:p>
          </p:txBody>
        </p:sp>
        <p:sp>
          <p:nvSpPr>
            <p:cNvPr id="5406" name="+">
              <a:extLst>
                <a:ext uri="{FF2B5EF4-FFF2-40B4-BE49-F238E27FC236}">
                  <a16:creationId xmlns:a16="http://schemas.microsoft.com/office/drawing/2014/main" id="{69986879-3F81-3B10-FCA7-3D88FDEE5AB3}"/>
                </a:ext>
              </a:extLst>
            </p:cNvPr>
            <p:cNvSpPr txBox="1"/>
            <p:nvPr/>
          </p:nvSpPr>
          <p:spPr>
            <a:xfrm>
              <a:off x="18385564" y="7465729"/>
              <a:ext cx="359074" cy="666849"/>
            </a:xfrm>
            <a:prstGeom prst="rect">
              <a:avLst/>
            </a:prstGeom>
            <a:ln w="3937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874" tIns="7874" rIns="7874" bIns="7874" anchor="ctr">
              <a:spAutoFit/>
            </a:bodyPr>
            <a:lstStyle>
              <a:lvl1pPr>
                <a:defRPr>
                  <a:solidFill>
                    <a:srgbClr val="000000"/>
                  </a:solidFill>
                </a:defRPr>
              </a:lvl1pPr>
            </a:lstStyle>
            <a:p>
              <a:pPr algn="ctr" defTabSz="1219169" hangingPunct="0"/>
              <a:r>
                <a:rPr sz="992" kern="0" dirty="0">
                  <a:latin typeface="Helvetica Neue"/>
                  <a:ea typeface="Helvetica Neue"/>
                  <a:cs typeface="Helvetica Neue"/>
                  <a:sym typeface="Helvetica Neue"/>
                </a:rPr>
                <a:t>+</a:t>
              </a:r>
            </a:p>
          </p:txBody>
        </p:sp>
        <p:sp>
          <p:nvSpPr>
            <p:cNvPr id="5040" name="Line">
              <a:extLst>
                <a:ext uri="{FF2B5EF4-FFF2-40B4-BE49-F238E27FC236}">
                  <a16:creationId xmlns:a16="http://schemas.microsoft.com/office/drawing/2014/main" id="{74283C12-1620-CD5F-6764-CD4BEB252BB8}"/>
                </a:ext>
              </a:extLst>
            </p:cNvPr>
            <p:cNvSpPr/>
            <p:nvPr/>
          </p:nvSpPr>
          <p:spPr>
            <a:xfrm flipV="1">
              <a:off x="17953872" y="5785488"/>
              <a:ext cx="502194" cy="1266657"/>
            </a:xfrm>
            <a:prstGeom prst="line">
              <a:avLst/>
            </a:prstGeom>
            <a:ln w="23622">
              <a:solidFill>
                <a:schemeClr val="accent1">
                  <a:lumMod val="60000"/>
                  <a:lumOff val="40000"/>
                </a:schemeClr>
              </a:solidFill>
              <a:miter lim="400000"/>
              <a:tailEnd type="triangle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041" name="Line">
              <a:extLst>
                <a:ext uri="{FF2B5EF4-FFF2-40B4-BE49-F238E27FC236}">
                  <a16:creationId xmlns:a16="http://schemas.microsoft.com/office/drawing/2014/main" id="{ED1C5D9C-0C2E-5727-5B9E-03AF4D38E5F3}"/>
                </a:ext>
              </a:extLst>
            </p:cNvPr>
            <p:cNvSpPr/>
            <p:nvPr/>
          </p:nvSpPr>
          <p:spPr>
            <a:xfrm>
              <a:off x="20035564" y="8972383"/>
              <a:ext cx="215129" cy="960692"/>
            </a:xfrm>
            <a:prstGeom prst="line">
              <a:avLst/>
            </a:prstGeom>
            <a:ln w="23622">
              <a:solidFill>
                <a:schemeClr val="accent2"/>
              </a:solidFill>
              <a:miter lim="400000"/>
              <a:tailEnd type="triangle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042" name="Line">
              <a:extLst>
                <a:ext uri="{FF2B5EF4-FFF2-40B4-BE49-F238E27FC236}">
                  <a16:creationId xmlns:a16="http://schemas.microsoft.com/office/drawing/2014/main" id="{72D437F8-1106-62E6-C83D-B44ADE0FB8F4}"/>
                </a:ext>
              </a:extLst>
            </p:cNvPr>
            <p:cNvSpPr/>
            <p:nvPr/>
          </p:nvSpPr>
          <p:spPr>
            <a:xfrm>
              <a:off x="18705325" y="7956769"/>
              <a:ext cx="595028" cy="379287"/>
            </a:xfrm>
            <a:prstGeom prst="line">
              <a:avLst/>
            </a:prstGeom>
            <a:ln w="39370">
              <a:solidFill>
                <a:schemeClr val="accent1">
                  <a:lumMod val="60000"/>
                  <a:lumOff val="40000"/>
                </a:schemeClr>
              </a:solidFill>
              <a:miter lim="400000"/>
              <a:tailEnd type="triangle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043" name="Arrow 2">
              <a:extLst>
                <a:ext uri="{FF2B5EF4-FFF2-40B4-BE49-F238E27FC236}">
                  <a16:creationId xmlns:a16="http://schemas.microsoft.com/office/drawing/2014/main" id="{E7172FBC-9AAB-CC87-8C5E-ED40C8F66909}"/>
                </a:ext>
              </a:extLst>
            </p:cNvPr>
            <p:cNvSpPr/>
            <p:nvPr/>
          </p:nvSpPr>
          <p:spPr>
            <a:xfrm>
              <a:off x="18914856" y="7658627"/>
              <a:ext cx="813585" cy="6551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749" y="0"/>
                  </a:moveTo>
                  <a:cubicBezTo>
                    <a:pt x="8457" y="0"/>
                    <a:pt x="6373" y="1103"/>
                    <a:pt x="4819" y="2903"/>
                  </a:cubicBezTo>
                  <a:lnTo>
                    <a:pt x="6744" y="6147"/>
                  </a:lnTo>
                  <a:cubicBezTo>
                    <a:pt x="7744" y="4819"/>
                    <a:pt x="9169" y="3989"/>
                    <a:pt x="10749" y="3989"/>
                  </a:cubicBezTo>
                  <a:cubicBezTo>
                    <a:pt x="13751" y="3989"/>
                    <a:pt x="16189" y="6985"/>
                    <a:pt x="16232" y="10700"/>
                  </a:cubicBezTo>
                  <a:lnTo>
                    <a:pt x="14265" y="10700"/>
                  </a:lnTo>
                  <a:lnTo>
                    <a:pt x="17933" y="16883"/>
                  </a:lnTo>
                  <a:lnTo>
                    <a:pt x="21600" y="10700"/>
                  </a:lnTo>
                  <a:lnTo>
                    <a:pt x="19444" y="10700"/>
                  </a:lnTo>
                  <a:cubicBezTo>
                    <a:pt x="19401" y="4782"/>
                    <a:pt x="15525" y="0"/>
                    <a:pt x="10749" y="0"/>
                  </a:cubicBezTo>
                  <a:close/>
                  <a:moveTo>
                    <a:pt x="3667" y="4515"/>
                  </a:moveTo>
                  <a:lnTo>
                    <a:pt x="0" y="10700"/>
                  </a:lnTo>
                  <a:lnTo>
                    <a:pt x="2054" y="10700"/>
                  </a:lnTo>
                  <a:cubicBezTo>
                    <a:pt x="2053" y="10733"/>
                    <a:pt x="2054" y="10767"/>
                    <a:pt x="2054" y="10801"/>
                  </a:cubicBezTo>
                  <a:cubicBezTo>
                    <a:pt x="2054" y="16766"/>
                    <a:pt x="5946" y="21600"/>
                    <a:pt x="10749" y="21600"/>
                  </a:cubicBezTo>
                  <a:cubicBezTo>
                    <a:pt x="13080" y="21600"/>
                    <a:pt x="15197" y="20461"/>
                    <a:pt x="16759" y="18607"/>
                  </a:cubicBezTo>
                  <a:lnTo>
                    <a:pt x="14814" y="15375"/>
                  </a:lnTo>
                  <a:cubicBezTo>
                    <a:pt x="13811" y="16749"/>
                    <a:pt x="12360" y="17611"/>
                    <a:pt x="10749" y="17611"/>
                  </a:cubicBezTo>
                  <a:cubicBezTo>
                    <a:pt x="7720" y="17611"/>
                    <a:pt x="5266" y="14563"/>
                    <a:pt x="5266" y="10801"/>
                  </a:cubicBezTo>
                  <a:cubicBezTo>
                    <a:pt x="5266" y="10767"/>
                    <a:pt x="5265" y="10733"/>
                    <a:pt x="5266" y="10700"/>
                  </a:cubicBezTo>
                  <a:lnTo>
                    <a:pt x="7335" y="10700"/>
                  </a:lnTo>
                  <a:lnTo>
                    <a:pt x="3667" y="4515"/>
                  </a:lnTo>
                  <a:close/>
                </a:path>
              </a:pathLst>
            </a:custGeom>
            <a:solidFill>
              <a:srgbClr val="000000"/>
            </a:solidFill>
            <a:ln w="3937"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044" name="Arrow 2">
              <a:extLst>
                <a:ext uri="{FF2B5EF4-FFF2-40B4-BE49-F238E27FC236}">
                  <a16:creationId xmlns:a16="http://schemas.microsoft.com/office/drawing/2014/main" id="{49C59CB7-6E66-9FB0-5ECE-BCDD0CC65163}"/>
                </a:ext>
              </a:extLst>
            </p:cNvPr>
            <p:cNvSpPr/>
            <p:nvPr/>
          </p:nvSpPr>
          <p:spPr>
            <a:xfrm>
              <a:off x="21028235" y="6224297"/>
              <a:ext cx="813585" cy="6551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749" y="0"/>
                  </a:moveTo>
                  <a:cubicBezTo>
                    <a:pt x="8457" y="0"/>
                    <a:pt x="6373" y="1103"/>
                    <a:pt x="4819" y="2903"/>
                  </a:cubicBezTo>
                  <a:lnTo>
                    <a:pt x="6744" y="6147"/>
                  </a:lnTo>
                  <a:cubicBezTo>
                    <a:pt x="7744" y="4819"/>
                    <a:pt x="9169" y="3989"/>
                    <a:pt x="10749" y="3989"/>
                  </a:cubicBezTo>
                  <a:cubicBezTo>
                    <a:pt x="13751" y="3989"/>
                    <a:pt x="16189" y="6985"/>
                    <a:pt x="16232" y="10700"/>
                  </a:cubicBezTo>
                  <a:lnTo>
                    <a:pt x="14265" y="10700"/>
                  </a:lnTo>
                  <a:lnTo>
                    <a:pt x="17933" y="16883"/>
                  </a:lnTo>
                  <a:lnTo>
                    <a:pt x="21600" y="10700"/>
                  </a:lnTo>
                  <a:lnTo>
                    <a:pt x="19444" y="10700"/>
                  </a:lnTo>
                  <a:cubicBezTo>
                    <a:pt x="19401" y="4782"/>
                    <a:pt x="15525" y="0"/>
                    <a:pt x="10749" y="0"/>
                  </a:cubicBezTo>
                  <a:close/>
                  <a:moveTo>
                    <a:pt x="3667" y="4515"/>
                  </a:moveTo>
                  <a:lnTo>
                    <a:pt x="0" y="10700"/>
                  </a:lnTo>
                  <a:lnTo>
                    <a:pt x="2054" y="10700"/>
                  </a:lnTo>
                  <a:cubicBezTo>
                    <a:pt x="2053" y="10733"/>
                    <a:pt x="2054" y="10767"/>
                    <a:pt x="2054" y="10801"/>
                  </a:cubicBezTo>
                  <a:cubicBezTo>
                    <a:pt x="2054" y="16766"/>
                    <a:pt x="5946" y="21600"/>
                    <a:pt x="10749" y="21600"/>
                  </a:cubicBezTo>
                  <a:cubicBezTo>
                    <a:pt x="13080" y="21600"/>
                    <a:pt x="15197" y="20461"/>
                    <a:pt x="16759" y="18607"/>
                  </a:cubicBezTo>
                  <a:lnTo>
                    <a:pt x="14814" y="15375"/>
                  </a:lnTo>
                  <a:cubicBezTo>
                    <a:pt x="13811" y="16749"/>
                    <a:pt x="12360" y="17611"/>
                    <a:pt x="10749" y="17611"/>
                  </a:cubicBezTo>
                  <a:cubicBezTo>
                    <a:pt x="7720" y="17611"/>
                    <a:pt x="5266" y="14563"/>
                    <a:pt x="5266" y="10801"/>
                  </a:cubicBezTo>
                  <a:cubicBezTo>
                    <a:pt x="5266" y="10767"/>
                    <a:pt x="5265" y="10733"/>
                    <a:pt x="5266" y="10700"/>
                  </a:cubicBezTo>
                  <a:lnTo>
                    <a:pt x="7335" y="10700"/>
                  </a:lnTo>
                  <a:lnTo>
                    <a:pt x="3667" y="4515"/>
                  </a:lnTo>
                  <a:close/>
                </a:path>
              </a:pathLst>
            </a:custGeom>
            <a:solidFill>
              <a:srgbClr val="7030A0"/>
            </a:solidFill>
            <a:ln w="3937"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045" name="Arrow 2">
              <a:extLst>
                <a:ext uri="{FF2B5EF4-FFF2-40B4-BE49-F238E27FC236}">
                  <a16:creationId xmlns:a16="http://schemas.microsoft.com/office/drawing/2014/main" id="{9137CC39-72E4-C7EC-5EEB-807C5C36AEB3}"/>
                </a:ext>
              </a:extLst>
            </p:cNvPr>
            <p:cNvSpPr/>
            <p:nvPr/>
          </p:nvSpPr>
          <p:spPr>
            <a:xfrm>
              <a:off x="16970291" y="6976937"/>
              <a:ext cx="813585" cy="6551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749" y="0"/>
                  </a:moveTo>
                  <a:cubicBezTo>
                    <a:pt x="8457" y="0"/>
                    <a:pt x="6373" y="1103"/>
                    <a:pt x="4819" y="2903"/>
                  </a:cubicBezTo>
                  <a:lnTo>
                    <a:pt x="6744" y="6147"/>
                  </a:lnTo>
                  <a:cubicBezTo>
                    <a:pt x="7744" y="4819"/>
                    <a:pt x="9169" y="3989"/>
                    <a:pt x="10749" y="3989"/>
                  </a:cubicBezTo>
                  <a:cubicBezTo>
                    <a:pt x="13751" y="3989"/>
                    <a:pt x="16189" y="6985"/>
                    <a:pt x="16232" y="10700"/>
                  </a:cubicBezTo>
                  <a:lnTo>
                    <a:pt x="14265" y="10700"/>
                  </a:lnTo>
                  <a:lnTo>
                    <a:pt x="17933" y="16883"/>
                  </a:lnTo>
                  <a:lnTo>
                    <a:pt x="21600" y="10700"/>
                  </a:lnTo>
                  <a:lnTo>
                    <a:pt x="19444" y="10700"/>
                  </a:lnTo>
                  <a:cubicBezTo>
                    <a:pt x="19401" y="4782"/>
                    <a:pt x="15525" y="0"/>
                    <a:pt x="10749" y="0"/>
                  </a:cubicBezTo>
                  <a:close/>
                  <a:moveTo>
                    <a:pt x="3667" y="4515"/>
                  </a:moveTo>
                  <a:lnTo>
                    <a:pt x="0" y="10700"/>
                  </a:lnTo>
                  <a:lnTo>
                    <a:pt x="2054" y="10700"/>
                  </a:lnTo>
                  <a:cubicBezTo>
                    <a:pt x="2053" y="10733"/>
                    <a:pt x="2054" y="10767"/>
                    <a:pt x="2054" y="10801"/>
                  </a:cubicBezTo>
                  <a:cubicBezTo>
                    <a:pt x="2054" y="16766"/>
                    <a:pt x="5946" y="21600"/>
                    <a:pt x="10749" y="21600"/>
                  </a:cubicBezTo>
                  <a:cubicBezTo>
                    <a:pt x="13080" y="21600"/>
                    <a:pt x="15197" y="20461"/>
                    <a:pt x="16759" y="18607"/>
                  </a:cubicBezTo>
                  <a:lnTo>
                    <a:pt x="14814" y="15375"/>
                  </a:lnTo>
                  <a:cubicBezTo>
                    <a:pt x="13811" y="16749"/>
                    <a:pt x="12360" y="17611"/>
                    <a:pt x="10749" y="17611"/>
                  </a:cubicBezTo>
                  <a:cubicBezTo>
                    <a:pt x="7720" y="17611"/>
                    <a:pt x="5266" y="14563"/>
                    <a:pt x="5266" y="10801"/>
                  </a:cubicBezTo>
                  <a:cubicBezTo>
                    <a:pt x="5266" y="10767"/>
                    <a:pt x="5265" y="10733"/>
                    <a:pt x="5266" y="10700"/>
                  </a:cubicBezTo>
                  <a:lnTo>
                    <a:pt x="7335" y="10700"/>
                  </a:lnTo>
                  <a:lnTo>
                    <a:pt x="3667" y="4515"/>
                  </a:lnTo>
                  <a:close/>
                </a:path>
              </a:pathLst>
            </a:custGeom>
            <a:solidFill>
              <a:srgbClr val="7030A0"/>
            </a:solidFill>
            <a:ln w="3937"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046" name="Arrow 2">
              <a:extLst>
                <a:ext uri="{FF2B5EF4-FFF2-40B4-BE49-F238E27FC236}">
                  <a16:creationId xmlns:a16="http://schemas.microsoft.com/office/drawing/2014/main" id="{6AC0E055-6DD8-E2BC-586D-4A7F47D2B07F}"/>
                </a:ext>
              </a:extLst>
            </p:cNvPr>
            <p:cNvSpPr/>
            <p:nvPr/>
          </p:nvSpPr>
          <p:spPr>
            <a:xfrm>
              <a:off x="18158308" y="7518569"/>
              <a:ext cx="813585" cy="6551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749" y="0"/>
                  </a:moveTo>
                  <a:cubicBezTo>
                    <a:pt x="8457" y="0"/>
                    <a:pt x="6373" y="1103"/>
                    <a:pt x="4819" y="2903"/>
                  </a:cubicBezTo>
                  <a:lnTo>
                    <a:pt x="6744" y="6147"/>
                  </a:lnTo>
                  <a:cubicBezTo>
                    <a:pt x="7744" y="4819"/>
                    <a:pt x="9169" y="3989"/>
                    <a:pt x="10749" y="3989"/>
                  </a:cubicBezTo>
                  <a:cubicBezTo>
                    <a:pt x="13751" y="3989"/>
                    <a:pt x="16189" y="6985"/>
                    <a:pt x="16232" y="10700"/>
                  </a:cubicBezTo>
                  <a:lnTo>
                    <a:pt x="14265" y="10700"/>
                  </a:lnTo>
                  <a:lnTo>
                    <a:pt x="17933" y="16883"/>
                  </a:lnTo>
                  <a:lnTo>
                    <a:pt x="21600" y="10700"/>
                  </a:lnTo>
                  <a:lnTo>
                    <a:pt x="19444" y="10700"/>
                  </a:lnTo>
                  <a:cubicBezTo>
                    <a:pt x="19401" y="4782"/>
                    <a:pt x="15525" y="0"/>
                    <a:pt x="10749" y="0"/>
                  </a:cubicBezTo>
                  <a:close/>
                  <a:moveTo>
                    <a:pt x="3667" y="4515"/>
                  </a:moveTo>
                  <a:lnTo>
                    <a:pt x="0" y="10700"/>
                  </a:lnTo>
                  <a:lnTo>
                    <a:pt x="2054" y="10700"/>
                  </a:lnTo>
                  <a:cubicBezTo>
                    <a:pt x="2053" y="10733"/>
                    <a:pt x="2054" y="10767"/>
                    <a:pt x="2054" y="10801"/>
                  </a:cubicBezTo>
                  <a:cubicBezTo>
                    <a:pt x="2054" y="16766"/>
                    <a:pt x="5946" y="21600"/>
                    <a:pt x="10749" y="21600"/>
                  </a:cubicBezTo>
                  <a:cubicBezTo>
                    <a:pt x="13080" y="21600"/>
                    <a:pt x="15197" y="20461"/>
                    <a:pt x="16759" y="18607"/>
                  </a:cubicBezTo>
                  <a:lnTo>
                    <a:pt x="14814" y="15375"/>
                  </a:lnTo>
                  <a:cubicBezTo>
                    <a:pt x="13811" y="16749"/>
                    <a:pt x="12360" y="17611"/>
                    <a:pt x="10749" y="17611"/>
                  </a:cubicBezTo>
                  <a:cubicBezTo>
                    <a:pt x="7720" y="17611"/>
                    <a:pt x="5266" y="14563"/>
                    <a:pt x="5266" y="10801"/>
                  </a:cubicBezTo>
                  <a:cubicBezTo>
                    <a:pt x="5266" y="10767"/>
                    <a:pt x="5265" y="10733"/>
                    <a:pt x="5266" y="10700"/>
                  </a:cubicBezTo>
                  <a:lnTo>
                    <a:pt x="7335" y="10700"/>
                  </a:lnTo>
                  <a:lnTo>
                    <a:pt x="3667" y="4515"/>
                  </a:lnTo>
                  <a:close/>
                </a:path>
              </a:pathLst>
            </a:custGeom>
            <a:solidFill>
              <a:srgbClr val="7030A0"/>
            </a:solidFill>
            <a:ln w="3937"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047" name="Gear">
              <a:extLst>
                <a:ext uri="{FF2B5EF4-FFF2-40B4-BE49-F238E27FC236}">
                  <a16:creationId xmlns:a16="http://schemas.microsoft.com/office/drawing/2014/main" id="{34DAE71D-783A-37F4-C667-1171E3324436}"/>
                </a:ext>
              </a:extLst>
            </p:cNvPr>
            <p:cNvSpPr/>
            <p:nvPr/>
          </p:nvSpPr>
          <p:spPr>
            <a:xfrm>
              <a:off x="20092329" y="6958020"/>
              <a:ext cx="637759" cy="6349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9" extrusionOk="0">
                  <a:moveTo>
                    <a:pt x="9384" y="0"/>
                  </a:moveTo>
                  <a:cubicBezTo>
                    <a:pt x="9373" y="0"/>
                    <a:pt x="9237" y="27"/>
                    <a:pt x="9075" y="54"/>
                  </a:cubicBezTo>
                  <a:lnTo>
                    <a:pt x="7468" y="445"/>
                  </a:lnTo>
                  <a:cubicBezTo>
                    <a:pt x="7312" y="494"/>
                    <a:pt x="7177" y="531"/>
                    <a:pt x="7166" y="537"/>
                  </a:cubicBezTo>
                  <a:cubicBezTo>
                    <a:pt x="7161" y="542"/>
                    <a:pt x="7154" y="677"/>
                    <a:pt x="7154" y="840"/>
                  </a:cubicBezTo>
                  <a:lnTo>
                    <a:pt x="7166" y="1761"/>
                  </a:lnTo>
                  <a:cubicBezTo>
                    <a:pt x="7166" y="1924"/>
                    <a:pt x="7047" y="2119"/>
                    <a:pt x="6902" y="2190"/>
                  </a:cubicBezTo>
                  <a:lnTo>
                    <a:pt x="6151" y="2574"/>
                  </a:lnTo>
                  <a:cubicBezTo>
                    <a:pt x="6006" y="2655"/>
                    <a:pt x="5778" y="2644"/>
                    <a:pt x="5649" y="2547"/>
                  </a:cubicBezTo>
                  <a:lnTo>
                    <a:pt x="4900" y="2010"/>
                  </a:lnTo>
                  <a:cubicBezTo>
                    <a:pt x="4765" y="1913"/>
                    <a:pt x="4651" y="1842"/>
                    <a:pt x="4645" y="1848"/>
                  </a:cubicBezTo>
                  <a:cubicBezTo>
                    <a:pt x="4640" y="1853"/>
                    <a:pt x="4527" y="1941"/>
                    <a:pt x="4398" y="2044"/>
                  </a:cubicBezTo>
                  <a:lnTo>
                    <a:pt x="3162" y="3116"/>
                  </a:lnTo>
                  <a:cubicBezTo>
                    <a:pt x="3043" y="3230"/>
                    <a:pt x="2941" y="3327"/>
                    <a:pt x="2936" y="3333"/>
                  </a:cubicBezTo>
                  <a:cubicBezTo>
                    <a:pt x="2930" y="3338"/>
                    <a:pt x="2990" y="3462"/>
                    <a:pt x="3065" y="3609"/>
                  </a:cubicBezTo>
                  <a:lnTo>
                    <a:pt x="3490" y="4401"/>
                  </a:lnTo>
                  <a:cubicBezTo>
                    <a:pt x="3566" y="4548"/>
                    <a:pt x="3551" y="4769"/>
                    <a:pt x="3448" y="4899"/>
                  </a:cubicBezTo>
                  <a:lnTo>
                    <a:pt x="2909" y="5648"/>
                  </a:lnTo>
                  <a:cubicBezTo>
                    <a:pt x="2817" y="5783"/>
                    <a:pt x="2612" y="5879"/>
                    <a:pt x="2450" y="5858"/>
                  </a:cubicBezTo>
                  <a:lnTo>
                    <a:pt x="1548" y="5739"/>
                  </a:lnTo>
                  <a:cubicBezTo>
                    <a:pt x="1386" y="5717"/>
                    <a:pt x="1251" y="5707"/>
                    <a:pt x="1246" y="5712"/>
                  </a:cubicBezTo>
                  <a:cubicBezTo>
                    <a:pt x="1241" y="5717"/>
                    <a:pt x="1181" y="5848"/>
                    <a:pt x="1111" y="6000"/>
                  </a:cubicBezTo>
                  <a:lnTo>
                    <a:pt x="518" y="7483"/>
                  </a:lnTo>
                  <a:cubicBezTo>
                    <a:pt x="464" y="7640"/>
                    <a:pt x="420" y="7776"/>
                    <a:pt x="415" y="7781"/>
                  </a:cubicBezTo>
                  <a:cubicBezTo>
                    <a:pt x="415" y="7792"/>
                    <a:pt x="523" y="7874"/>
                    <a:pt x="658" y="7966"/>
                  </a:cubicBezTo>
                  <a:lnTo>
                    <a:pt x="1381" y="8454"/>
                  </a:lnTo>
                  <a:cubicBezTo>
                    <a:pt x="1516" y="8546"/>
                    <a:pt x="1602" y="8752"/>
                    <a:pt x="1570" y="8914"/>
                  </a:cubicBezTo>
                  <a:lnTo>
                    <a:pt x="1420" y="9944"/>
                  </a:lnTo>
                  <a:cubicBezTo>
                    <a:pt x="1404" y="10106"/>
                    <a:pt x="1263" y="10291"/>
                    <a:pt x="1106" y="10345"/>
                  </a:cubicBezTo>
                  <a:lnTo>
                    <a:pt x="280" y="10648"/>
                  </a:lnTo>
                  <a:cubicBezTo>
                    <a:pt x="123" y="10702"/>
                    <a:pt x="0" y="10758"/>
                    <a:pt x="0" y="10769"/>
                  </a:cubicBezTo>
                  <a:cubicBezTo>
                    <a:pt x="0" y="10779"/>
                    <a:pt x="6" y="10919"/>
                    <a:pt x="17" y="11082"/>
                  </a:cubicBezTo>
                  <a:lnTo>
                    <a:pt x="167" y="12626"/>
                  </a:lnTo>
                  <a:cubicBezTo>
                    <a:pt x="194" y="12789"/>
                    <a:pt x="210" y="12930"/>
                    <a:pt x="216" y="12941"/>
                  </a:cubicBezTo>
                  <a:cubicBezTo>
                    <a:pt x="216" y="12952"/>
                    <a:pt x="350" y="12974"/>
                    <a:pt x="518" y="12990"/>
                  </a:cubicBezTo>
                  <a:lnTo>
                    <a:pt x="1354" y="13082"/>
                  </a:lnTo>
                  <a:cubicBezTo>
                    <a:pt x="1516" y="13098"/>
                    <a:pt x="1688" y="13245"/>
                    <a:pt x="1737" y="13402"/>
                  </a:cubicBezTo>
                  <a:lnTo>
                    <a:pt x="2121" y="14501"/>
                  </a:lnTo>
                  <a:cubicBezTo>
                    <a:pt x="2181" y="14653"/>
                    <a:pt x="2142" y="14881"/>
                    <a:pt x="2028" y="15000"/>
                  </a:cubicBezTo>
                  <a:lnTo>
                    <a:pt x="1457" y="15624"/>
                  </a:lnTo>
                  <a:cubicBezTo>
                    <a:pt x="1349" y="15743"/>
                    <a:pt x="1258" y="15850"/>
                    <a:pt x="1263" y="15856"/>
                  </a:cubicBezTo>
                  <a:cubicBezTo>
                    <a:pt x="1268" y="15861"/>
                    <a:pt x="1338" y="15986"/>
                    <a:pt x="1425" y="16127"/>
                  </a:cubicBezTo>
                  <a:lnTo>
                    <a:pt x="2256" y="17380"/>
                  </a:lnTo>
                  <a:cubicBezTo>
                    <a:pt x="2353" y="17510"/>
                    <a:pt x="2440" y="17623"/>
                    <a:pt x="2445" y="17634"/>
                  </a:cubicBezTo>
                  <a:cubicBezTo>
                    <a:pt x="2450" y="17639"/>
                    <a:pt x="2579" y="17595"/>
                    <a:pt x="2730" y="17535"/>
                  </a:cubicBezTo>
                  <a:lnTo>
                    <a:pt x="3490" y="17232"/>
                  </a:lnTo>
                  <a:cubicBezTo>
                    <a:pt x="3641" y="17173"/>
                    <a:pt x="3863" y="17216"/>
                    <a:pt x="3976" y="17336"/>
                  </a:cubicBezTo>
                  <a:lnTo>
                    <a:pt x="4905" y="18192"/>
                  </a:lnTo>
                  <a:cubicBezTo>
                    <a:pt x="5029" y="18295"/>
                    <a:pt x="5100" y="18511"/>
                    <a:pt x="5062" y="18673"/>
                  </a:cubicBezTo>
                  <a:lnTo>
                    <a:pt x="4851" y="19476"/>
                  </a:lnTo>
                  <a:cubicBezTo>
                    <a:pt x="4808" y="19633"/>
                    <a:pt x="4780" y="19769"/>
                    <a:pt x="4785" y="19774"/>
                  </a:cubicBezTo>
                  <a:cubicBezTo>
                    <a:pt x="4791" y="19780"/>
                    <a:pt x="4915" y="19850"/>
                    <a:pt x="5055" y="19937"/>
                  </a:cubicBezTo>
                  <a:lnTo>
                    <a:pt x="6345" y="20631"/>
                  </a:lnTo>
                  <a:cubicBezTo>
                    <a:pt x="6491" y="20701"/>
                    <a:pt x="6621" y="20761"/>
                    <a:pt x="6632" y="20766"/>
                  </a:cubicBezTo>
                  <a:cubicBezTo>
                    <a:pt x="6637" y="20772"/>
                    <a:pt x="6735" y="20668"/>
                    <a:pt x="6843" y="20543"/>
                  </a:cubicBezTo>
                  <a:lnTo>
                    <a:pt x="7370" y="19932"/>
                  </a:lnTo>
                  <a:cubicBezTo>
                    <a:pt x="7478" y="19807"/>
                    <a:pt x="7694" y="19742"/>
                    <a:pt x="7851" y="19791"/>
                  </a:cubicBezTo>
                  <a:lnTo>
                    <a:pt x="9136" y="20116"/>
                  </a:lnTo>
                  <a:cubicBezTo>
                    <a:pt x="9298" y="20149"/>
                    <a:pt x="9459" y="20306"/>
                    <a:pt x="9497" y="20468"/>
                  </a:cubicBezTo>
                  <a:lnTo>
                    <a:pt x="9680" y="21259"/>
                  </a:lnTo>
                  <a:cubicBezTo>
                    <a:pt x="9718" y="21422"/>
                    <a:pt x="9756" y="21552"/>
                    <a:pt x="9761" y="21552"/>
                  </a:cubicBezTo>
                  <a:cubicBezTo>
                    <a:pt x="9767" y="21552"/>
                    <a:pt x="9911" y="21562"/>
                    <a:pt x="10073" y="21573"/>
                  </a:cubicBezTo>
                  <a:lnTo>
                    <a:pt x="10500" y="21595"/>
                  </a:lnTo>
                  <a:cubicBezTo>
                    <a:pt x="10662" y="21600"/>
                    <a:pt x="10931" y="21600"/>
                    <a:pt x="11098" y="21595"/>
                  </a:cubicBezTo>
                  <a:lnTo>
                    <a:pt x="11525" y="21573"/>
                  </a:lnTo>
                  <a:cubicBezTo>
                    <a:pt x="11687" y="21562"/>
                    <a:pt x="11828" y="21552"/>
                    <a:pt x="11839" y="21552"/>
                  </a:cubicBezTo>
                  <a:cubicBezTo>
                    <a:pt x="11849" y="21552"/>
                    <a:pt x="11882" y="21416"/>
                    <a:pt x="11920" y="21259"/>
                  </a:cubicBezTo>
                  <a:lnTo>
                    <a:pt x="12103" y="20468"/>
                  </a:lnTo>
                  <a:cubicBezTo>
                    <a:pt x="12141" y="20306"/>
                    <a:pt x="12302" y="20149"/>
                    <a:pt x="12464" y="20116"/>
                  </a:cubicBezTo>
                  <a:lnTo>
                    <a:pt x="13749" y="19791"/>
                  </a:lnTo>
                  <a:cubicBezTo>
                    <a:pt x="13906" y="19742"/>
                    <a:pt x="14120" y="19807"/>
                    <a:pt x="14228" y="19932"/>
                  </a:cubicBezTo>
                  <a:lnTo>
                    <a:pt x="14757" y="20543"/>
                  </a:lnTo>
                  <a:cubicBezTo>
                    <a:pt x="14865" y="20668"/>
                    <a:pt x="14957" y="20767"/>
                    <a:pt x="14968" y="20766"/>
                  </a:cubicBezTo>
                  <a:cubicBezTo>
                    <a:pt x="14974" y="20761"/>
                    <a:pt x="15102" y="20701"/>
                    <a:pt x="15253" y="20631"/>
                  </a:cubicBezTo>
                  <a:lnTo>
                    <a:pt x="16543" y="19937"/>
                  </a:lnTo>
                  <a:cubicBezTo>
                    <a:pt x="16683" y="19850"/>
                    <a:pt x="16802" y="19780"/>
                    <a:pt x="16813" y="19774"/>
                  </a:cubicBezTo>
                  <a:cubicBezTo>
                    <a:pt x="16818" y="19769"/>
                    <a:pt x="16792" y="19633"/>
                    <a:pt x="16749" y="19476"/>
                  </a:cubicBezTo>
                  <a:lnTo>
                    <a:pt x="16538" y="18673"/>
                  </a:lnTo>
                  <a:cubicBezTo>
                    <a:pt x="16495" y="18516"/>
                    <a:pt x="16565" y="18301"/>
                    <a:pt x="16695" y="18192"/>
                  </a:cubicBezTo>
                  <a:lnTo>
                    <a:pt x="17622" y="17336"/>
                  </a:lnTo>
                  <a:cubicBezTo>
                    <a:pt x="17736" y="17216"/>
                    <a:pt x="17957" y="17173"/>
                    <a:pt x="18108" y="17232"/>
                  </a:cubicBezTo>
                  <a:lnTo>
                    <a:pt x="18868" y="17535"/>
                  </a:lnTo>
                  <a:cubicBezTo>
                    <a:pt x="19019" y="17595"/>
                    <a:pt x="19150" y="17639"/>
                    <a:pt x="19155" y="17634"/>
                  </a:cubicBezTo>
                  <a:cubicBezTo>
                    <a:pt x="19160" y="17628"/>
                    <a:pt x="19247" y="17515"/>
                    <a:pt x="19344" y="17380"/>
                  </a:cubicBezTo>
                  <a:lnTo>
                    <a:pt x="20175" y="16127"/>
                  </a:lnTo>
                  <a:cubicBezTo>
                    <a:pt x="20262" y="15986"/>
                    <a:pt x="20332" y="15861"/>
                    <a:pt x="20337" y="15856"/>
                  </a:cubicBezTo>
                  <a:cubicBezTo>
                    <a:pt x="20342" y="15850"/>
                    <a:pt x="20256" y="15743"/>
                    <a:pt x="20143" y="15624"/>
                  </a:cubicBezTo>
                  <a:lnTo>
                    <a:pt x="19570" y="14989"/>
                  </a:lnTo>
                  <a:cubicBezTo>
                    <a:pt x="19462" y="14869"/>
                    <a:pt x="19419" y="14642"/>
                    <a:pt x="19479" y="14491"/>
                  </a:cubicBezTo>
                  <a:lnTo>
                    <a:pt x="19862" y="13390"/>
                  </a:lnTo>
                  <a:cubicBezTo>
                    <a:pt x="19910" y="13233"/>
                    <a:pt x="20082" y="13088"/>
                    <a:pt x="20244" y="13072"/>
                  </a:cubicBezTo>
                  <a:lnTo>
                    <a:pt x="21081" y="12978"/>
                  </a:lnTo>
                  <a:cubicBezTo>
                    <a:pt x="21243" y="12962"/>
                    <a:pt x="21379" y="12940"/>
                    <a:pt x="21384" y="12929"/>
                  </a:cubicBezTo>
                  <a:cubicBezTo>
                    <a:pt x="21384" y="12918"/>
                    <a:pt x="21404" y="12784"/>
                    <a:pt x="21431" y="12616"/>
                  </a:cubicBezTo>
                  <a:lnTo>
                    <a:pt x="21583" y="11072"/>
                  </a:lnTo>
                  <a:cubicBezTo>
                    <a:pt x="21594" y="10909"/>
                    <a:pt x="21600" y="10767"/>
                    <a:pt x="21600" y="10757"/>
                  </a:cubicBezTo>
                  <a:cubicBezTo>
                    <a:pt x="21584" y="10757"/>
                    <a:pt x="21460" y="10702"/>
                    <a:pt x="21303" y="10648"/>
                  </a:cubicBezTo>
                  <a:lnTo>
                    <a:pt x="20477" y="10345"/>
                  </a:lnTo>
                  <a:cubicBezTo>
                    <a:pt x="20321" y="10291"/>
                    <a:pt x="20180" y="10106"/>
                    <a:pt x="20163" y="9944"/>
                  </a:cubicBezTo>
                  <a:lnTo>
                    <a:pt x="20013" y="8914"/>
                  </a:lnTo>
                  <a:cubicBezTo>
                    <a:pt x="19981" y="8752"/>
                    <a:pt x="20067" y="8546"/>
                    <a:pt x="20202" y="8454"/>
                  </a:cubicBezTo>
                  <a:lnTo>
                    <a:pt x="20926" y="7966"/>
                  </a:lnTo>
                  <a:cubicBezTo>
                    <a:pt x="21060" y="7874"/>
                    <a:pt x="21174" y="7792"/>
                    <a:pt x="21168" y="7781"/>
                  </a:cubicBezTo>
                  <a:cubicBezTo>
                    <a:pt x="21168" y="7770"/>
                    <a:pt x="21119" y="7640"/>
                    <a:pt x="21065" y="7483"/>
                  </a:cubicBezTo>
                  <a:lnTo>
                    <a:pt x="20472" y="6000"/>
                  </a:lnTo>
                  <a:cubicBezTo>
                    <a:pt x="20402" y="5848"/>
                    <a:pt x="20342" y="5723"/>
                    <a:pt x="20337" y="5712"/>
                  </a:cubicBezTo>
                  <a:cubicBezTo>
                    <a:pt x="20332" y="5701"/>
                    <a:pt x="20197" y="5717"/>
                    <a:pt x="20035" y="5739"/>
                  </a:cubicBezTo>
                  <a:lnTo>
                    <a:pt x="19133" y="5858"/>
                  </a:lnTo>
                  <a:cubicBezTo>
                    <a:pt x="18971" y="5879"/>
                    <a:pt x="18761" y="5788"/>
                    <a:pt x="18674" y="5648"/>
                  </a:cubicBezTo>
                  <a:lnTo>
                    <a:pt x="18135" y="4899"/>
                  </a:lnTo>
                  <a:cubicBezTo>
                    <a:pt x="18032" y="4769"/>
                    <a:pt x="18017" y="4548"/>
                    <a:pt x="18093" y="4401"/>
                  </a:cubicBezTo>
                  <a:lnTo>
                    <a:pt x="18518" y="3609"/>
                  </a:lnTo>
                  <a:cubicBezTo>
                    <a:pt x="18593" y="3462"/>
                    <a:pt x="18653" y="3338"/>
                    <a:pt x="18647" y="3333"/>
                  </a:cubicBezTo>
                  <a:cubicBezTo>
                    <a:pt x="18642" y="3327"/>
                    <a:pt x="18540" y="3230"/>
                    <a:pt x="18422" y="3116"/>
                  </a:cubicBezTo>
                  <a:lnTo>
                    <a:pt x="17186" y="2044"/>
                  </a:lnTo>
                  <a:cubicBezTo>
                    <a:pt x="17056" y="1941"/>
                    <a:pt x="16943" y="1853"/>
                    <a:pt x="16938" y="1848"/>
                  </a:cubicBezTo>
                  <a:cubicBezTo>
                    <a:pt x="16932" y="1842"/>
                    <a:pt x="16813" y="1918"/>
                    <a:pt x="16683" y="2010"/>
                  </a:cubicBezTo>
                  <a:lnTo>
                    <a:pt x="15934" y="2547"/>
                  </a:lnTo>
                  <a:cubicBezTo>
                    <a:pt x="15800" y="2644"/>
                    <a:pt x="15572" y="2655"/>
                    <a:pt x="15432" y="2574"/>
                  </a:cubicBezTo>
                  <a:lnTo>
                    <a:pt x="14682" y="2190"/>
                  </a:lnTo>
                  <a:cubicBezTo>
                    <a:pt x="14531" y="2119"/>
                    <a:pt x="14411" y="1929"/>
                    <a:pt x="14417" y="1761"/>
                  </a:cubicBezTo>
                  <a:lnTo>
                    <a:pt x="14429" y="840"/>
                  </a:lnTo>
                  <a:cubicBezTo>
                    <a:pt x="14429" y="677"/>
                    <a:pt x="14428" y="537"/>
                    <a:pt x="14417" y="537"/>
                  </a:cubicBezTo>
                  <a:cubicBezTo>
                    <a:pt x="14411" y="531"/>
                    <a:pt x="14272" y="494"/>
                    <a:pt x="14115" y="445"/>
                  </a:cubicBezTo>
                  <a:lnTo>
                    <a:pt x="12508" y="54"/>
                  </a:lnTo>
                  <a:cubicBezTo>
                    <a:pt x="12346" y="22"/>
                    <a:pt x="12205" y="0"/>
                    <a:pt x="12200" y="0"/>
                  </a:cubicBezTo>
                  <a:cubicBezTo>
                    <a:pt x="12189" y="0"/>
                    <a:pt x="12125" y="120"/>
                    <a:pt x="12049" y="266"/>
                  </a:cubicBezTo>
                  <a:lnTo>
                    <a:pt x="11628" y="1096"/>
                  </a:lnTo>
                  <a:cubicBezTo>
                    <a:pt x="11552" y="1242"/>
                    <a:pt x="11358" y="1355"/>
                    <a:pt x="11196" y="1350"/>
                  </a:cubicBezTo>
                  <a:lnTo>
                    <a:pt x="10387" y="1350"/>
                  </a:lnTo>
                  <a:cubicBezTo>
                    <a:pt x="10225" y="1355"/>
                    <a:pt x="10025" y="1242"/>
                    <a:pt x="9955" y="1096"/>
                  </a:cubicBezTo>
                  <a:lnTo>
                    <a:pt x="9534" y="266"/>
                  </a:lnTo>
                  <a:cubicBezTo>
                    <a:pt x="9458" y="120"/>
                    <a:pt x="9394" y="0"/>
                    <a:pt x="9384" y="0"/>
                  </a:cubicBezTo>
                  <a:close/>
                  <a:moveTo>
                    <a:pt x="10792" y="5820"/>
                  </a:moveTo>
                  <a:cubicBezTo>
                    <a:pt x="13533" y="5820"/>
                    <a:pt x="15761" y="8053"/>
                    <a:pt x="15761" y="10811"/>
                  </a:cubicBezTo>
                  <a:cubicBezTo>
                    <a:pt x="15761" y="13569"/>
                    <a:pt x="13533" y="15801"/>
                    <a:pt x="10792" y="15801"/>
                  </a:cubicBezTo>
                  <a:cubicBezTo>
                    <a:pt x="8051" y="15801"/>
                    <a:pt x="5822" y="13569"/>
                    <a:pt x="5822" y="10811"/>
                  </a:cubicBezTo>
                  <a:cubicBezTo>
                    <a:pt x="5822" y="8053"/>
                    <a:pt x="8045" y="5820"/>
                    <a:pt x="10792" y="5820"/>
                  </a:cubicBezTo>
                  <a:close/>
                  <a:moveTo>
                    <a:pt x="10792" y="7592"/>
                  </a:moveTo>
                  <a:cubicBezTo>
                    <a:pt x="9016" y="7592"/>
                    <a:pt x="7581" y="9033"/>
                    <a:pt x="7581" y="10816"/>
                  </a:cubicBezTo>
                  <a:cubicBezTo>
                    <a:pt x="7581" y="12593"/>
                    <a:pt x="9016" y="14040"/>
                    <a:pt x="10792" y="14040"/>
                  </a:cubicBezTo>
                  <a:cubicBezTo>
                    <a:pt x="12567" y="14040"/>
                    <a:pt x="14002" y="12599"/>
                    <a:pt x="14002" y="10816"/>
                  </a:cubicBezTo>
                  <a:cubicBezTo>
                    <a:pt x="14002" y="9033"/>
                    <a:pt x="12567" y="7592"/>
                    <a:pt x="10792" y="7592"/>
                  </a:cubicBezTo>
                  <a:close/>
                </a:path>
              </a:pathLst>
            </a:custGeom>
            <a:solidFill>
              <a:srgbClr val="000000"/>
            </a:solidFill>
            <a:ln w="3937"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048" name="Gear">
              <a:extLst>
                <a:ext uri="{FF2B5EF4-FFF2-40B4-BE49-F238E27FC236}">
                  <a16:creationId xmlns:a16="http://schemas.microsoft.com/office/drawing/2014/main" id="{15809258-BDB3-5CA2-3F18-6656777D581C}"/>
                </a:ext>
              </a:extLst>
            </p:cNvPr>
            <p:cNvSpPr/>
            <p:nvPr/>
          </p:nvSpPr>
          <p:spPr>
            <a:xfrm>
              <a:off x="16125105" y="6378471"/>
              <a:ext cx="637759" cy="6349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9" extrusionOk="0">
                  <a:moveTo>
                    <a:pt x="9384" y="0"/>
                  </a:moveTo>
                  <a:cubicBezTo>
                    <a:pt x="9373" y="0"/>
                    <a:pt x="9237" y="27"/>
                    <a:pt x="9075" y="54"/>
                  </a:cubicBezTo>
                  <a:lnTo>
                    <a:pt x="7468" y="445"/>
                  </a:lnTo>
                  <a:cubicBezTo>
                    <a:pt x="7312" y="494"/>
                    <a:pt x="7177" y="531"/>
                    <a:pt x="7166" y="537"/>
                  </a:cubicBezTo>
                  <a:cubicBezTo>
                    <a:pt x="7161" y="542"/>
                    <a:pt x="7154" y="677"/>
                    <a:pt x="7154" y="840"/>
                  </a:cubicBezTo>
                  <a:lnTo>
                    <a:pt x="7166" y="1761"/>
                  </a:lnTo>
                  <a:cubicBezTo>
                    <a:pt x="7166" y="1924"/>
                    <a:pt x="7047" y="2119"/>
                    <a:pt x="6902" y="2190"/>
                  </a:cubicBezTo>
                  <a:lnTo>
                    <a:pt x="6151" y="2574"/>
                  </a:lnTo>
                  <a:cubicBezTo>
                    <a:pt x="6006" y="2655"/>
                    <a:pt x="5778" y="2644"/>
                    <a:pt x="5649" y="2547"/>
                  </a:cubicBezTo>
                  <a:lnTo>
                    <a:pt x="4900" y="2010"/>
                  </a:lnTo>
                  <a:cubicBezTo>
                    <a:pt x="4765" y="1913"/>
                    <a:pt x="4651" y="1842"/>
                    <a:pt x="4645" y="1848"/>
                  </a:cubicBezTo>
                  <a:cubicBezTo>
                    <a:pt x="4640" y="1853"/>
                    <a:pt x="4527" y="1941"/>
                    <a:pt x="4398" y="2044"/>
                  </a:cubicBezTo>
                  <a:lnTo>
                    <a:pt x="3162" y="3116"/>
                  </a:lnTo>
                  <a:cubicBezTo>
                    <a:pt x="3043" y="3230"/>
                    <a:pt x="2941" y="3327"/>
                    <a:pt x="2936" y="3333"/>
                  </a:cubicBezTo>
                  <a:cubicBezTo>
                    <a:pt x="2930" y="3338"/>
                    <a:pt x="2990" y="3462"/>
                    <a:pt x="3065" y="3609"/>
                  </a:cubicBezTo>
                  <a:lnTo>
                    <a:pt x="3490" y="4401"/>
                  </a:lnTo>
                  <a:cubicBezTo>
                    <a:pt x="3566" y="4548"/>
                    <a:pt x="3551" y="4769"/>
                    <a:pt x="3448" y="4899"/>
                  </a:cubicBezTo>
                  <a:lnTo>
                    <a:pt x="2909" y="5648"/>
                  </a:lnTo>
                  <a:cubicBezTo>
                    <a:pt x="2817" y="5783"/>
                    <a:pt x="2612" y="5879"/>
                    <a:pt x="2450" y="5858"/>
                  </a:cubicBezTo>
                  <a:lnTo>
                    <a:pt x="1548" y="5739"/>
                  </a:lnTo>
                  <a:cubicBezTo>
                    <a:pt x="1386" y="5717"/>
                    <a:pt x="1251" y="5707"/>
                    <a:pt x="1246" y="5712"/>
                  </a:cubicBezTo>
                  <a:cubicBezTo>
                    <a:pt x="1241" y="5717"/>
                    <a:pt x="1181" y="5848"/>
                    <a:pt x="1111" y="6000"/>
                  </a:cubicBezTo>
                  <a:lnTo>
                    <a:pt x="518" y="7483"/>
                  </a:lnTo>
                  <a:cubicBezTo>
                    <a:pt x="464" y="7640"/>
                    <a:pt x="420" y="7776"/>
                    <a:pt x="415" y="7781"/>
                  </a:cubicBezTo>
                  <a:cubicBezTo>
                    <a:pt x="415" y="7792"/>
                    <a:pt x="523" y="7874"/>
                    <a:pt x="658" y="7966"/>
                  </a:cubicBezTo>
                  <a:lnTo>
                    <a:pt x="1381" y="8454"/>
                  </a:lnTo>
                  <a:cubicBezTo>
                    <a:pt x="1516" y="8546"/>
                    <a:pt x="1602" y="8752"/>
                    <a:pt x="1570" y="8914"/>
                  </a:cubicBezTo>
                  <a:lnTo>
                    <a:pt x="1420" y="9944"/>
                  </a:lnTo>
                  <a:cubicBezTo>
                    <a:pt x="1404" y="10106"/>
                    <a:pt x="1263" y="10291"/>
                    <a:pt x="1106" y="10345"/>
                  </a:cubicBezTo>
                  <a:lnTo>
                    <a:pt x="280" y="10648"/>
                  </a:lnTo>
                  <a:cubicBezTo>
                    <a:pt x="123" y="10702"/>
                    <a:pt x="0" y="10758"/>
                    <a:pt x="0" y="10769"/>
                  </a:cubicBezTo>
                  <a:cubicBezTo>
                    <a:pt x="0" y="10779"/>
                    <a:pt x="6" y="10919"/>
                    <a:pt x="17" y="11082"/>
                  </a:cubicBezTo>
                  <a:lnTo>
                    <a:pt x="167" y="12626"/>
                  </a:lnTo>
                  <a:cubicBezTo>
                    <a:pt x="194" y="12789"/>
                    <a:pt x="210" y="12930"/>
                    <a:pt x="216" y="12941"/>
                  </a:cubicBezTo>
                  <a:cubicBezTo>
                    <a:pt x="216" y="12952"/>
                    <a:pt x="350" y="12974"/>
                    <a:pt x="518" y="12990"/>
                  </a:cubicBezTo>
                  <a:lnTo>
                    <a:pt x="1354" y="13082"/>
                  </a:lnTo>
                  <a:cubicBezTo>
                    <a:pt x="1516" y="13098"/>
                    <a:pt x="1688" y="13245"/>
                    <a:pt x="1737" y="13402"/>
                  </a:cubicBezTo>
                  <a:lnTo>
                    <a:pt x="2121" y="14501"/>
                  </a:lnTo>
                  <a:cubicBezTo>
                    <a:pt x="2181" y="14653"/>
                    <a:pt x="2142" y="14881"/>
                    <a:pt x="2028" y="15000"/>
                  </a:cubicBezTo>
                  <a:lnTo>
                    <a:pt x="1457" y="15624"/>
                  </a:lnTo>
                  <a:cubicBezTo>
                    <a:pt x="1349" y="15743"/>
                    <a:pt x="1258" y="15850"/>
                    <a:pt x="1263" y="15856"/>
                  </a:cubicBezTo>
                  <a:cubicBezTo>
                    <a:pt x="1268" y="15861"/>
                    <a:pt x="1338" y="15986"/>
                    <a:pt x="1425" y="16127"/>
                  </a:cubicBezTo>
                  <a:lnTo>
                    <a:pt x="2256" y="17380"/>
                  </a:lnTo>
                  <a:cubicBezTo>
                    <a:pt x="2353" y="17510"/>
                    <a:pt x="2440" y="17623"/>
                    <a:pt x="2445" y="17634"/>
                  </a:cubicBezTo>
                  <a:cubicBezTo>
                    <a:pt x="2450" y="17639"/>
                    <a:pt x="2579" y="17595"/>
                    <a:pt x="2730" y="17535"/>
                  </a:cubicBezTo>
                  <a:lnTo>
                    <a:pt x="3490" y="17232"/>
                  </a:lnTo>
                  <a:cubicBezTo>
                    <a:pt x="3641" y="17173"/>
                    <a:pt x="3863" y="17216"/>
                    <a:pt x="3976" y="17336"/>
                  </a:cubicBezTo>
                  <a:lnTo>
                    <a:pt x="4905" y="18192"/>
                  </a:lnTo>
                  <a:cubicBezTo>
                    <a:pt x="5029" y="18295"/>
                    <a:pt x="5100" y="18511"/>
                    <a:pt x="5062" y="18673"/>
                  </a:cubicBezTo>
                  <a:lnTo>
                    <a:pt x="4851" y="19476"/>
                  </a:lnTo>
                  <a:cubicBezTo>
                    <a:pt x="4808" y="19633"/>
                    <a:pt x="4780" y="19769"/>
                    <a:pt x="4785" y="19774"/>
                  </a:cubicBezTo>
                  <a:cubicBezTo>
                    <a:pt x="4791" y="19780"/>
                    <a:pt x="4915" y="19850"/>
                    <a:pt x="5055" y="19937"/>
                  </a:cubicBezTo>
                  <a:lnTo>
                    <a:pt x="6345" y="20631"/>
                  </a:lnTo>
                  <a:cubicBezTo>
                    <a:pt x="6491" y="20701"/>
                    <a:pt x="6621" y="20761"/>
                    <a:pt x="6632" y="20766"/>
                  </a:cubicBezTo>
                  <a:cubicBezTo>
                    <a:pt x="6637" y="20772"/>
                    <a:pt x="6735" y="20668"/>
                    <a:pt x="6843" y="20543"/>
                  </a:cubicBezTo>
                  <a:lnTo>
                    <a:pt x="7370" y="19932"/>
                  </a:lnTo>
                  <a:cubicBezTo>
                    <a:pt x="7478" y="19807"/>
                    <a:pt x="7694" y="19742"/>
                    <a:pt x="7851" y="19791"/>
                  </a:cubicBezTo>
                  <a:lnTo>
                    <a:pt x="9136" y="20116"/>
                  </a:lnTo>
                  <a:cubicBezTo>
                    <a:pt x="9298" y="20149"/>
                    <a:pt x="9459" y="20306"/>
                    <a:pt x="9497" y="20468"/>
                  </a:cubicBezTo>
                  <a:lnTo>
                    <a:pt x="9680" y="21259"/>
                  </a:lnTo>
                  <a:cubicBezTo>
                    <a:pt x="9718" y="21422"/>
                    <a:pt x="9756" y="21552"/>
                    <a:pt x="9761" y="21552"/>
                  </a:cubicBezTo>
                  <a:cubicBezTo>
                    <a:pt x="9767" y="21552"/>
                    <a:pt x="9911" y="21562"/>
                    <a:pt x="10073" y="21573"/>
                  </a:cubicBezTo>
                  <a:lnTo>
                    <a:pt x="10500" y="21595"/>
                  </a:lnTo>
                  <a:cubicBezTo>
                    <a:pt x="10662" y="21600"/>
                    <a:pt x="10931" y="21600"/>
                    <a:pt x="11098" y="21595"/>
                  </a:cubicBezTo>
                  <a:lnTo>
                    <a:pt x="11525" y="21573"/>
                  </a:lnTo>
                  <a:cubicBezTo>
                    <a:pt x="11687" y="21562"/>
                    <a:pt x="11828" y="21552"/>
                    <a:pt x="11839" y="21552"/>
                  </a:cubicBezTo>
                  <a:cubicBezTo>
                    <a:pt x="11849" y="21552"/>
                    <a:pt x="11882" y="21416"/>
                    <a:pt x="11920" y="21259"/>
                  </a:cubicBezTo>
                  <a:lnTo>
                    <a:pt x="12103" y="20468"/>
                  </a:lnTo>
                  <a:cubicBezTo>
                    <a:pt x="12141" y="20306"/>
                    <a:pt x="12302" y="20149"/>
                    <a:pt x="12464" y="20116"/>
                  </a:cubicBezTo>
                  <a:lnTo>
                    <a:pt x="13749" y="19791"/>
                  </a:lnTo>
                  <a:cubicBezTo>
                    <a:pt x="13906" y="19742"/>
                    <a:pt x="14120" y="19807"/>
                    <a:pt x="14228" y="19932"/>
                  </a:cubicBezTo>
                  <a:lnTo>
                    <a:pt x="14757" y="20543"/>
                  </a:lnTo>
                  <a:cubicBezTo>
                    <a:pt x="14865" y="20668"/>
                    <a:pt x="14957" y="20767"/>
                    <a:pt x="14968" y="20766"/>
                  </a:cubicBezTo>
                  <a:cubicBezTo>
                    <a:pt x="14974" y="20761"/>
                    <a:pt x="15102" y="20701"/>
                    <a:pt x="15253" y="20631"/>
                  </a:cubicBezTo>
                  <a:lnTo>
                    <a:pt x="16543" y="19937"/>
                  </a:lnTo>
                  <a:cubicBezTo>
                    <a:pt x="16683" y="19850"/>
                    <a:pt x="16802" y="19780"/>
                    <a:pt x="16813" y="19774"/>
                  </a:cubicBezTo>
                  <a:cubicBezTo>
                    <a:pt x="16818" y="19769"/>
                    <a:pt x="16792" y="19633"/>
                    <a:pt x="16749" y="19476"/>
                  </a:cubicBezTo>
                  <a:lnTo>
                    <a:pt x="16538" y="18673"/>
                  </a:lnTo>
                  <a:cubicBezTo>
                    <a:pt x="16495" y="18516"/>
                    <a:pt x="16565" y="18301"/>
                    <a:pt x="16695" y="18192"/>
                  </a:cubicBezTo>
                  <a:lnTo>
                    <a:pt x="17622" y="17336"/>
                  </a:lnTo>
                  <a:cubicBezTo>
                    <a:pt x="17736" y="17216"/>
                    <a:pt x="17957" y="17173"/>
                    <a:pt x="18108" y="17232"/>
                  </a:cubicBezTo>
                  <a:lnTo>
                    <a:pt x="18868" y="17535"/>
                  </a:lnTo>
                  <a:cubicBezTo>
                    <a:pt x="19019" y="17595"/>
                    <a:pt x="19150" y="17639"/>
                    <a:pt x="19155" y="17634"/>
                  </a:cubicBezTo>
                  <a:cubicBezTo>
                    <a:pt x="19160" y="17628"/>
                    <a:pt x="19247" y="17515"/>
                    <a:pt x="19344" y="17380"/>
                  </a:cubicBezTo>
                  <a:lnTo>
                    <a:pt x="20175" y="16127"/>
                  </a:lnTo>
                  <a:cubicBezTo>
                    <a:pt x="20262" y="15986"/>
                    <a:pt x="20332" y="15861"/>
                    <a:pt x="20337" y="15856"/>
                  </a:cubicBezTo>
                  <a:cubicBezTo>
                    <a:pt x="20342" y="15850"/>
                    <a:pt x="20256" y="15743"/>
                    <a:pt x="20143" y="15624"/>
                  </a:cubicBezTo>
                  <a:lnTo>
                    <a:pt x="19570" y="14989"/>
                  </a:lnTo>
                  <a:cubicBezTo>
                    <a:pt x="19462" y="14869"/>
                    <a:pt x="19419" y="14642"/>
                    <a:pt x="19479" y="14491"/>
                  </a:cubicBezTo>
                  <a:lnTo>
                    <a:pt x="19862" y="13390"/>
                  </a:lnTo>
                  <a:cubicBezTo>
                    <a:pt x="19910" y="13233"/>
                    <a:pt x="20082" y="13088"/>
                    <a:pt x="20244" y="13072"/>
                  </a:cubicBezTo>
                  <a:lnTo>
                    <a:pt x="21081" y="12978"/>
                  </a:lnTo>
                  <a:cubicBezTo>
                    <a:pt x="21243" y="12962"/>
                    <a:pt x="21379" y="12940"/>
                    <a:pt x="21384" y="12929"/>
                  </a:cubicBezTo>
                  <a:cubicBezTo>
                    <a:pt x="21384" y="12918"/>
                    <a:pt x="21404" y="12784"/>
                    <a:pt x="21431" y="12616"/>
                  </a:cubicBezTo>
                  <a:lnTo>
                    <a:pt x="21583" y="11072"/>
                  </a:lnTo>
                  <a:cubicBezTo>
                    <a:pt x="21594" y="10909"/>
                    <a:pt x="21600" y="10767"/>
                    <a:pt x="21600" y="10757"/>
                  </a:cubicBezTo>
                  <a:cubicBezTo>
                    <a:pt x="21584" y="10757"/>
                    <a:pt x="21460" y="10702"/>
                    <a:pt x="21303" y="10648"/>
                  </a:cubicBezTo>
                  <a:lnTo>
                    <a:pt x="20477" y="10345"/>
                  </a:lnTo>
                  <a:cubicBezTo>
                    <a:pt x="20321" y="10291"/>
                    <a:pt x="20180" y="10106"/>
                    <a:pt x="20163" y="9944"/>
                  </a:cubicBezTo>
                  <a:lnTo>
                    <a:pt x="20013" y="8914"/>
                  </a:lnTo>
                  <a:cubicBezTo>
                    <a:pt x="19981" y="8752"/>
                    <a:pt x="20067" y="8546"/>
                    <a:pt x="20202" y="8454"/>
                  </a:cubicBezTo>
                  <a:lnTo>
                    <a:pt x="20926" y="7966"/>
                  </a:lnTo>
                  <a:cubicBezTo>
                    <a:pt x="21060" y="7874"/>
                    <a:pt x="21174" y="7792"/>
                    <a:pt x="21168" y="7781"/>
                  </a:cubicBezTo>
                  <a:cubicBezTo>
                    <a:pt x="21168" y="7770"/>
                    <a:pt x="21119" y="7640"/>
                    <a:pt x="21065" y="7483"/>
                  </a:cubicBezTo>
                  <a:lnTo>
                    <a:pt x="20472" y="6000"/>
                  </a:lnTo>
                  <a:cubicBezTo>
                    <a:pt x="20402" y="5848"/>
                    <a:pt x="20342" y="5723"/>
                    <a:pt x="20337" y="5712"/>
                  </a:cubicBezTo>
                  <a:cubicBezTo>
                    <a:pt x="20332" y="5701"/>
                    <a:pt x="20197" y="5717"/>
                    <a:pt x="20035" y="5739"/>
                  </a:cubicBezTo>
                  <a:lnTo>
                    <a:pt x="19133" y="5858"/>
                  </a:lnTo>
                  <a:cubicBezTo>
                    <a:pt x="18971" y="5879"/>
                    <a:pt x="18761" y="5788"/>
                    <a:pt x="18674" y="5648"/>
                  </a:cubicBezTo>
                  <a:lnTo>
                    <a:pt x="18135" y="4899"/>
                  </a:lnTo>
                  <a:cubicBezTo>
                    <a:pt x="18032" y="4769"/>
                    <a:pt x="18017" y="4548"/>
                    <a:pt x="18093" y="4401"/>
                  </a:cubicBezTo>
                  <a:lnTo>
                    <a:pt x="18518" y="3609"/>
                  </a:lnTo>
                  <a:cubicBezTo>
                    <a:pt x="18593" y="3462"/>
                    <a:pt x="18653" y="3338"/>
                    <a:pt x="18647" y="3333"/>
                  </a:cubicBezTo>
                  <a:cubicBezTo>
                    <a:pt x="18642" y="3327"/>
                    <a:pt x="18540" y="3230"/>
                    <a:pt x="18422" y="3116"/>
                  </a:cubicBezTo>
                  <a:lnTo>
                    <a:pt x="17186" y="2044"/>
                  </a:lnTo>
                  <a:cubicBezTo>
                    <a:pt x="17056" y="1941"/>
                    <a:pt x="16943" y="1853"/>
                    <a:pt x="16938" y="1848"/>
                  </a:cubicBezTo>
                  <a:cubicBezTo>
                    <a:pt x="16932" y="1842"/>
                    <a:pt x="16813" y="1918"/>
                    <a:pt x="16683" y="2010"/>
                  </a:cubicBezTo>
                  <a:lnTo>
                    <a:pt x="15934" y="2547"/>
                  </a:lnTo>
                  <a:cubicBezTo>
                    <a:pt x="15800" y="2644"/>
                    <a:pt x="15572" y="2655"/>
                    <a:pt x="15432" y="2574"/>
                  </a:cubicBezTo>
                  <a:lnTo>
                    <a:pt x="14682" y="2190"/>
                  </a:lnTo>
                  <a:cubicBezTo>
                    <a:pt x="14531" y="2119"/>
                    <a:pt x="14411" y="1929"/>
                    <a:pt x="14417" y="1761"/>
                  </a:cubicBezTo>
                  <a:lnTo>
                    <a:pt x="14429" y="840"/>
                  </a:lnTo>
                  <a:cubicBezTo>
                    <a:pt x="14429" y="677"/>
                    <a:pt x="14428" y="537"/>
                    <a:pt x="14417" y="537"/>
                  </a:cubicBezTo>
                  <a:cubicBezTo>
                    <a:pt x="14411" y="531"/>
                    <a:pt x="14272" y="494"/>
                    <a:pt x="14115" y="445"/>
                  </a:cubicBezTo>
                  <a:lnTo>
                    <a:pt x="12508" y="54"/>
                  </a:lnTo>
                  <a:cubicBezTo>
                    <a:pt x="12346" y="22"/>
                    <a:pt x="12205" y="0"/>
                    <a:pt x="12200" y="0"/>
                  </a:cubicBezTo>
                  <a:cubicBezTo>
                    <a:pt x="12189" y="0"/>
                    <a:pt x="12125" y="120"/>
                    <a:pt x="12049" y="266"/>
                  </a:cubicBezTo>
                  <a:lnTo>
                    <a:pt x="11628" y="1096"/>
                  </a:lnTo>
                  <a:cubicBezTo>
                    <a:pt x="11552" y="1242"/>
                    <a:pt x="11358" y="1355"/>
                    <a:pt x="11196" y="1350"/>
                  </a:cubicBezTo>
                  <a:lnTo>
                    <a:pt x="10387" y="1350"/>
                  </a:lnTo>
                  <a:cubicBezTo>
                    <a:pt x="10225" y="1355"/>
                    <a:pt x="10025" y="1242"/>
                    <a:pt x="9955" y="1096"/>
                  </a:cubicBezTo>
                  <a:lnTo>
                    <a:pt x="9534" y="266"/>
                  </a:lnTo>
                  <a:cubicBezTo>
                    <a:pt x="9458" y="120"/>
                    <a:pt x="9394" y="0"/>
                    <a:pt x="9384" y="0"/>
                  </a:cubicBezTo>
                  <a:close/>
                  <a:moveTo>
                    <a:pt x="10792" y="5820"/>
                  </a:moveTo>
                  <a:cubicBezTo>
                    <a:pt x="13533" y="5820"/>
                    <a:pt x="15761" y="8053"/>
                    <a:pt x="15761" y="10811"/>
                  </a:cubicBezTo>
                  <a:cubicBezTo>
                    <a:pt x="15761" y="13569"/>
                    <a:pt x="13533" y="15801"/>
                    <a:pt x="10792" y="15801"/>
                  </a:cubicBezTo>
                  <a:cubicBezTo>
                    <a:pt x="8051" y="15801"/>
                    <a:pt x="5822" y="13569"/>
                    <a:pt x="5822" y="10811"/>
                  </a:cubicBezTo>
                  <a:cubicBezTo>
                    <a:pt x="5822" y="8053"/>
                    <a:pt x="8045" y="5820"/>
                    <a:pt x="10792" y="5820"/>
                  </a:cubicBezTo>
                  <a:close/>
                  <a:moveTo>
                    <a:pt x="10792" y="7592"/>
                  </a:moveTo>
                  <a:cubicBezTo>
                    <a:pt x="9016" y="7592"/>
                    <a:pt x="7581" y="9033"/>
                    <a:pt x="7581" y="10816"/>
                  </a:cubicBezTo>
                  <a:cubicBezTo>
                    <a:pt x="7581" y="12593"/>
                    <a:pt x="9016" y="14040"/>
                    <a:pt x="10792" y="14040"/>
                  </a:cubicBezTo>
                  <a:cubicBezTo>
                    <a:pt x="12567" y="14040"/>
                    <a:pt x="14002" y="12599"/>
                    <a:pt x="14002" y="10816"/>
                  </a:cubicBezTo>
                  <a:cubicBezTo>
                    <a:pt x="14002" y="9033"/>
                    <a:pt x="12567" y="7592"/>
                    <a:pt x="10792" y="7592"/>
                  </a:cubicBezTo>
                  <a:close/>
                </a:path>
              </a:pathLst>
            </a:custGeom>
            <a:solidFill>
              <a:srgbClr val="000000"/>
            </a:solidFill>
            <a:ln w="3937"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049" name="Gear">
              <a:extLst>
                <a:ext uri="{FF2B5EF4-FFF2-40B4-BE49-F238E27FC236}">
                  <a16:creationId xmlns:a16="http://schemas.microsoft.com/office/drawing/2014/main" id="{F346D4A6-9F43-1918-BEE7-A3C0DAC2D9FF}"/>
                </a:ext>
              </a:extLst>
            </p:cNvPr>
            <p:cNvSpPr/>
            <p:nvPr/>
          </p:nvSpPr>
          <p:spPr>
            <a:xfrm>
              <a:off x="17678275" y="6993295"/>
              <a:ext cx="637756" cy="6349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9" extrusionOk="0">
                  <a:moveTo>
                    <a:pt x="9384" y="0"/>
                  </a:moveTo>
                  <a:cubicBezTo>
                    <a:pt x="9373" y="0"/>
                    <a:pt x="9237" y="27"/>
                    <a:pt x="9075" y="54"/>
                  </a:cubicBezTo>
                  <a:lnTo>
                    <a:pt x="7468" y="445"/>
                  </a:lnTo>
                  <a:cubicBezTo>
                    <a:pt x="7312" y="494"/>
                    <a:pt x="7177" y="531"/>
                    <a:pt x="7166" y="537"/>
                  </a:cubicBezTo>
                  <a:cubicBezTo>
                    <a:pt x="7161" y="542"/>
                    <a:pt x="7154" y="677"/>
                    <a:pt x="7154" y="840"/>
                  </a:cubicBezTo>
                  <a:lnTo>
                    <a:pt x="7166" y="1761"/>
                  </a:lnTo>
                  <a:cubicBezTo>
                    <a:pt x="7166" y="1924"/>
                    <a:pt x="7047" y="2119"/>
                    <a:pt x="6902" y="2190"/>
                  </a:cubicBezTo>
                  <a:lnTo>
                    <a:pt x="6151" y="2574"/>
                  </a:lnTo>
                  <a:cubicBezTo>
                    <a:pt x="6006" y="2655"/>
                    <a:pt x="5778" y="2644"/>
                    <a:pt x="5649" y="2547"/>
                  </a:cubicBezTo>
                  <a:lnTo>
                    <a:pt x="4900" y="2010"/>
                  </a:lnTo>
                  <a:cubicBezTo>
                    <a:pt x="4765" y="1913"/>
                    <a:pt x="4651" y="1842"/>
                    <a:pt x="4645" y="1848"/>
                  </a:cubicBezTo>
                  <a:cubicBezTo>
                    <a:pt x="4640" y="1853"/>
                    <a:pt x="4527" y="1941"/>
                    <a:pt x="4398" y="2044"/>
                  </a:cubicBezTo>
                  <a:lnTo>
                    <a:pt x="3162" y="3116"/>
                  </a:lnTo>
                  <a:cubicBezTo>
                    <a:pt x="3043" y="3230"/>
                    <a:pt x="2941" y="3327"/>
                    <a:pt x="2936" y="3333"/>
                  </a:cubicBezTo>
                  <a:cubicBezTo>
                    <a:pt x="2930" y="3338"/>
                    <a:pt x="2990" y="3462"/>
                    <a:pt x="3065" y="3609"/>
                  </a:cubicBezTo>
                  <a:lnTo>
                    <a:pt x="3490" y="4401"/>
                  </a:lnTo>
                  <a:cubicBezTo>
                    <a:pt x="3566" y="4548"/>
                    <a:pt x="3551" y="4769"/>
                    <a:pt x="3448" y="4899"/>
                  </a:cubicBezTo>
                  <a:lnTo>
                    <a:pt x="2909" y="5648"/>
                  </a:lnTo>
                  <a:cubicBezTo>
                    <a:pt x="2817" y="5783"/>
                    <a:pt x="2612" y="5879"/>
                    <a:pt x="2450" y="5858"/>
                  </a:cubicBezTo>
                  <a:lnTo>
                    <a:pt x="1548" y="5739"/>
                  </a:lnTo>
                  <a:cubicBezTo>
                    <a:pt x="1386" y="5717"/>
                    <a:pt x="1251" y="5707"/>
                    <a:pt x="1246" y="5712"/>
                  </a:cubicBezTo>
                  <a:cubicBezTo>
                    <a:pt x="1241" y="5717"/>
                    <a:pt x="1181" y="5848"/>
                    <a:pt x="1111" y="6000"/>
                  </a:cubicBezTo>
                  <a:lnTo>
                    <a:pt x="518" y="7483"/>
                  </a:lnTo>
                  <a:cubicBezTo>
                    <a:pt x="464" y="7640"/>
                    <a:pt x="420" y="7776"/>
                    <a:pt x="415" y="7781"/>
                  </a:cubicBezTo>
                  <a:cubicBezTo>
                    <a:pt x="415" y="7792"/>
                    <a:pt x="523" y="7874"/>
                    <a:pt x="658" y="7966"/>
                  </a:cubicBezTo>
                  <a:lnTo>
                    <a:pt x="1381" y="8454"/>
                  </a:lnTo>
                  <a:cubicBezTo>
                    <a:pt x="1516" y="8546"/>
                    <a:pt x="1602" y="8752"/>
                    <a:pt x="1570" y="8914"/>
                  </a:cubicBezTo>
                  <a:lnTo>
                    <a:pt x="1420" y="9944"/>
                  </a:lnTo>
                  <a:cubicBezTo>
                    <a:pt x="1404" y="10106"/>
                    <a:pt x="1263" y="10291"/>
                    <a:pt x="1106" y="10345"/>
                  </a:cubicBezTo>
                  <a:lnTo>
                    <a:pt x="280" y="10648"/>
                  </a:lnTo>
                  <a:cubicBezTo>
                    <a:pt x="123" y="10702"/>
                    <a:pt x="0" y="10758"/>
                    <a:pt x="0" y="10769"/>
                  </a:cubicBezTo>
                  <a:cubicBezTo>
                    <a:pt x="0" y="10779"/>
                    <a:pt x="6" y="10919"/>
                    <a:pt x="17" y="11082"/>
                  </a:cubicBezTo>
                  <a:lnTo>
                    <a:pt x="167" y="12626"/>
                  </a:lnTo>
                  <a:cubicBezTo>
                    <a:pt x="194" y="12789"/>
                    <a:pt x="210" y="12930"/>
                    <a:pt x="216" y="12941"/>
                  </a:cubicBezTo>
                  <a:cubicBezTo>
                    <a:pt x="216" y="12952"/>
                    <a:pt x="350" y="12974"/>
                    <a:pt x="518" y="12990"/>
                  </a:cubicBezTo>
                  <a:lnTo>
                    <a:pt x="1354" y="13082"/>
                  </a:lnTo>
                  <a:cubicBezTo>
                    <a:pt x="1516" y="13098"/>
                    <a:pt x="1688" y="13245"/>
                    <a:pt x="1737" y="13402"/>
                  </a:cubicBezTo>
                  <a:lnTo>
                    <a:pt x="2121" y="14501"/>
                  </a:lnTo>
                  <a:cubicBezTo>
                    <a:pt x="2181" y="14653"/>
                    <a:pt x="2142" y="14881"/>
                    <a:pt x="2028" y="15000"/>
                  </a:cubicBezTo>
                  <a:lnTo>
                    <a:pt x="1457" y="15624"/>
                  </a:lnTo>
                  <a:cubicBezTo>
                    <a:pt x="1349" y="15743"/>
                    <a:pt x="1258" y="15850"/>
                    <a:pt x="1263" y="15856"/>
                  </a:cubicBezTo>
                  <a:cubicBezTo>
                    <a:pt x="1268" y="15861"/>
                    <a:pt x="1338" y="15986"/>
                    <a:pt x="1425" y="16127"/>
                  </a:cubicBezTo>
                  <a:lnTo>
                    <a:pt x="2256" y="17380"/>
                  </a:lnTo>
                  <a:cubicBezTo>
                    <a:pt x="2353" y="17510"/>
                    <a:pt x="2440" y="17623"/>
                    <a:pt x="2445" y="17634"/>
                  </a:cubicBezTo>
                  <a:cubicBezTo>
                    <a:pt x="2450" y="17639"/>
                    <a:pt x="2579" y="17595"/>
                    <a:pt x="2730" y="17535"/>
                  </a:cubicBezTo>
                  <a:lnTo>
                    <a:pt x="3490" y="17232"/>
                  </a:lnTo>
                  <a:cubicBezTo>
                    <a:pt x="3641" y="17173"/>
                    <a:pt x="3863" y="17216"/>
                    <a:pt x="3976" y="17336"/>
                  </a:cubicBezTo>
                  <a:lnTo>
                    <a:pt x="4905" y="18192"/>
                  </a:lnTo>
                  <a:cubicBezTo>
                    <a:pt x="5029" y="18295"/>
                    <a:pt x="5100" y="18511"/>
                    <a:pt x="5062" y="18673"/>
                  </a:cubicBezTo>
                  <a:lnTo>
                    <a:pt x="4851" y="19476"/>
                  </a:lnTo>
                  <a:cubicBezTo>
                    <a:pt x="4808" y="19633"/>
                    <a:pt x="4780" y="19769"/>
                    <a:pt x="4785" y="19774"/>
                  </a:cubicBezTo>
                  <a:cubicBezTo>
                    <a:pt x="4791" y="19780"/>
                    <a:pt x="4915" y="19850"/>
                    <a:pt x="5055" y="19937"/>
                  </a:cubicBezTo>
                  <a:lnTo>
                    <a:pt x="6345" y="20631"/>
                  </a:lnTo>
                  <a:cubicBezTo>
                    <a:pt x="6491" y="20701"/>
                    <a:pt x="6621" y="20761"/>
                    <a:pt x="6632" y="20766"/>
                  </a:cubicBezTo>
                  <a:cubicBezTo>
                    <a:pt x="6637" y="20772"/>
                    <a:pt x="6735" y="20668"/>
                    <a:pt x="6843" y="20543"/>
                  </a:cubicBezTo>
                  <a:lnTo>
                    <a:pt x="7370" y="19932"/>
                  </a:lnTo>
                  <a:cubicBezTo>
                    <a:pt x="7478" y="19807"/>
                    <a:pt x="7694" y="19742"/>
                    <a:pt x="7851" y="19791"/>
                  </a:cubicBezTo>
                  <a:lnTo>
                    <a:pt x="9136" y="20116"/>
                  </a:lnTo>
                  <a:cubicBezTo>
                    <a:pt x="9298" y="20149"/>
                    <a:pt x="9459" y="20306"/>
                    <a:pt x="9497" y="20468"/>
                  </a:cubicBezTo>
                  <a:lnTo>
                    <a:pt x="9680" y="21259"/>
                  </a:lnTo>
                  <a:cubicBezTo>
                    <a:pt x="9718" y="21422"/>
                    <a:pt x="9756" y="21552"/>
                    <a:pt x="9761" y="21552"/>
                  </a:cubicBezTo>
                  <a:cubicBezTo>
                    <a:pt x="9767" y="21552"/>
                    <a:pt x="9911" y="21562"/>
                    <a:pt x="10073" y="21573"/>
                  </a:cubicBezTo>
                  <a:lnTo>
                    <a:pt x="10500" y="21595"/>
                  </a:lnTo>
                  <a:cubicBezTo>
                    <a:pt x="10662" y="21600"/>
                    <a:pt x="10931" y="21600"/>
                    <a:pt x="11098" y="21595"/>
                  </a:cubicBezTo>
                  <a:lnTo>
                    <a:pt x="11525" y="21573"/>
                  </a:lnTo>
                  <a:cubicBezTo>
                    <a:pt x="11687" y="21562"/>
                    <a:pt x="11828" y="21552"/>
                    <a:pt x="11839" y="21552"/>
                  </a:cubicBezTo>
                  <a:cubicBezTo>
                    <a:pt x="11849" y="21552"/>
                    <a:pt x="11882" y="21416"/>
                    <a:pt x="11920" y="21259"/>
                  </a:cubicBezTo>
                  <a:lnTo>
                    <a:pt x="12103" y="20468"/>
                  </a:lnTo>
                  <a:cubicBezTo>
                    <a:pt x="12141" y="20306"/>
                    <a:pt x="12302" y="20149"/>
                    <a:pt x="12464" y="20116"/>
                  </a:cubicBezTo>
                  <a:lnTo>
                    <a:pt x="13749" y="19791"/>
                  </a:lnTo>
                  <a:cubicBezTo>
                    <a:pt x="13906" y="19742"/>
                    <a:pt x="14120" y="19807"/>
                    <a:pt x="14228" y="19932"/>
                  </a:cubicBezTo>
                  <a:lnTo>
                    <a:pt x="14757" y="20543"/>
                  </a:lnTo>
                  <a:cubicBezTo>
                    <a:pt x="14865" y="20668"/>
                    <a:pt x="14957" y="20767"/>
                    <a:pt x="14968" y="20766"/>
                  </a:cubicBezTo>
                  <a:cubicBezTo>
                    <a:pt x="14974" y="20761"/>
                    <a:pt x="15102" y="20701"/>
                    <a:pt x="15253" y="20631"/>
                  </a:cubicBezTo>
                  <a:lnTo>
                    <a:pt x="16543" y="19937"/>
                  </a:lnTo>
                  <a:cubicBezTo>
                    <a:pt x="16683" y="19850"/>
                    <a:pt x="16802" y="19780"/>
                    <a:pt x="16813" y="19774"/>
                  </a:cubicBezTo>
                  <a:cubicBezTo>
                    <a:pt x="16818" y="19769"/>
                    <a:pt x="16792" y="19633"/>
                    <a:pt x="16749" y="19476"/>
                  </a:cubicBezTo>
                  <a:lnTo>
                    <a:pt x="16538" y="18673"/>
                  </a:lnTo>
                  <a:cubicBezTo>
                    <a:pt x="16495" y="18516"/>
                    <a:pt x="16565" y="18301"/>
                    <a:pt x="16695" y="18192"/>
                  </a:cubicBezTo>
                  <a:lnTo>
                    <a:pt x="17622" y="17336"/>
                  </a:lnTo>
                  <a:cubicBezTo>
                    <a:pt x="17736" y="17216"/>
                    <a:pt x="17957" y="17173"/>
                    <a:pt x="18108" y="17232"/>
                  </a:cubicBezTo>
                  <a:lnTo>
                    <a:pt x="18868" y="17535"/>
                  </a:lnTo>
                  <a:cubicBezTo>
                    <a:pt x="19019" y="17595"/>
                    <a:pt x="19150" y="17639"/>
                    <a:pt x="19155" y="17634"/>
                  </a:cubicBezTo>
                  <a:cubicBezTo>
                    <a:pt x="19160" y="17628"/>
                    <a:pt x="19247" y="17515"/>
                    <a:pt x="19344" y="17380"/>
                  </a:cubicBezTo>
                  <a:lnTo>
                    <a:pt x="20175" y="16127"/>
                  </a:lnTo>
                  <a:cubicBezTo>
                    <a:pt x="20262" y="15986"/>
                    <a:pt x="20332" y="15861"/>
                    <a:pt x="20337" y="15856"/>
                  </a:cubicBezTo>
                  <a:cubicBezTo>
                    <a:pt x="20342" y="15850"/>
                    <a:pt x="20256" y="15743"/>
                    <a:pt x="20143" y="15624"/>
                  </a:cubicBezTo>
                  <a:lnTo>
                    <a:pt x="19570" y="14989"/>
                  </a:lnTo>
                  <a:cubicBezTo>
                    <a:pt x="19462" y="14869"/>
                    <a:pt x="19419" y="14642"/>
                    <a:pt x="19479" y="14491"/>
                  </a:cubicBezTo>
                  <a:lnTo>
                    <a:pt x="19862" y="13390"/>
                  </a:lnTo>
                  <a:cubicBezTo>
                    <a:pt x="19910" y="13233"/>
                    <a:pt x="20082" y="13088"/>
                    <a:pt x="20244" y="13072"/>
                  </a:cubicBezTo>
                  <a:lnTo>
                    <a:pt x="21081" y="12978"/>
                  </a:lnTo>
                  <a:cubicBezTo>
                    <a:pt x="21243" y="12962"/>
                    <a:pt x="21379" y="12940"/>
                    <a:pt x="21384" y="12929"/>
                  </a:cubicBezTo>
                  <a:cubicBezTo>
                    <a:pt x="21384" y="12918"/>
                    <a:pt x="21404" y="12784"/>
                    <a:pt x="21431" y="12616"/>
                  </a:cubicBezTo>
                  <a:lnTo>
                    <a:pt x="21583" y="11072"/>
                  </a:lnTo>
                  <a:cubicBezTo>
                    <a:pt x="21594" y="10909"/>
                    <a:pt x="21600" y="10767"/>
                    <a:pt x="21600" y="10757"/>
                  </a:cubicBezTo>
                  <a:cubicBezTo>
                    <a:pt x="21584" y="10757"/>
                    <a:pt x="21460" y="10702"/>
                    <a:pt x="21303" y="10648"/>
                  </a:cubicBezTo>
                  <a:lnTo>
                    <a:pt x="20477" y="10345"/>
                  </a:lnTo>
                  <a:cubicBezTo>
                    <a:pt x="20321" y="10291"/>
                    <a:pt x="20180" y="10106"/>
                    <a:pt x="20163" y="9944"/>
                  </a:cubicBezTo>
                  <a:lnTo>
                    <a:pt x="20013" y="8914"/>
                  </a:lnTo>
                  <a:cubicBezTo>
                    <a:pt x="19981" y="8752"/>
                    <a:pt x="20067" y="8546"/>
                    <a:pt x="20202" y="8454"/>
                  </a:cubicBezTo>
                  <a:lnTo>
                    <a:pt x="20926" y="7966"/>
                  </a:lnTo>
                  <a:cubicBezTo>
                    <a:pt x="21060" y="7874"/>
                    <a:pt x="21174" y="7792"/>
                    <a:pt x="21168" y="7781"/>
                  </a:cubicBezTo>
                  <a:cubicBezTo>
                    <a:pt x="21168" y="7770"/>
                    <a:pt x="21119" y="7640"/>
                    <a:pt x="21065" y="7483"/>
                  </a:cubicBezTo>
                  <a:lnTo>
                    <a:pt x="20472" y="6000"/>
                  </a:lnTo>
                  <a:cubicBezTo>
                    <a:pt x="20402" y="5848"/>
                    <a:pt x="20342" y="5723"/>
                    <a:pt x="20337" y="5712"/>
                  </a:cubicBezTo>
                  <a:cubicBezTo>
                    <a:pt x="20332" y="5701"/>
                    <a:pt x="20197" y="5717"/>
                    <a:pt x="20035" y="5739"/>
                  </a:cubicBezTo>
                  <a:lnTo>
                    <a:pt x="19133" y="5858"/>
                  </a:lnTo>
                  <a:cubicBezTo>
                    <a:pt x="18971" y="5879"/>
                    <a:pt x="18761" y="5788"/>
                    <a:pt x="18674" y="5648"/>
                  </a:cubicBezTo>
                  <a:lnTo>
                    <a:pt x="18135" y="4899"/>
                  </a:lnTo>
                  <a:cubicBezTo>
                    <a:pt x="18032" y="4769"/>
                    <a:pt x="18017" y="4548"/>
                    <a:pt x="18093" y="4401"/>
                  </a:cubicBezTo>
                  <a:lnTo>
                    <a:pt x="18518" y="3609"/>
                  </a:lnTo>
                  <a:cubicBezTo>
                    <a:pt x="18593" y="3462"/>
                    <a:pt x="18653" y="3338"/>
                    <a:pt x="18647" y="3333"/>
                  </a:cubicBezTo>
                  <a:cubicBezTo>
                    <a:pt x="18642" y="3327"/>
                    <a:pt x="18540" y="3230"/>
                    <a:pt x="18422" y="3116"/>
                  </a:cubicBezTo>
                  <a:lnTo>
                    <a:pt x="17186" y="2044"/>
                  </a:lnTo>
                  <a:cubicBezTo>
                    <a:pt x="17056" y="1941"/>
                    <a:pt x="16943" y="1853"/>
                    <a:pt x="16938" y="1848"/>
                  </a:cubicBezTo>
                  <a:cubicBezTo>
                    <a:pt x="16932" y="1842"/>
                    <a:pt x="16813" y="1918"/>
                    <a:pt x="16683" y="2010"/>
                  </a:cubicBezTo>
                  <a:lnTo>
                    <a:pt x="15934" y="2547"/>
                  </a:lnTo>
                  <a:cubicBezTo>
                    <a:pt x="15800" y="2644"/>
                    <a:pt x="15572" y="2655"/>
                    <a:pt x="15432" y="2574"/>
                  </a:cubicBezTo>
                  <a:lnTo>
                    <a:pt x="14682" y="2190"/>
                  </a:lnTo>
                  <a:cubicBezTo>
                    <a:pt x="14531" y="2119"/>
                    <a:pt x="14411" y="1929"/>
                    <a:pt x="14417" y="1761"/>
                  </a:cubicBezTo>
                  <a:lnTo>
                    <a:pt x="14429" y="840"/>
                  </a:lnTo>
                  <a:cubicBezTo>
                    <a:pt x="14429" y="677"/>
                    <a:pt x="14428" y="537"/>
                    <a:pt x="14417" y="537"/>
                  </a:cubicBezTo>
                  <a:cubicBezTo>
                    <a:pt x="14411" y="531"/>
                    <a:pt x="14272" y="494"/>
                    <a:pt x="14115" y="445"/>
                  </a:cubicBezTo>
                  <a:lnTo>
                    <a:pt x="12508" y="54"/>
                  </a:lnTo>
                  <a:cubicBezTo>
                    <a:pt x="12346" y="22"/>
                    <a:pt x="12205" y="0"/>
                    <a:pt x="12200" y="0"/>
                  </a:cubicBezTo>
                  <a:cubicBezTo>
                    <a:pt x="12189" y="0"/>
                    <a:pt x="12125" y="120"/>
                    <a:pt x="12049" y="266"/>
                  </a:cubicBezTo>
                  <a:lnTo>
                    <a:pt x="11628" y="1096"/>
                  </a:lnTo>
                  <a:cubicBezTo>
                    <a:pt x="11552" y="1242"/>
                    <a:pt x="11358" y="1355"/>
                    <a:pt x="11196" y="1350"/>
                  </a:cubicBezTo>
                  <a:lnTo>
                    <a:pt x="10387" y="1350"/>
                  </a:lnTo>
                  <a:cubicBezTo>
                    <a:pt x="10225" y="1355"/>
                    <a:pt x="10025" y="1242"/>
                    <a:pt x="9955" y="1096"/>
                  </a:cubicBezTo>
                  <a:lnTo>
                    <a:pt x="9534" y="266"/>
                  </a:lnTo>
                  <a:cubicBezTo>
                    <a:pt x="9458" y="120"/>
                    <a:pt x="9394" y="0"/>
                    <a:pt x="9384" y="0"/>
                  </a:cubicBezTo>
                  <a:close/>
                  <a:moveTo>
                    <a:pt x="10792" y="5820"/>
                  </a:moveTo>
                  <a:cubicBezTo>
                    <a:pt x="13533" y="5820"/>
                    <a:pt x="15761" y="8053"/>
                    <a:pt x="15761" y="10811"/>
                  </a:cubicBezTo>
                  <a:cubicBezTo>
                    <a:pt x="15761" y="13569"/>
                    <a:pt x="13533" y="15801"/>
                    <a:pt x="10792" y="15801"/>
                  </a:cubicBezTo>
                  <a:cubicBezTo>
                    <a:pt x="8051" y="15801"/>
                    <a:pt x="5822" y="13569"/>
                    <a:pt x="5822" y="10811"/>
                  </a:cubicBezTo>
                  <a:cubicBezTo>
                    <a:pt x="5822" y="8053"/>
                    <a:pt x="8045" y="5820"/>
                    <a:pt x="10792" y="5820"/>
                  </a:cubicBezTo>
                  <a:close/>
                  <a:moveTo>
                    <a:pt x="10792" y="7592"/>
                  </a:moveTo>
                  <a:cubicBezTo>
                    <a:pt x="9016" y="7592"/>
                    <a:pt x="7581" y="9033"/>
                    <a:pt x="7581" y="10816"/>
                  </a:cubicBezTo>
                  <a:cubicBezTo>
                    <a:pt x="7581" y="12593"/>
                    <a:pt x="9016" y="14040"/>
                    <a:pt x="10792" y="14040"/>
                  </a:cubicBezTo>
                  <a:cubicBezTo>
                    <a:pt x="12567" y="14040"/>
                    <a:pt x="14002" y="12599"/>
                    <a:pt x="14002" y="10816"/>
                  </a:cubicBezTo>
                  <a:cubicBezTo>
                    <a:pt x="14002" y="9033"/>
                    <a:pt x="12567" y="7592"/>
                    <a:pt x="10792" y="7592"/>
                  </a:cubicBezTo>
                  <a:close/>
                </a:path>
              </a:pathLst>
            </a:custGeom>
            <a:solidFill>
              <a:srgbClr val="000000"/>
            </a:solidFill>
            <a:ln w="3937"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050" name="Gear">
              <a:extLst>
                <a:ext uri="{FF2B5EF4-FFF2-40B4-BE49-F238E27FC236}">
                  <a16:creationId xmlns:a16="http://schemas.microsoft.com/office/drawing/2014/main" id="{95AEE9B1-A1C9-A8E0-537E-9D946EE898C4}"/>
                </a:ext>
              </a:extLst>
            </p:cNvPr>
            <p:cNvSpPr/>
            <p:nvPr/>
          </p:nvSpPr>
          <p:spPr>
            <a:xfrm>
              <a:off x="14905346" y="5683853"/>
              <a:ext cx="637756" cy="6349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9" extrusionOk="0">
                  <a:moveTo>
                    <a:pt x="9384" y="0"/>
                  </a:moveTo>
                  <a:cubicBezTo>
                    <a:pt x="9373" y="0"/>
                    <a:pt x="9237" y="27"/>
                    <a:pt x="9075" y="54"/>
                  </a:cubicBezTo>
                  <a:lnTo>
                    <a:pt x="7468" y="445"/>
                  </a:lnTo>
                  <a:cubicBezTo>
                    <a:pt x="7312" y="494"/>
                    <a:pt x="7177" y="531"/>
                    <a:pt x="7166" y="537"/>
                  </a:cubicBezTo>
                  <a:cubicBezTo>
                    <a:pt x="7161" y="542"/>
                    <a:pt x="7154" y="677"/>
                    <a:pt x="7154" y="840"/>
                  </a:cubicBezTo>
                  <a:lnTo>
                    <a:pt x="7166" y="1761"/>
                  </a:lnTo>
                  <a:cubicBezTo>
                    <a:pt x="7166" y="1924"/>
                    <a:pt x="7047" y="2119"/>
                    <a:pt x="6902" y="2190"/>
                  </a:cubicBezTo>
                  <a:lnTo>
                    <a:pt x="6151" y="2574"/>
                  </a:lnTo>
                  <a:cubicBezTo>
                    <a:pt x="6006" y="2655"/>
                    <a:pt x="5778" y="2644"/>
                    <a:pt x="5649" y="2547"/>
                  </a:cubicBezTo>
                  <a:lnTo>
                    <a:pt x="4900" y="2010"/>
                  </a:lnTo>
                  <a:cubicBezTo>
                    <a:pt x="4765" y="1913"/>
                    <a:pt x="4651" y="1842"/>
                    <a:pt x="4645" y="1848"/>
                  </a:cubicBezTo>
                  <a:cubicBezTo>
                    <a:pt x="4640" y="1853"/>
                    <a:pt x="4527" y="1941"/>
                    <a:pt x="4398" y="2044"/>
                  </a:cubicBezTo>
                  <a:lnTo>
                    <a:pt x="3162" y="3116"/>
                  </a:lnTo>
                  <a:cubicBezTo>
                    <a:pt x="3043" y="3230"/>
                    <a:pt x="2941" y="3327"/>
                    <a:pt x="2936" y="3333"/>
                  </a:cubicBezTo>
                  <a:cubicBezTo>
                    <a:pt x="2930" y="3338"/>
                    <a:pt x="2990" y="3462"/>
                    <a:pt x="3065" y="3609"/>
                  </a:cubicBezTo>
                  <a:lnTo>
                    <a:pt x="3490" y="4401"/>
                  </a:lnTo>
                  <a:cubicBezTo>
                    <a:pt x="3566" y="4548"/>
                    <a:pt x="3551" y="4769"/>
                    <a:pt x="3448" y="4899"/>
                  </a:cubicBezTo>
                  <a:lnTo>
                    <a:pt x="2909" y="5648"/>
                  </a:lnTo>
                  <a:cubicBezTo>
                    <a:pt x="2817" y="5783"/>
                    <a:pt x="2612" y="5879"/>
                    <a:pt x="2450" y="5858"/>
                  </a:cubicBezTo>
                  <a:lnTo>
                    <a:pt x="1548" y="5739"/>
                  </a:lnTo>
                  <a:cubicBezTo>
                    <a:pt x="1386" y="5717"/>
                    <a:pt x="1251" y="5707"/>
                    <a:pt x="1246" y="5712"/>
                  </a:cubicBezTo>
                  <a:cubicBezTo>
                    <a:pt x="1241" y="5717"/>
                    <a:pt x="1181" y="5848"/>
                    <a:pt x="1111" y="6000"/>
                  </a:cubicBezTo>
                  <a:lnTo>
                    <a:pt x="518" y="7483"/>
                  </a:lnTo>
                  <a:cubicBezTo>
                    <a:pt x="464" y="7640"/>
                    <a:pt x="420" y="7776"/>
                    <a:pt x="415" y="7781"/>
                  </a:cubicBezTo>
                  <a:cubicBezTo>
                    <a:pt x="415" y="7792"/>
                    <a:pt x="523" y="7874"/>
                    <a:pt x="658" y="7966"/>
                  </a:cubicBezTo>
                  <a:lnTo>
                    <a:pt x="1381" y="8454"/>
                  </a:lnTo>
                  <a:cubicBezTo>
                    <a:pt x="1516" y="8546"/>
                    <a:pt x="1602" y="8752"/>
                    <a:pt x="1570" y="8914"/>
                  </a:cubicBezTo>
                  <a:lnTo>
                    <a:pt x="1420" y="9944"/>
                  </a:lnTo>
                  <a:cubicBezTo>
                    <a:pt x="1404" y="10106"/>
                    <a:pt x="1263" y="10291"/>
                    <a:pt x="1106" y="10345"/>
                  </a:cubicBezTo>
                  <a:lnTo>
                    <a:pt x="280" y="10648"/>
                  </a:lnTo>
                  <a:cubicBezTo>
                    <a:pt x="123" y="10702"/>
                    <a:pt x="0" y="10758"/>
                    <a:pt x="0" y="10769"/>
                  </a:cubicBezTo>
                  <a:cubicBezTo>
                    <a:pt x="0" y="10779"/>
                    <a:pt x="6" y="10919"/>
                    <a:pt x="17" y="11082"/>
                  </a:cubicBezTo>
                  <a:lnTo>
                    <a:pt x="167" y="12626"/>
                  </a:lnTo>
                  <a:cubicBezTo>
                    <a:pt x="194" y="12789"/>
                    <a:pt x="210" y="12930"/>
                    <a:pt x="216" y="12941"/>
                  </a:cubicBezTo>
                  <a:cubicBezTo>
                    <a:pt x="216" y="12952"/>
                    <a:pt x="350" y="12974"/>
                    <a:pt x="518" y="12990"/>
                  </a:cubicBezTo>
                  <a:lnTo>
                    <a:pt x="1354" y="13082"/>
                  </a:lnTo>
                  <a:cubicBezTo>
                    <a:pt x="1516" y="13098"/>
                    <a:pt x="1688" y="13245"/>
                    <a:pt x="1737" y="13402"/>
                  </a:cubicBezTo>
                  <a:lnTo>
                    <a:pt x="2121" y="14501"/>
                  </a:lnTo>
                  <a:cubicBezTo>
                    <a:pt x="2181" y="14653"/>
                    <a:pt x="2142" y="14881"/>
                    <a:pt x="2028" y="15000"/>
                  </a:cubicBezTo>
                  <a:lnTo>
                    <a:pt x="1457" y="15624"/>
                  </a:lnTo>
                  <a:cubicBezTo>
                    <a:pt x="1349" y="15743"/>
                    <a:pt x="1258" y="15850"/>
                    <a:pt x="1263" y="15856"/>
                  </a:cubicBezTo>
                  <a:cubicBezTo>
                    <a:pt x="1268" y="15861"/>
                    <a:pt x="1338" y="15986"/>
                    <a:pt x="1425" y="16127"/>
                  </a:cubicBezTo>
                  <a:lnTo>
                    <a:pt x="2256" y="17380"/>
                  </a:lnTo>
                  <a:cubicBezTo>
                    <a:pt x="2353" y="17510"/>
                    <a:pt x="2440" y="17623"/>
                    <a:pt x="2445" y="17634"/>
                  </a:cubicBezTo>
                  <a:cubicBezTo>
                    <a:pt x="2450" y="17639"/>
                    <a:pt x="2579" y="17595"/>
                    <a:pt x="2730" y="17535"/>
                  </a:cubicBezTo>
                  <a:lnTo>
                    <a:pt x="3490" y="17232"/>
                  </a:lnTo>
                  <a:cubicBezTo>
                    <a:pt x="3641" y="17173"/>
                    <a:pt x="3863" y="17216"/>
                    <a:pt x="3976" y="17336"/>
                  </a:cubicBezTo>
                  <a:lnTo>
                    <a:pt x="4905" y="18192"/>
                  </a:lnTo>
                  <a:cubicBezTo>
                    <a:pt x="5029" y="18295"/>
                    <a:pt x="5100" y="18511"/>
                    <a:pt x="5062" y="18673"/>
                  </a:cubicBezTo>
                  <a:lnTo>
                    <a:pt x="4851" y="19476"/>
                  </a:lnTo>
                  <a:cubicBezTo>
                    <a:pt x="4808" y="19633"/>
                    <a:pt x="4780" y="19769"/>
                    <a:pt x="4785" y="19774"/>
                  </a:cubicBezTo>
                  <a:cubicBezTo>
                    <a:pt x="4791" y="19780"/>
                    <a:pt x="4915" y="19850"/>
                    <a:pt x="5055" y="19937"/>
                  </a:cubicBezTo>
                  <a:lnTo>
                    <a:pt x="6345" y="20631"/>
                  </a:lnTo>
                  <a:cubicBezTo>
                    <a:pt x="6491" y="20701"/>
                    <a:pt x="6621" y="20761"/>
                    <a:pt x="6632" y="20766"/>
                  </a:cubicBezTo>
                  <a:cubicBezTo>
                    <a:pt x="6637" y="20772"/>
                    <a:pt x="6735" y="20668"/>
                    <a:pt x="6843" y="20543"/>
                  </a:cubicBezTo>
                  <a:lnTo>
                    <a:pt x="7370" y="19932"/>
                  </a:lnTo>
                  <a:cubicBezTo>
                    <a:pt x="7478" y="19807"/>
                    <a:pt x="7694" y="19742"/>
                    <a:pt x="7851" y="19791"/>
                  </a:cubicBezTo>
                  <a:lnTo>
                    <a:pt x="9136" y="20116"/>
                  </a:lnTo>
                  <a:cubicBezTo>
                    <a:pt x="9298" y="20149"/>
                    <a:pt x="9459" y="20306"/>
                    <a:pt x="9497" y="20468"/>
                  </a:cubicBezTo>
                  <a:lnTo>
                    <a:pt x="9680" y="21259"/>
                  </a:lnTo>
                  <a:cubicBezTo>
                    <a:pt x="9718" y="21422"/>
                    <a:pt x="9756" y="21552"/>
                    <a:pt x="9761" y="21552"/>
                  </a:cubicBezTo>
                  <a:cubicBezTo>
                    <a:pt x="9767" y="21552"/>
                    <a:pt x="9911" y="21562"/>
                    <a:pt x="10073" y="21573"/>
                  </a:cubicBezTo>
                  <a:lnTo>
                    <a:pt x="10500" y="21595"/>
                  </a:lnTo>
                  <a:cubicBezTo>
                    <a:pt x="10662" y="21600"/>
                    <a:pt x="10931" y="21600"/>
                    <a:pt x="11098" y="21595"/>
                  </a:cubicBezTo>
                  <a:lnTo>
                    <a:pt x="11525" y="21573"/>
                  </a:lnTo>
                  <a:cubicBezTo>
                    <a:pt x="11687" y="21562"/>
                    <a:pt x="11828" y="21552"/>
                    <a:pt x="11839" y="21552"/>
                  </a:cubicBezTo>
                  <a:cubicBezTo>
                    <a:pt x="11849" y="21552"/>
                    <a:pt x="11882" y="21416"/>
                    <a:pt x="11920" y="21259"/>
                  </a:cubicBezTo>
                  <a:lnTo>
                    <a:pt x="12103" y="20468"/>
                  </a:lnTo>
                  <a:cubicBezTo>
                    <a:pt x="12141" y="20306"/>
                    <a:pt x="12302" y="20149"/>
                    <a:pt x="12464" y="20116"/>
                  </a:cubicBezTo>
                  <a:lnTo>
                    <a:pt x="13749" y="19791"/>
                  </a:lnTo>
                  <a:cubicBezTo>
                    <a:pt x="13906" y="19742"/>
                    <a:pt x="14120" y="19807"/>
                    <a:pt x="14228" y="19932"/>
                  </a:cubicBezTo>
                  <a:lnTo>
                    <a:pt x="14757" y="20543"/>
                  </a:lnTo>
                  <a:cubicBezTo>
                    <a:pt x="14865" y="20668"/>
                    <a:pt x="14957" y="20767"/>
                    <a:pt x="14968" y="20766"/>
                  </a:cubicBezTo>
                  <a:cubicBezTo>
                    <a:pt x="14974" y="20761"/>
                    <a:pt x="15102" y="20701"/>
                    <a:pt x="15253" y="20631"/>
                  </a:cubicBezTo>
                  <a:lnTo>
                    <a:pt x="16543" y="19937"/>
                  </a:lnTo>
                  <a:cubicBezTo>
                    <a:pt x="16683" y="19850"/>
                    <a:pt x="16802" y="19780"/>
                    <a:pt x="16813" y="19774"/>
                  </a:cubicBezTo>
                  <a:cubicBezTo>
                    <a:pt x="16818" y="19769"/>
                    <a:pt x="16792" y="19633"/>
                    <a:pt x="16749" y="19476"/>
                  </a:cubicBezTo>
                  <a:lnTo>
                    <a:pt x="16538" y="18673"/>
                  </a:lnTo>
                  <a:cubicBezTo>
                    <a:pt x="16495" y="18516"/>
                    <a:pt x="16565" y="18301"/>
                    <a:pt x="16695" y="18192"/>
                  </a:cubicBezTo>
                  <a:lnTo>
                    <a:pt x="17622" y="17336"/>
                  </a:lnTo>
                  <a:cubicBezTo>
                    <a:pt x="17736" y="17216"/>
                    <a:pt x="17957" y="17173"/>
                    <a:pt x="18108" y="17232"/>
                  </a:cubicBezTo>
                  <a:lnTo>
                    <a:pt x="18868" y="17535"/>
                  </a:lnTo>
                  <a:cubicBezTo>
                    <a:pt x="19019" y="17595"/>
                    <a:pt x="19150" y="17639"/>
                    <a:pt x="19155" y="17634"/>
                  </a:cubicBezTo>
                  <a:cubicBezTo>
                    <a:pt x="19160" y="17628"/>
                    <a:pt x="19247" y="17515"/>
                    <a:pt x="19344" y="17380"/>
                  </a:cubicBezTo>
                  <a:lnTo>
                    <a:pt x="20175" y="16127"/>
                  </a:lnTo>
                  <a:cubicBezTo>
                    <a:pt x="20262" y="15986"/>
                    <a:pt x="20332" y="15861"/>
                    <a:pt x="20337" y="15856"/>
                  </a:cubicBezTo>
                  <a:cubicBezTo>
                    <a:pt x="20342" y="15850"/>
                    <a:pt x="20256" y="15743"/>
                    <a:pt x="20143" y="15624"/>
                  </a:cubicBezTo>
                  <a:lnTo>
                    <a:pt x="19570" y="14989"/>
                  </a:lnTo>
                  <a:cubicBezTo>
                    <a:pt x="19462" y="14869"/>
                    <a:pt x="19419" y="14642"/>
                    <a:pt x="19479" y="14491"/>
                  </a:cubicBezTo>
                  <a:lnTo>
                    <a:pt x="19862" y="13390"/>
                  </a:lnTo>
                  <a:cubicBezTo>
                    <a:pt x="19910" y="13233"/>
                    <a:pt x="20082" y="13088"/>
                    <a:pt x="20244" y="13072"/>
                  </a:cubicBezTo>
                  <a:lnTo>
                    <a:pt x="21081" y="12978"/>
                  </a:lnTo>
                  <a:cubicBezTo>
                    <a:pt x="21243" y="12962"/>
                    <a:pt x="21379" y="12940"/>
                    <a:pt x="21384" y="12929"/>
                  </a:cubicBezTo>
                  <a:cubicBezTo>
                    <a:pt x="21384" y="12918"/>
                    <a:pt x="21404" y="12784"/>
                    <a:pt x="21431" y="12616"/>
                  </a:cubicBezTo>
                  <a:lnTo>
                    <a:pt x="21583" y="11072"/>
                  </a:lnTo>
                  <a:cubicBezTo>
                    <a:pt x="21594" y="10909"/>
                    <a:pt x="21600" y="10767"/>
                    <a:pt x="21600" y="10757"/>
                  </a:cubicBezTo>
                  <a:cubicBezTo>
                    <a:pt x="21584" y="10757"/>
                    <a:pt x="21460" y="10702"/>
                    <a:pt x="21303" y="10648"/>
                  </a:cubicBezTo>
                  <a:lnTo>
                    <a:pt x="20477" y="10345"/>
                  </a:lnTo>
                  <a:cubicBezTo>
                    <a:pt x="20321" y="10291"/>
                    <a:pt x="20180" y="10106"/>
                    <a:pt x="20163" y="9944"/>
                  </a:cubicBezTo>
                  <a:lnTo>
                    <a:pt x="20013" y="8914"/>
                  </a:lnTo>
                  <a:cubicBezTo>
                    <a:pt x="19981" y="8752"/>
                    <a:pt x="20067" y="8546"/>
                    <a:pt x="20202" y="8454"/>
                  </a:cubicBezTo>
                  <a:lnTo>
                    <a:pt x="20926" y="7966"/>
                  </a:lnTo>
                  <a:cubicBezTo>
                    <a:pt x="21060" y="7874"/>
                    <a:pt x="21174" y="7792"/>
                    <a:pt x="21168" y="7781"/>
                  </a:cubicBezTo>
                  <a:cubicBezTo>
                    <a:pt x="21168" y="7770"/>
                    <a:pt x="21119" y="7640"/>
                    <a:pt x="21065" y="7483"/>
                  </a:cubicBezTo>
                  <a:lnTo>
                    <a:pt x="20472" y="6000"/>
                  </a:lnTo>
                  <a:cubicBezTo>
                    <a:pt x="20402" y="5848"/>
                    <a:pt x="20342" y="5723"/>
                    <a:pt x="20337" y="5712"/>
                  </a:cubicBezTo>
                  <a:cubicBezTo>
                    <a:pt x="20332" y="5701"/>
                    <a:pt x="20197" y="5717"/>
                    <a:pt x="20035" y="5739"/>
                  </a:cubicBezTo>
                  <a:lnTo>
                    <a:pt x="19133" y="5858"/>
                  </a:lnTo>
                  <a:cubicBezTo>
                    <a:pt x="18971" y="5879"/>
                    <a:pt x="18761" y="5788"/>
                    <a:pt x="18674" y="5648"/>
                  </a:cubicBezTo>
                  <a:lnTo>
                    <a:pt x="18135" y="4899"/>
                  </a:lnTo>
                  <a:cubicBezTo>
                    <a:pt x="18032" y="4769"/>
                    <a:pt x="18017" y="4548"/>
                    <a:pt x="18093" y="4401"/>
                  </a:cubicBezTo>
                  <a:lnTo>
                    <a:pt x="18518" y="3609"/>
                  </a:lnTo>
                  <a:cubicBezTo>
                    <a:pt x="18593" y="3462"/>
                    <a:pt x="18653" y="3338"/>
                    <a:pt x="18647" y="3333"/>
                  </a:cubicBezTo>
                  <a:cubicBezTo>
                    <a:pt x="18642" y="3327"/>
                    <a:pt x="18540" y="3230"/>
                    <a:pt x="18422" y="3116"/>
                  </a:cubicBezTo>
                  <a:lnTo>
                    <a:pt x="17186" y="2044"/>
                  </a:lnTo>
                  <a:cubicBezTo>
                    <a:pt x="17056" y="1941"/>
                    <a:pt x="16943" y="1853"/>
                    <a:pt x="16938" y="1848"/>
                  </a:cubicBezTo>
                  <a:cubicBezTo>
                    <a:pt x="16932" y="1842"/>
                    <a:pt x="16813" y="1918"/>
                    <a:pt x="16683" y="2010"/>
                  </a:cubicBezTo>
                  <a:lnTo>
                    <a:pt x="15934" y="2547"/>
                  </a:lnTo>
                  <a:cubicBezTo>
                    <a:pt x="15800" y="2644"/>
                    <a:pt x="15572" y="2655"/>
                    <a:pt x="15432" y="2574"/>
                  </a:cubicBezTo>
                  <a:lnTo>
                    <a:pt x="14682" y="2190"/>
                  </a:lnTo>
                  <a:cubicBezTo>
                    <a:pt x="14531" y="2119"/>
                    <a:pt x="14411" y="1929"/>
                    <a:pt x="14417" y="1761"/>
                  </a:cubicBezTo>
                  <a:lnTo>
                    <a:pt x="14429" y="840"/>
                  </a:lnTo>
                  <a:cubicBezTo>
                    <a:pt x="14429" y="677"/>
                    <a:pt x="14428" y="537"/>
                    <a:pt x="14417" y="537"/>
                  </a:cubicBezTo>
                  <a:cubicBezTo>
                    <a:pt x="14411" y="531"/>
                    <a:pt x="14272" y="494"/>
                    <a:pt x="14115" y="445"/>
                  </a:cubicBezTo>
                  <a:lnTo>
                    <a:pt x="12508" y="54"/>
                  </a:lnTo>
                  <a:cubicBezTo>
                    <a:pt x="12346" y="22"/>
                    <a:pt x="12205" y="0"/>
                    <a:pt x="12200" y="0"/>
                  </a:cubicBezTo>
                  <a:cubicBezTo>
                    <a:pt x="12189" y="0"/>
                    <a:pt x="12125" y="120"/>
                    <a:pt x="12049" y="266"/>
                  </a:cubicBezTo>
                  <a:lnTo>
                    <a:pt x="11628" y="1096"/>
                  </a:lnTo>
                  <a:cubicBezTo>
                    <a:pt x="11552" y="1242"/>
                    <a:pt x="11358" y="1355"/>
                    <a:pt x="11196" y="1350"/>
                  </a:cubicBezTo>
                  <a:lnTo>
                    <a:pt x="10387" y="1350"/>
                  </a:lnTo>
                  <a:cubicBezTo>
                    <a:pt x="10225" y="1355"/>
                    <a:pt x="10025" y="1242"/>
                    <a:pt x="9955" y="1096"/>
                  </a:cubicBezTo>
                  <a:lnTo>
                    <a:pt x="9534" y="266"/>
                  </a:lnTo>
                  <a:cubicBezTo>
                    <a:pt x="9458" y="120"/>
                    <a:pt x="9394" y="0"/>
                    <a:pt x="9384" y="0"/>
                  </a:cubicBezTo>
                  <a:close/>
                  <a:moveTo>
                    <a:pt x="10792" y="5820"/>
                  </a:moveTo>
                  <a:cubicBezTo>
                    <a:pt x="13533" y="5820"/>
                    <a:pt x="15761" y="8053"/>
                    <a:pt x="15761" y="10811"/>
                  </a:cubicBezTo>
                  <a:cubicBezTo>
                    <a:pt x="15761" y="13569"/>
                    <a:pt x="13533" y="15801"/>
                    <a:pt x="10792" y="15801"/>
                  </a:cubicBezTo>
                  <a:cubicBezTo>
                    <a:pt x="8051" y="15801"/>
                    <a:pt x="5822" y="13569"/>
                    <a:pt x="5822" y="10811"/>
                  </a:cubicBezTo>
                  <a:cubicBezTo>
                    <a:pt x="5822" y="8053"/>
                    <a:pt x="8045" y="5820"/>
                    <a:pt x="10792" y="5820"/>
                  </a:cubicBezTo>
                  <a:close/>
                  <a:moveTo>
                    <a:pt x="10792" y="7592"/>
                  </a:moveTo>
                  <a:cubicBezTo>
                    <a:pt x="9016" y="7592"/>
                    <a:pt x="7581" y="9033"/>
                    <a:pt x="7581" y="10816"/>
                  </a:cubicBezTo>
                  <a:cubicBezTo>
                    <a:pt x="7581" y="12593"/>
                    <a:pt x="9016" y="14040"/>
                    <a:pt x="10792" y="14040"/>
                  </a:cubicBezTo>
                  <a:cubicBezTo>
                    <a:pt x="12567" y="14040"/>
                    <a:pt x="14002" y="12599"/>
                    <a:pt x="14002" y="10816"/>
                  </a:cubicBezTo>
                  <a:cubicBezTo>
                    <a:pt x="14002" y="9033"/>
                    <a:pt x="12567" y="7592"/>
                    <a:pt x="10792" y="7592"/>
                  </a:cubicBezTo>
                  <a:close/>
                </a:path>
              </a:pathLst>
            </a:custGeom>
            <a:solidFill>
              <a:srgbClr val="000000"/>
            </a:solidFill>
            <a:ln w="3937"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051" name="+">
              <a:extLst>
                <a:ext uri="{FF2B5EF4-FFF2-40B4-BE49-F238E27FC236}">
                  <a16:creationId xmlns:a16="http://schemas.microsoft.com/office/drawing/2014/main" id="{3BCCEC21-4956-15A6-389B-434FC920C0FC}"/>
                </a:ext>
              </a:extLst>
            </p:cNvPr>
            <p:cNvSpPr txBox="1"/>
            <p:nvPr/>
          </p:nvSpPr>
          <p:spPr>
            <a:xfrm>
              <a:off x="19446615" y="7400325"/>
              <a:ext cx="222818" cy="420628"/>
            </a:xfrm>
            <a:prstGeom prst="rect">
              <a:avLst/>
            </a:prstGeom>
            <a:ln w="3937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874" tIns="7874" rIns="7874" bIns="7874" anchor="ctr">
              <a:spAutoFit/>
            </a:bodyPr>
            <a:lstStyle>
              <a:lvl1pPr>
                <a:defRPr>
                  <a:solidFill>
                    <a:srgbClr val="000000"/>
                  </a:solidFill>
                </a:defRPr>
              </a:lvl1pPr>
            </a:lstStyle>
            <a:p>
              <a:pPr algn="ctr" defTabSz="1219169" hangingPunct="0"/>
              <a:r>
                <a:rPr lang="en-US" sz="600" b="1" i="1" kern="0" dirty="0">
                  <a:latin typeface="Helvetica Neue"/>
                  <a:ea typeface="Helvetica Neue"/>
                  <a:cs typeface="Helvetica Neue"/>
                  <a:sym typeface="Helvetica Neue"/>
                </a:rPr>
                <a:t>4</a:t>
              </a:r>
              <a:endParaRPr sz="600" b="1" i="1" kern="0" dirty="0"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052" name="TextBox 142">
              <a:extLst>
                <a:ext uri="{FF2B5EF4-FFF2-40B4-BE49-F238E27FC236}">
                  <a16:creationId xmlns:a16="http://schemas.microsoft.com/office/drawing/2014/main" id="{62F05308-32C8-5D5F-74DA-0BC4A092328C}"/>
                </a:ext>
              </a:extLst>
            </p:cNvPr>
            <p:cNvSpPr txBox="1"/>
            <p:nvPr/>
          </p:nvSpPr>
          <p:spPr>
            <a:xfrm>
              <a:off x="22694266" y="6055305"/>
              <a:ext cx="1040670" cy="646331"/>
            </a:xfrm>
            <a:prstGeom prst="rect">
              <a:avLst/>
            </a:prstGeom>
            <a:noFill/>
          </p:spPr>
          <p:txBody>
            <a:bodyPr wrap="none" lIns="28346" tIns="14173" rIns="28346" bIns="14173" rtlCol="0">
              <a:spAutoFit/>
            </a:bodyPr>
            <a:lstStyle/>
            <a:p>
              <a:r>
                <a:rPr lang="en-US" sz="892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</a:t>
              </a:r>
              <a:r>
                <a:rPr lang="en-US" sz="892" baseline="-25000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2</a:t>
              </a:r>
              <a:r>
                <a:rPr lang="en-US" sz="892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</a:t>
              </a:r>
              <a:endParaRPr lang="en-US" sz="892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053" name="TextBox 143">
              <a:extLst>
                <a:ext uri="{FF2B5EF4-FFF2-40B4-BE49-F238E27FC236}">
                  <a16:creationId xmlns:a16="http://schemas.microsoft.com/office/drawing/2014/main" id="{A4FF003A-8268-EADF-FAD3-11724A5758C6}"/>
                </a:ext>
              </a:extLst>
            </p:cNvPr>
            <p:cNvSpPr txBox="1"/>
            <p:nvPr/>
          </p:nvSpPr>
          <p:spPr>
            <a:xfrm>
              <a:off x="22433747" y="6932239"/>
              <a:ext cx="1220206" cy="646331"/>
            </a:xfrm>
            <a:prstGeom prst="rect">
              <a:avLst/>
            </a:prstGeom>
            <a:noFill/>
          </p:spPr>
          <p:txBody>
            <a:bodyPr wrap="none" lIns="28346" tIns="14173" rIns="28346" bIns="14173" rtlCol="0">
              <a:spAutoFit/>
            </a:bodyPr>
            <a:lstStyle/>
            <a:p>
              <a:r>
                <a:rPr lang="en-US" sz="892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GHG</a:t>
              </a:r>
              <a:endParaRPr lang="en-US" sz="892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054" name="TextBox 182">
              <a:extLst>
                <a:ext uri="{FF2B5EF4-FFF2-40B4-BE49-F238E27FC236}">
                  <a16:creationId xmlns:a16="http://schemas.microsoft.com/office/drawing/2014/main" id="{B9E5816E-A94D-5F3E-53F4-ACED2843BB7D}"/>
                </a:ext>
              </a:extLst>
            </p:cNvPr>
            <p:cNvSpPr txBox="1"/>
            <p:nvPr/>
          </p:nvSpPr>
          <p:spPr>
            <a:xfrm>
              <a:off x="18046995" y="6379248"/>
              <a:ext cx="886781" cy="646331"/>
            </a:xfrm>
            <a:prstGeom prst="rect">
              <a:avLst/>
            </a:prstGeom>
            <a:noFill/>
          </p:spPr>
          <p:txBody>
            <a:bodyPr wrap="none" lIns="28346" tIns="14173" rIns="28346" bIns="14173" rtlCol="0">
              <a:spAutoFit/>
            </a:bodyPr>
            <a:lstStyle/>
            <a:p>
              <a:r>
                <a:rPr lang="en-US" sz="892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Aer</a:t>
              </a:r>
              <a:endParaRPr lang="en-US" sz="892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cxnSp>
          <p:nvCxnSpPr>
            <p:cNvPr id="5055" name="Straight Connector 209">
              <a:extLst>
                <a:ext uri="{FF2B5EF4-FFF2-40B4-BE49-F238E27FC236}">
                  <a16:creationId xmlns:a16="http://schemas.microsoft.com/office/drawing/2014/main" id="{716EAEB4-93A0-659E-7468-7DF97816F69F}"/>
                </a:ext>
              </a:extLst>
            </p:cNvPr>
            <p:cNvCxnSpPr/>
            <p:nvPr/>
          </p:nvCxnSpPr>
          <p:spPr>
            <a:xfrm>
              <a:off x="18163064" y="7309762"/>
              <a:ext cx="397798" cy="0"/>
            </a:xfrm>
            <a:prstGeom prst="line">
              <a:avLst/>
            </a:prstGeom>
            <a:ln w="11811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56" name="Rectangle 87">
              <a:extLst>
                <a:ext uri="{FF2B5EF4-FFF2-40B4-BE49-F238E27FC236}">
                  <a16:creationId xmlns:a16="http://schemas.microsoft.com/office/drawing/2014/main" id="{8C1284D0-768E-D97E-7CC8-13AA29F48A34}"/>
                </a:ext>
              </a:extLst>
            </p:cNvPr>
            <p:cNvSpPr/>
            <p:nvPr/>
          </p:nvSpPr>
          <p:spPr>
            <a:xfrm>
              <a:off x="19638192" y="8894128"/>
              <a:ext cx="876557" cy="378638"/>
            </a:xfrm>
            <a:prstGeom prst="rect">
              <a:avLst/>
            </a:prstGeom>
            <a:solidFill>
              <a:schemeClr val="lt1">
                <a:alpha val="80774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lIns="28346" tIns="14173" rIns="28346" bIns="14173" rtlCol="0" anchor="ctr"/>
            <a:lstStyle/>
            <a:p>
              <a:pPr algn="ctr"/>
              <a:endParaRPr lang="en-US"/>
            </a:p>
          </p:txBody>
        </p:sp>
        <p:sp>
          <p:nvSpPr>
            <p:cNvPr id="5057" name="Water">
              <a:extLst>
                <a:ext uri="{FF2B5EF4-FFF2-40B4-BE49-F238E27FC236}">
                  <a16:creationId xmlns:a16="http://schemas.microsoft.com/office/drawing/2014/main" id="{0B40B283-9D3B-2466-5676-148AEEBD331F}"/>
                </a:ext>
              </a:extLst>
            </p:cNvPr>
            <p:cNvSpPr/>
            <p:nvPr/>
          </p:nvSpPr>
          <p:spPr>
            <a:xfrm>
              <a:off x="19696819" y="8948570"/>
              <a:ext cx="763393" cy="2646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3728"/>
                  </a:lnTo>
                  <a:cubicBezTo>
                    <a:pt x="292" y="3728"/>
                    <a:pt x="665" y="4209"/>
                    <a:pt x="1059" y="4708"/>
                  </a:cubicBezTo>
                  <a:cubicBezTo>
                    <a:pt x="1551" y="5332"/>
                    <a:pt x="2109" y="6053"/>
                    <a:pt x="2703" y="6053"/>
                  </a:cubicBezTo>
                  <a:cubicBezTo>
                    <a:pt x="3287" y="6053"/>
                    <a:pt x="3802" y="5365"/>
                    <a:pt x="4256" y="4757"/>
                  </a:cubicBezTo>
                  <a:cubicBezTo>
                    <a:pt x="4656" y="4226"/>
                    <a:pt x="5034" y="3728"/>
                    <a:pt x="5402" y="3728"/>
                  </a:cubicBezTo>
                  <a:cubicBezTo>
                    <a:pt x="5769" y="3728"/>
                    <a:pt x="6142" y="4226"/>
                    <a:pt x="6542" y="4757"/>
                  </a:cubicBezTo>
                  <a:cubicBezTo>
                    <a:pt x="6996" y="5365"/>
                    <a:pt x="7516" y="6053"/>
                    <a:pt x="8105" y="6053"/>
                  </a:cubicBezTo>
                  <a:cubicBezTo>
                    <a:pt x="8689" y="6053"/>
                    <a:pt x="9186" y="5380"/>
                    <a:pt x="9624" y="4771"/>
                  </a:cubicBezTo>
                  <a:cubicBezTo>
                    <a:pt x="10019" y="4225"/>
                    <a:pt x="10392" y="3728"/>
                    <a:pt x="10803" y="3728"/>
                  </a:cubicBezTo>
                  <a:cubicBezTo>
                    <a:pt x="11187" y="3728"/>
                    <a:pt x="11512" y="4178"/>
                    <a:pt x="11885" y="4708"/>
                  </a:cubicBezTo>
                  <a:cubicBezTo>
                    <a:pt x="12328" y="5332"/>
                    <a:pt x="12837" y="6053"/>
                    <a:pt x="13502" y="6053"/>
                  </a:cubicBezTo>
                  <a:cubicBezTo>
                    <a:pt x="14172" y="6053"/>
                    <a:pt x="14690" y="5333"/>
                    <a:pt x="15144" y="4693"/>
                  </a:cubicBezTo>
                  <a:cubicBezTo>
                    <a:pt x="15517" y="4179"/>
                    <a:pt x="15836" y="3728"/>
                    <a:pt x="16198" y="3728"/>
                  </a:cubicBezTo>
                  <a:cubicBezTo>
                    <a:pt x="16566" y="3728"/>
                    <a:pt x="16902" y="4182"/>
                    <a:pt x="17291" y="4727"/>
                  </a:cubicBezTo>
                  <a:cubicBezTo>
                    <a:pt x="17746" y="5351"/>
                    <a:pt x="18264" y="6053"/>
                    <a:pt x="18902" y="6053"/>
                  </a:cubicBezTo>
                  <a:cubicBezTo>
                    <a:pt x="19556" y="6053"/>
                    <a:pt x="20113" y="5319"/>
                    <a:pt x="20605" y="4664"/>
                  </a:cubicBezTo>
                  <a:cubicBezTo>
                    <a:pt x="20972" y="4181"/>
                    <a:pt x="21319" y="3728"/>
                    <a:pt x="21600" y="3728"/>
                  </a:cubicBezTo>
                  <a:lnTo>
                    <a:pt x="21600" y="0"/>
                  </a:lnTo>
                  <a:cubicBezTo>
                    <a:pt x="21038" y="0"/>
                    <a:pt x="20547" y="653"/>
                    <a:pt x="20071" y="1277"/>
                  </a:cubicBezTo>
                  <a:cubicBezTo>
                    <a:pt x="19655" y="1807"/>
                    <a:pt x="19270" y="2325"/>
                    <a:pt x="18897" y="2325"/>
                  </a:cubicBezTo>
                  <a:cubicBezTo>
                    <a:pt x="18551" y="2325"/>
                    <a:pt x="18221" y="1870"/>
                    <a:pt x="17842" y="1355"/>
                  </a:cubicBezTo>
                  <a:cubicBezTo>
                    <a:pt x="17377" y="715"/>
                    <a:pt x="16853" y="0"/>
                    <a:pt x="16198" y="0"/>
                  </a:cubicBezTo>
                  <a:cubicBezTo>
                    <a:pt x="15544" y="0"/>
                    <a:pt x="15037" y="716"/>
                    <a:pt x="14583" y="1340"/>
                  </a:cubicBezTo>
                  <a:cubicBezTo>
                    <a:pt x="14205" y="1871"/>
                    <a:pt x="13875" y="2325"/>
                    <a:pt x="13502" y="2325"/>
                  </a:cubicBezTo>
                  <a:cubicBezTo>
                    <a:pt x="13134" y="2325"/>
                    <a:pt x="12820" y="1870"/>
                    <a:pt x="12452" y="1355"/>
                  </a:cubicBezTo>
                  <a:cubicBezTo>
                    <a:pt x="11998" y="715"/>
                    <a:pt x="11485" y="0"/>
                    <a:pt x="10803" y="0"/>
                  </a:cubicBezTo>
                  <a:cubicBezTo>
                    <a:pt x="10106" y="0"/>
                    <a:pt x="9554" y="749"/>
                    <a:pt x="9073" y="1404"/>
                  </a:cubicBezTo>
                  <a:cubicBezTo>
                    <a:pt x="8711" y="1903"/>
                    <a:pt x="8402" y="2325"/>
                    <a:pt x="8105" y="2325"/>
                  </a:cubicBezTo>
                  <a:cubicBezTo>
                    <a:pt x="7802" y="2325"/>
                    <a:pt x="7467" y="1889"/>
                    <a:pt x="7083" y="1374"/>
                  </a:cubicBezTo>
                  <a:cubicBezTo>
                    <a:pt x="6602" y="735"/>
                    <a:pt x="6050" y="0"/>
                    <a:pt x="5402" y="0"/>
                  </a:cubicBezTo>
                  <a:cubicBezTo>
                    <a:pt x="4747" y="0"/>
                    <a:pt x="4202" y="735"/>
                    <a:pt x="3715" y="1374"/>
                  </a:cubicBezTo>
                  <a:cubicBezTo>
                    <a:pt x="3348" y="1858"/>
                    <a:pt x="3001" y="2325"/>
                    <a:pt x="2703" y="2325"/>
                  </a:cubicBezTo>
                  <a:cubicBezTo>
                    <a:pt x="2384" y="2325"/>
                    <a:pt x="1996" y="1827"/>
                    <a:pt x="1585" y="1296"/>
                  </a:cubicBezTo>
                  <a:cubicBezTo>
                    <a:pt x="1082" y="657"/>
                    <a:pt x="568" y="0"/>
                    <a:pt x="0" y="0"/>
                  </a:cubicBezTo>
                  <a:close/>
                  <a:moveTo>
                    <a:pt x="0" y="7769"/>
                  </a:moveTo>
                  <a:lnTo>
                    <a:pt x="0" y="11492"/>
                  </a:lnTo>
                  <a:cubicBezTo>
                    <a:pt x="292" y="11492"/>
                    <a:pt x="665" y="11977"/>
                    <a:pt x="1059" y="12477"/>
                  </a:cubicBezTo>
                  <a:cubicBezTo>
                    <a:pt x="1551" y="13100"/>
                    <a:pt x="2109" y="13817"/>
                    <a:pt x="2703" y="13817"/>
                  </a:cubicBezTo>
                  <a:cubicBezTo>
                    <a:pt x="3287" y="13817"/>
                    <a:pt x="3802" y="13133"/>
                    <a:pt x="4256" y="12525"/>
                  </a:cubicBezTo>
                  <a:cubicBezTo>
                    <a:pt x="4656" y="11995"/>
                    <a:pt x="5034" y="11492"/>
                    <a:pt x="5402" y="11492"/>
                  </a:cubicBezTo>
                  <a:cubicBezTo>
                    <a:pt x="5769" y="11492"/>
                    <a:pt x="6142" y="11995"/>
                    <a:pt x="6542" y="12525"/>
                  </a:cubicBezTo>
                  <a:cubicBezTo>
                    <a:pt x="6996" y="13133"/>
                    <a:pt x="7516" y="13817"/>
                    <a:pt x="8105" y="13817"/>
                  </a:cubicBezTo>
                  <a:cubicBezTo>
                    <a:pt x="8689" y="13817"/>
                    <a:pt x="9186" y="13148"/>
                    <a:pt x="9624" y="12540"/>
                  </a:cubicBezTo>
                  <a:cubicBezTo>
                    <a:pt x="10019" y="11994"/>
                    <a:pt x="10392" y="11492"/>
                    <a:pt x="10803" y="11492"/>
                  </a:cubicBezTo>
                  <a:cubicBezTo>
                    <a:pt x="11187" y="11492"/>
                    <a:pt x="11512" y="11946"/>
                    <a:pt x="11885" y="12477"/>
                  </a:cubicBezTo>
                  <a:cubicBezTo>
                    <a:pt x="12328" y="13100"/>
                    <a:pt x="12837" y="13817"/>
                    <a:pt x="13502" y="13817"/>
                  </a:cubicBezTo>
                  <a:cubicBezTo>
                    <a:pt x="14172" y="13817"/>
                    <a:pt x="14690" y="13101"/>
                    <a:pt x="15144" y="12462"/>
                  </a:cubicBezTo>
                  <a:cubicBezTo>
                    <a:pt x="15517" y="11947"/>
                    <a:pt x="15836" y="11492"/>
                    <a:pt x="16198" y="11492"/>
                  </a:cubicBezTo>
                  <a:cubicBezTo>
                    <a:pt x="16566" y="11492"/>
                    <a:pt x="16902" y="11945"/>
                    <a:pt x="17291" y="12491"/>
                  </a:cubicBezTo>
                  <a:cubicBezTo>
                    <a:pt x="17746" y="13115"/>
                    <a:pt x="18264" y="13817"/>
                    <a:pt x="18902" y="13817"/>
                  </a:cubicBezTo>
                  <a:cubicBezTo>
                    <a:pt x="19556" y="13817"/>
                    <a:pt x="20113" y="13083"/>
                    <a:pt x="20605" y="12428"/>
                  </a:cubicBezTo>
                  <a:cubicBezTo>
                    <a:pt x="20972" y="11944"/>
                    <a:pt x="21319" y="11492"/>
                    <a:pt x="21600" y="11492"/>
                  </a:cubicBezTo>
                  <a:lnTo>
                    <a:pt x="21600" y="7769"/>
                  </a:lnTo>
                  <a:cubicBezTo>
                    <a:pt x="21038" y="7769"/>
                    <a:pt x="20547" y="8422"/>
                    <a:pt x="20071" y="9045"/>
                  </a:cubicBezTo>
                  <a:cubicBezTo>
                    <a:pt x="19655" y="9591"/>
                    <a:pt x="19270" y="10088"/>
                    <a:pt x="18897" y="10088"/>
                  </a:cubicBezTo>
                  <a:cubicBezTo>
                    <a:pt x="18551" y="10088"/>
                    <a:pt x="18221" y="9638"/>
                    <a:pt x="17842" y="9123"/>
                  </a:cubicBezTo>
                  <a:cubicBezTo>
                    <a:pt x="17377" y="8484"/>
                    <a:pt x="16853" y="7769"/>
                    <a:pt x="16198" y="7769"/>
                  </a:cubicBezTo>
                  <a:cubicBezTo>
                    <a:pt x="15544" y="7769"/>
                    <a:pt x="15037" y="8485"/>
                    <a:pt x="14583" y="9109"/>
                  </a:cubicBezTo>
                  <a:cubicBezTo>
                    <a:pt x="14205" y="9639"/>
                    <a:pt x="13875" y="10088"/>
                    <a:pt x="13502" y="10088"/>
                  </a:cubicBezTo>
                  <a:cubicBezTo>
                    <a:pt x="13134" y="10088"/>
                    <a:pt x="12820" y="9638"/>
                    <a:pt x="12452" y="9123"/>
                  </a:cubicBezTo>
                  <a:cubicBezTo>
                    <a:pt x="11998" y="8484"/>
                    <a:pt x="11485" y="7769"/>
                    <a:pt x="10803" y="7769"/>
                  </a:cubicBezTo>
                  <a:cubicBezTo>
                    <a:pt x="10106" y="7769"/>
                    <a:pt x="9554" y="8517"/>
                    <a:pt x="9073" y="9172"/>
                  </a:cubicBezTo>
                  <a:cubicBezTo>
                    <a:pt x="8711" y="9671"/>
                    <a:pt x="8402" y="10088"/>
                    <a:pt x="8105" y="10088"/>
                  </a:cubicBezTo>
                  <a:cubicBezTo>
                    <a:pt x="7802" y="10088"/>
                    <a:pt x="7467" y="9653"/>
                    <a:pt x="7083" y="9138"/>
                  </a:cubicBezTo>
                  <a:cubicBezTo>
                    <a:pt x="6602" y="8499"/>
                    <a:pt x="6050" y="7769"/>
                    <a:pt x="5402" y="7769"/>
                  </a:cubicBezTo>
                  <a:cubicBezTo>
                    <a:pt x="4747" y="7769"/>
                    <a:pt x="4202" y="8499"/>
                    <a:pt x="3715" y="9138"/>
                  </a:cubicBezTo>
                  <a:cubicBezTo>
                    <a:pt x="3348" y="9622"/>
                    <a:pt x="3001" y="10088"/>
                    <a:pt x="2703" y="10088"/>
                  </a:cubicBezTo>
                  <a:cubicBezTo>
                    <a:pt x="2384" y="10088"/>
                    <a:pt x="1996" y="9590"/>
                    <a:pt x="1585" y="9060"/>
                  </a:cubicBezTo>
                  <a:cubicBezTo>
                    <a:pt x="1082" y="8421"/>
                    <a:pt x="568" y="7769"/>
                    <a:pt x="0" y="7769"/>
                  </a:cubicBezTo>
                  <a:close/>
                  <a:moveTo>
                    <a:pt x="0" y="15547"/>
                  </a:moveTo>
                  <a:lnTo>
                    <a:pt x="0" y="19275"/>
                  </a:lnTo>
                  <a:cubicBezTo>
                    <a:pt x="292" y="19275"/>
                    <a:pt x="665" y="19761"/>
                    <a:pt x="1059" y="20260"/>
                  </a:cubicBezTo>
                  <a:cubicBezTo>
                    <a:pt x="1551" y="20884"/>
                    <a:pt x="2109" y="21600"/>
                    <a:pt x="2703" y="21600"/>
                  </a:cubicBezTo>
                  <a:cubicBezTo>
                    <a:pt x="3287" y="21600"/>
                    <a:pt x="3802" y="20912"/>
                    <a:pt x="4256" y="20304"/>
                  </a:cubicBezTo>
                  <a:cubicBezTo>
                    <a:pt x="4656" y="19773"/>
                    <a:pt x="5034" y="19275"/>
                    <a:pt x="5402" y="19275"/>
                  </a:cubicBezTo>
                  <a:cubicBezTo>
                    <a:pt x="5769" y="19275"/>
                    <a:pt x="6142" y="19773"/>
                    <a:pt x="6542" y="20304"/>
                  </a:cubicBezTo>
                  <a:cubicBezTo>
                    <a:pt x="6996" y="20912"/>
                    <a:pt x="7516" y="21600"/>
                    <a:pt x="8105" y="21600"/>
                  </a:cubicBezTo>
                  <a:cubicBezTo>
                    <a:pt x="8689" y="21600"/>
                    <a:pt x="9186" y="20931"/>
                    <a:pt x="9624" y="20323"/>
                  </a:cubicBezTo>
                  <a:cubicBezTo>
                    <a:pt x="10019" y="19777"/>
                    <a:pt x="10392" y="19275"/>
                    <a:pt x="10803" y="19275"/>
                  </a:cubicBezTo>
                  <a:cubicBezTo>
                    <a:pt x="11187" y="19275"/>
                    <a:pt x="11512" y="19729"/>
                    <a:pt x="11885" y="20260"/>
                  </a:cubicBezTo>
                  <a:cubicBezTo>
                    <a:pt x="12328" y="20884"/>
                    <a:pt x="12837" y="21600"/>
                    <a:pt x="13502" y="21600"/>
                  </a:cubicBezTo>
                  <a:cubicBezTo>
                    <a:pt x="14172" y="21600"/>
                    <a:pt x="14690" y="20885"/>
                    <a:pt x="15144" y="20245"/>
                  </a:cubicBezTo>
                  <a:cubicBezTo>
                    <a:pt x="15517" y="19730"/>
                    <a:pt x="15836" y="19275"/>
                    <a:pt x="16198" y="19275"/>
                  </a:cubicBezTo>
                  <a:cubicBezTo>
                    <a:pt x="16566" y="19275"/>
                    <a:pt x="16902" y="19729"/>
                    <a:pt x="17291" y="20274"/>
                  </a:cubicBezTo>
                  <a:cubicBezTo>
                    <a:pt x="17746" y="20898"/>
                    <a:pt x="18264" y="21600"/>
                    <a:pt x="18902" y="21600"/>
                  </a:cubicBezTo>
                  <a:cubicBezTo>
                    <a:pt x="19556" y="21600"/>
                    <a:pt x="20113" y="20866"/>
                    <a:pt x="20605" y="20211"/>
                  </a:cubicBezTo>
                  <a:cubicBezTo>
                    <a:pt x="20972" y="19728"/>
                    <a:pt x="21319" y="19275"/>
                    <a:pt x="21600" y="19275"/>
                  </a:cubicBezTo>
                  <a:lnTo>
                    <a:pt x="21600" y="15547"/>
                  </a:lnTo>
                  <a:cubicBezTo>
                    <a:pt x="21038" y="15547"/>
                    <a:pt x="20547" y="16205"/>
                    <a:pt x="20071" y="16829"/>
                  </a:cubicBezTo>
                  <a:cubicBezTo>
                    <a:pt x="19655" y="17359"/>
                    <a:pt x="19270" y="17872"/>
                    <a:pt x="18897" y="17872"/>
                  </a:cubicBezTo>
                  <a:cubicBezTo>
                    <a:pt x="18551" y="17872"/>
                    <a:pt x="18221" y="17421"/>
                    <a:pt x="17842" y="16907"/>
                  </a:cubicBezTo>
                  <a:cubicBezTo>
                    <a:pt x="17377" y="16267"/>
                    <a:pt x="16853" y="15547"/>
                    <a:pt x="16198" y="15547"/>
                  </a:cubicBezTo>
                  <a:cubicBezTo>
                    <a:pt x="15544" y="15547"/>
                    <a:pt x="15037" y="16268"/>
                    <a:pt x="14583" y="16892"/>
                  </a:cubicBezTo>
                  <a:cubicBezTo>
                    <a:pt x="14205" y="17422"/>
                    <a:pt x="13875" y="17872"/>
                    <a:pt x="13502" y="17872"/>
                  </a:cubicBezTo>
                  <a:cubicBezTo>
                    <a:pt x="13134" y="17872"/>
                    <a:pt x="12820" y="17421"/>
                    <a:pt x="12452" y="16907"/>
                  </a:cubicBezTo>
                  <a:cubicBezTo>
                    <a:pt x="11998" y="16267"/>
                    <a:pt x="11485" y="15547"/>
                    <a:pt x="10803" y="15547"/>
                  </a:cubicBezTo>
                  <a:cubicBezTo>
                    <a:pt x="10106" y="15547"/>
                    <a:pt x="9554" y="16296"/>
                    <a:pt x="9073" y="16951"/>
                  </a:cubicBezTo>
                  <a:cubicBezTo>
                    <a:pt x="8711" y="17450"/>
                    <a:pt x="8402" y="17872"/>
                    <a:pt x="8105" y="17872"/>
                  </a:cubicBezTo>
                  <a:cubicBezTo>
                    <a:pt x="7802" y="17872"/>
                    <a:pt x="7467" y="17436"/>
                    <a:pt x="7083" y="16921"/>
                  </a:cubicBezTo>
                  <a:cubicBezTo>
                    <a:pt x="6602" y="16282"/>
                    <a:pt x="6050" y="15547"/>
                    <a:pt x="5402" y="15547"/>
                  </a:cubicBezTo>
                  <a:cubicBezTo>
                    <a:pt x="4747" y="15547"/>
                    <a:pt x="4202" y="16282"/>
                    <a:pt x="3715" y="16921"/>
                  </a:cubicBezTo>
                  <a:cubicBezTo>
                    <a:pt x="3348" y="17405"/>
                    <a:pt x="3001" y="17872"/>
                    <a:pt x="2703" y="17872"/>
                  </a:cubicBezTo>
                  <a:cubicBezTo>
                    <a:pt x="2384" y="17872"/>
                    <a:pt x="1996" y="17374"/>
                    <a:pt x="1585" y="16843"/>
                  </a:cubicBezTo>
                  <a:cubicBezTo>
                    <a:pt x="1082" y="16204"/>
                    <a:pt x="568" y="15547"/>
                    <a:pt x="0" y="15547"/>
                  </a:cubicBezTo>
                  <a:close/>
                </a:path>
              </a:pathLst>
            </a:custGeom>
            <a:solidFill>
              <a:srgbClr val="7030A0"/>
            </a:solidFill>
            <a:ln w="3937"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grpSp>
          <p:nvGrpSpPr>
            <p:cNvPr id="5058" name="Group 153">
              <a:extLst>
                <a:ext uri="{FF2B5EF4-FFF2-40B4-BE49-F238E27FC236}">
                  <a16:creationId xmlns:a16="http://schemas.microsoft.com/office/drawing/2014/main" id="{C6C29916-6020-7D96-62EA-DF4BF8589F3E}"/>
                </a:ext>
              </a:extLst>
            </p:cNvPr>
            <p:cNvGrpSpPr/>
            <p:nvPr/>
          </p:nvGrpSpPr>
          <p:grpSpPr>
            <a:xfrm>
              <a:off x="13794588" y="8237186"/>
              <a:ext cx="529186" cy="784577"/>
              <a:chOff x="4728958" y="7635040"/>
              <a:chExt cx="529186" cy="784577"/>
            </a:xfrm>
          </p:grpSpPr>
          <p:cxnSp>
            <p:nvCxnSpPr>
              <p:cNvPr id="5059" name="Straight Connector 154">
                <a:extLst>
                  <a:ext uri="{FF2B5EF4-FFF2-40B4-BE49-F238E27FC236}">
                    <a16:creationId xmlns:a16="http://schemas.microsoft.com/office/drawing/2014/main" id="{CE622A3A-AF1F-D9F1-05ED-56664F19F52D}"/>
                  </a:ext>
                </a:extLst>
              </p:cNvPr>
              <p:cNvCxnSpPr/>
              <p:nvPr/>
            </p:nvCxnSpPr>
            <p:spPr>
              <a:xfrm>
                <a:off x="5024187" y="7640871"/>
                <a:ext cx="0" cy="771930"/>
              </a:xfrm>
              <a:prstGeom prst="line">
                <a:avLst/>
              </a:prstGeom>
              <a:ln w="15748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60" name="Straight Connector 158">
                <a:extLst>
                  <a:ext uri="{FF2B5EF4-FFF2-40B4-BE49-F238E27FC236}">
                    <a16:creationId xmlns:a16="http://schemas.microsoft.com/office/drawing/2014/main" id="{CFA24572-B410-BD58-DDC8-7643EEAB2A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28958" y="7635040"/>
                <a:ext cx="529186" cy="0"/>
              </a:xfrm>
              <a:prstGeom prst="line">
                <a:avLst/>
              </a:prstGeom>
              <a:ln w="15748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61" name="Straight Connector 160">
                <a:extLst>
                  <a:ext uri="{FF2B5EF4-FFF2-40B4-BE49-F238E27FC236}">
                    <a16:creationId xmlns:a16="http://schemas.microsoft.com/office/drawing/2014/main" id="{27664320-769A-BE50-BAA4-7478DEBFB3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28958" y="8419617"/>
                <a:ext cx="529186" cy="0"/>
              </a:xfrm>
              <a:prstGeom prst="line">
                <a:avLst/>
              </a:prstGeom>
              <a:ln w="15748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62" name="Group 162">
              <a:extLst>
                <a:ext uri="{FF2B5EF4-FFF2-40B4-BE49-F238E27FC236}">
                  <a16:creationId xmlns:a16="http://schemas.microsoft.com/office/drawing/2014/main" id="{204E818F-D26B-DFAE-BA76-1886C1957CFB}"/>
                </a:ext>
              </a:extLst>
            </p:cNvPr>
            <p:cNvGrpSpPr/>
            <p:nvPr/>
          </p:nvGrpSpPr>
          <p:grpSpPr>
            <a:xfrm>
              <a:off x="13794588" y="9195065"/>
              <a:ext cx="529186" cy="1657960"/>
              <a:chOff x="4728958" y="7635040"/>
              <a:chExt cx="529186" cy="784577"/>
            </a:xfrm>
          </p:grpSpPr>
          <p:cxnSp>
            <p:nvCxnSpPr>
              <p:cNvPr id="5063" name="Straight Connector 163">
                <a:extLst>
                  <a:ext uri="{FF2B5EF4-FFF2-40B4-BE49-F238E27FC236}">
                    <a16:creationId xmlns:a16="http://schemas.microsoft.com/office/drawing/2014/main" id="{6E2EE4B2-0033-F996-C78D-204C943425B3}"/>
                  </a:ext>
                </a:extLst>
              </p:cNvPr>
              <p:cNvCxnSpPr/>
              <p:nvPr/>
            </p:nvCxnSpPr>
            <p:spPr>
              <a:xfrm>
                <a:off x="5024187" y="7640871"/>
                <a:ext cx="0" cy="771930"/>
              </a:xfrm>
              <a:prstGeom prst="line">
                <a:avLst/>
              </a:prstGeom>
              <a:ln w="15748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64" name="Straight Connector 164">
                <a:extLst>
                  <a:ext uri="{FF2B5EF4-FFF2-40B4-BE49-F238E27FC236}">
                    <a16:creationId xmlns:a16="http://schemas.microsoft.com/office/drawing/2014/main" id="{9C9FB96C-4C44-1972-970F-83FDC8A086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28958" y="7635040"/>
                <a:ext cx="529186" cy="0"/>
              </a:xfrm>
              <a:prstGeom prst="line">
                <a:avLst/>
              </a:prstGeom>
              <a:ln w="15748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65" name="Straight Connector 165">
                <a:extLst>
                  <a:ext uri="{FF2B5EF4-FFF2-40B4-BE49-F238E27FC236}">
                    <a16:creationId xmlns:a16="http://schemas.microsoft.com/office/drawing/2014/main" id="{49BD18B9-CF89-D5DD-5EA2-CBB191D902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28958" y="8419617"/>
                <a:ext cx="529186" cy="0"/>
              </a:xfrm>
              <a:prstGeom prst="line">
                <a:avLst/>
              </a:prstGeom>
              <a:ln w="15748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66" name="Gear">
              <a:extLst>
                <a:ext uri="{FF2B5EF4-FFF2-40B4-BE49-F238E27FC236}">
                  <a16:creationId xmlns:a16="http://schemas.microsoft.com/office/drawing/2014/main" id="{C8CAC794-AA52-ADE4-8C39-0783B1AE7604}"/>
                </a:ext>
              </a:extLst>
            </p:cNvPr>
            <p:cNvSpPr/>
            <p:nvPr/>
          </p:nvSpPr>
          <p:spPr>
            <a:xfrm>
              <a:off x="13909927" y="7025023"/>
              <a:ext cx="637759" cy="6349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9" extrusionOk="0">
                  <a:moveTo>
                    <a:pt x="9384" y="0"/>
                  </a:moveTo>
                  <a:cubicBezTo>
                    <a:pt x="9373" y="0"/>
                    <a:pt x="9237" y="27"/>
                    <a:pt x="9075" y="54"/>
                  </a:cubicBezTo>
                  <a:lnTo>
                    <a:pt x="7468" y="445"/>
                  </a:lnTo>
                  <a:cubicBezTo>
                    <a:pt x="7312" y="494"/>
                    <a:pt x="7177" y="531"/>
                    <a:pt x="7166" y="537"/>
                  </a:cubicBezTo>
                  <a:cubicBezTo>
                    <a:pt x="7161" y="542"/>
                    <a:pt x="7154" y="677"/>
                    <a:pt x="7154" y="840"/>
                  </a:cubicBezTo>
                  <a:lnTo>
                    <a:pt x="7166" y="1761"/>
                  </a:lnTo>
                  <a:cubicBezTo>
                    <a:pt x="7166" y="1924"/>
                    <a:pt x="7047" y="2119"/>
                    <a:pt x="6902" y="2190"/>
                  </a:cubicBezTo>
                  <a:lnTo>
                    <a:pt x="6151" y="2574"/>
                  </a:lnTo>
                  <a:cubicBezTo>
                    <a:pt x="6006" y="2655"/>
                    <a:pt x="5778" y="2644"/>
                    <a:pt x="5649" y="2547"/>
                  </a:cubicBezTo>
                  <a:lnTo>
                    <a:pt x="4900" y="2010"/>
                  </a:lnTo>
                  <a:cubicBezTo>
                    <a:pt x="4765" y="1913"/>
                    <a:pt x="4651" y="1842"/>
                    <a:pt x="4645" y="1848"/>
                  </a:cubicBezTo>
                  <a:cubicBezTo>
                    <a:pt x="4640" y="1853"/>
                    <a:pt x="4527" y="1941"/>
                    <a:pt x="4398" y="2044"/>
                  </a:cubicBezTo>
                  <a:lnTo>
                    <a:pt x="3162" y="3116"/>
                  </a:lnTo>
                  <a:cubicBezTo>
                    <a:pt x="3043" y="3230"/>
                    <a:pt x="2941" y="3327"/>
                    <a:pt x="2936" y="3333"/>
                  </a:cubicBezTo>
                  <a:cubicBezTo>
                    <a:pt x="2930" y="3338"/>
                    <a:pt x="2990" y="3462"/>
                    <a:pt x="3065" y="3609"/>
                  </a:cubicBezTo>
                  <a:lnTo>
                    <a:pt x="3490" y="4401"/>
                  </a:lnTo>
                  <a:cubicBezTo>
                    <a:pt x="3566" y="4548"/>
                    <a:pt x="3551" y="4769"/>
                    <a:pt x="3448" y="4899"/>
                  </a:cubicBezTo>
                  <a:lnTo>
                    <a:pt x="2909" y="5648"/>
                  </a:lnTo>
                  <a:cubicBezTo>
                    <a:pt x="2817" y="5783"/>
                    <a:pt x="2612" y="5879"/>
                    <a:pt x="2450" y="5858"/>
                  </a:cubicBezTo>
                  <a:lnTo>
                    <a:pt x="1548" y="5739"/>
                  </a:lnTo>
                  <a:cubicBezTo>
                    <a:pt x="1386" y="5717"/>
                    <a:pt x="1251" y="5707"/>
                    <a:pt x="1246" y="5712"/>
                  </a:cubicBezTo>
                  <a:cubicBezTo>
                    <a:pt x="1241" y="5717"/>
                    <a:pt x="1181" y="5848"/>
                    <a:pt x="1111" y="6000"/>
                  </a:cubicBezTo>
                  <a:lnTo>
                    <a:pt x="518" y="7483"/>
                  </a:lnTo>
                  <a:cubicBezTo>
                    <a:pt x="464" y="7640"/>
                    <a:pt x="420" y="7776"/>
                    <a:pt x="415" y="7781"/>
                  </a:cubicBezTo>
                  <a:cubicBezTo>
                    <a:pt x="415" y="7792"/>
                    <a:pt x="523" y="7874"/>
                    <a:pt x="658" y="7966"/>
                  </a:cubicBezTo>
                  <a:lnTo>
                    <a:pt x="1381" y="8454"/>
                  </a:lnTo>
                  <a:cubicBezTo>
                    <a:pt x="1516" y="8546"/>
                    <a:pt x="1602" y="8752"/>
                    <a:pt x="1570" y="8914"/>
                  </a:cubicBezTo>
                  <a:lnTo>
                    <a:pt x="1420" y="9944"/>
                  </a:lnTo>
                  <a:cubicBezTo>
                    <a:pt x="1404" y="10106"/>
                    <a:pt x="1263" y="10291"/>
                    <a:pt x="1106" y="10345"/>
                  </a:cubicBezTo>
                  <a:lnTo>
                    <a:pt x="280" y="10648"/>
                  </a:lnTo>
                  <a:cubicBezTo>
                    <a:pt x="123" y="10702"/>
                    <a:pt x="0" y="10758"/>
                    <a:pt x="0" y="10769"/>
                  </a:cubicBezTo>
                  <a:cubicBezTo>
                    <a:pt x="0" y="10779"/>
                    <a:pt x="6" y="10919"/>
                    <a:pt x="17" y="11082"/>
                  </a:cubicBezTo>
                  <a:lnTo>
                    <a:pt x="167" y="12626"/>
                  </a:lnTo>
                  <a:cubicBezTo>
                    <a:pt x="194" y="12789"/>
                    <a:pt x="210" y="12930"/>
                    <a:pt x="216" y="12941"/>
                  </a:cubicBezTo>
                  <a:cubicBezTo>
                    <a:pt x="216" y="12952"/>
                    <a:pt x="350" y="12974"/>
                    <a:pt x="518" y="12990"/>
                  </a:cubicBezTo>
                  <a:lnTo>
                    <a:pt x="1354" y="13082"/>
                  </a:lnTo>
                  <a:cubicBezTo>
                    <a:pt x="1516" y="13098"/>
                    <a:pt x="1688" y="13245"/>
                    <a:pt x="1737" y="13402"/>
                  </a:cubicBezTo>
                  <a:lnTo>
                    <a:pt x="2121" y="14501"/>
                  </a:lnTo>
                  <a:cubicBezTo>
                    <a:pt x="2181" y="14653"/>
                    <a:pt x="2142" y="14881"/>
                    <a:pt x="2028" y="15000"/>
                  </a:cubicBezTo>
                  <a:lnTo>
                    <a:pt x="1457" y="15624"/>
                  </a:lnTo>
                  <a:cubicBezTo>
                    <a:pt x="1349" y="15743"/>
                    <a:pt x="1258" y="15850"/>
                    <a:pt x="1263" y="15856"/>
                  </a:cubicBezTo>
                  <a:cubicBezTo>
                    <a:pt x="1268" y="15861"/>
                    <a:pt x="1338" y="15986"/>
                    <a:pt x="1425" y="16127"/>
                  </a:cubicBezTo>
                  <a:lnTo>
                    <a:pt x="2256" y="17380"/>
                  </a:lnTo>
                  <a:cubicBezTo>
                    <a:pt x="2353" y="17510"/>
                    <a:pt x="2440" y="17623"/>
                    <a:pt x="2445" y="17634"/>
                  </a:cubicBezTo>
                  <a:cubicBezTo>
                    <a:pt x="2450" y="17639"/>
                    <a:pt x="2579" y="17595"/>
                    <a:pt x="2730" y="17535"/>
                  </a:cubicBezTo>
                  <a:lnTo>
                    <a:pt x="3490" y="17232"/>
                  </a:lnTo>
                  <a:cubicBezTo>
                    <a:pt x="3641" y="17173"/>
                    <a:pt x="3863" y="17216"/>
                    <a:pt x="3976" y="17336"/>
                  </a:cubicBezTo>
                  <a:lnTo>
                    <a:pt x="4905" y="18192"/>
                  </a:lnTo>
                  <a:cubicBezTo>
                    <a:pt x="5029" y="18295"/>
                    <a:pt x="5100" y="18511"/>
                    <a:pt x="5062" y="18673"/>
                  </a:cubicBezTo>
                  <a:lnTo>
                    <a:pt x="4851" y="19476"/>
                  </a:lnTo>
                  <a:cubicBezTo>
                    <a:pt x="4808" y="19633"/>
                    <a:pt x="4780" y="19769"/>
                    <a:pt x="4785" y="19774"/>
                  </a:cubicBezTo>
                  <a:cubicBezTo>
                    <a:pt x="4791" y="19780"/>
                    <a:pt x="4915" y="19850"/>
                    <a:pt x="5055" y="19937"/>
                  </a:cubicBezTo>
                  <a:lnTo>
                    <a:pt x="6345" y="20631"/>
                  </a:lnTo>
                  <a:cubicBezTo>
                    <a:pt x="6491" y="20701"/>
                    <a:pt x="6621" y="20761"/>
                    <a:pt x="6632" y="20766"/>
                  </a:cubicBezTo>
                  <a:cubicBezTo>
                    <a:pt x="6637" y="20772"/>
                    <a:pt x="6735" y="20668"/>
                    <a:pt x="6843" y="20543"/>
                  </a:cubicBezTo>
                  <a:lnTo>
                    <a:pt x="7370" y="19932"/>
                  </a:lnTo>
                  <a:cubicBezTo>
                    <a:pt x="7478" y="19807"/>
                    <a:pt x="7694" y="19742"/>
                    <a:pt x="7851" y="19791"/>
                  </a:cubicBezTo>
                  <a:lnTo>
                    <a:pt x="9136" y="20116"/>
                  </a:lnTo>
                  <a:cubicBezTo>
                    <a:pt x="9298" y="20149"/>
                    <a:pt x="9459" y="20306"/>
                    <a:pt x="9497" y="20468"/>
                  </a:cubicBezTo>
                  <a:lnTo>
                    <a:pt x="9680" y="21259"/>
                  </a:lnTo>
                  <a:cubicBezTo>
                    <a:pt x="9718" y="21422"/>
                    <a:pt x="9756" y="21552"/>
                    <a:pt x="9761" y="21552"/>
                  </a:cubicBezTo>
                  <a:cubicBezTo>
                    <a:pt x="9767" y="21552"/>
                    <a:pt x="9911" y="21562"/>
                    <a:pt x="10073" y="21573"/>
                  </a:cubicBezTo>
                  <a:lnTo>
                    <a:pt x="10500" y="21595"/>
                  </a:lnTo>
                  <a:cubicBezTo>
                    <a:pt x="10662" y="21600"/>
                    <a:pt x="10931" y="21600"/>
                    <a:pt x="11098" y="21595"/>
                  </a:cubicBezTo>
                  <a:lnTo>
                    <a:pt x="11525" y="21573"/>
                  </a:lnTo>
                  <a:cubicBezTo>
                    <a:pt x="11687" y="21562"/>
                    <a:pt x="11828" y="21552"/>
                    <a:pt x="11839" y="21552"/>
                  </a:cubicBezTo>
                  <a:cubicBezTo>
                    <a:pt x="11849" y="21552"/>
                    <a:pt x="11882" y="21416"/>
                    <a:pt x="11920" y="21259"/>
                  </a:cubicBezTo>
                  <a:lnTo>
                    <a:pt x="12103" y="20468"/>
                  </a:lnTo>
                  <a:cubicBezTo>
                    <a:pt x="12141" y="20306"/>
                    <a:pt x="12302" y="20149"/>
                    <a:pt x="12464" y="20116"/>
                  </a:cubicBezTo>
                  <a:lnTo>
                    <a:pt x="13749" y="19791"/>
                  </a:lnTo>
                  <a:cubicBezTo>
                    <a:pt x="13906" y="19742"/>
                    <a:pt x="14120" y="19807"/>
                    <a:pt x="14228" y="19932"/>
                  </a:cubicBezTo>
                  <a:lnTo>
                    <a:pt x="14757" y="20543"/>
                  </a:lnTo>
                  <a:cubicBezTo>
                    <a:pt x="14865" y="20668"/>
                    <a:pt x="14957" y="20767"/>
                    <a:pt x="14968" y="20766"/>
                  </a:cubicBezTo>
                  <a:cubicBezTo>
                    <a:pt x="14974" y="20761"/>
                    <a:pt x="15102" y="20701"/>
                    <a:pt x="15253" y="20631"/>
                  </a:cubicBezTo>
                  <a:lnTo>
                    <a:pt x="16543" y="19937"/>
                  </a:lnTo>
                  <a:cubicBezTo>
                    <a:pt x="16683" y="19850"/>
                    <a:pt x="16802" y="19780"/>
                    <a:pt x="16813" y="19774"/>
                  </a:cubicBezTo>
                  <a:cubicBezTo>
                    <a:pt x="16818" y="19769"/>
                    <a:pt x="16792" y="19633"/>
                    <a:pt x="16749" y="19476"/>
                  </a:cubicBezTo>
                  <a:lnTo>
                    <a:pt x="16538" y="18673"/>
                  </a:lnTo>
                  <a:cubicBezTo>
                    <a:pt x="16495" y="18516"/>
                    <a:pt x="16565" y="18301"/>
                    <a:pt x="16695" y="18192"/>
                  </a:cubicBezTo>
                  <a:lnTo>
                    <a:pt x="17622" y="17336"/>
                  </a:lnTo>
                  <a:cubicBezTo>
                    <a:pt x="17736" y="17216"/>
                    <a:pt x="17957" y="17173"/>
                    <a:pt x="18108" y="17232"/>
                  </a:cubicBezTo>
                  <a:lnTo>
                    <a:pt x="18868" y="17535"/>
                  </a:lnTo>
                  <a:cubicBezTo>
                    <a:pt x="19019" y="17595"/>
                    <a:pt x="19150" y="17639"/>
                    <a:pt x="19155" y="17634"/>
                  </a:cubicBezTo>
                  <a:cubicBezTo>
                    <a:pt x="19160" y="17628"/>
                    <a:pt x="19247" y="17515"/>
                    <a:pt x="19344" y="17380"/>
                  </a:cubicBezTo>
                  <a:lnTo>
                    <a:pt x="20175" y="16127"/>
                  </a:lnTo>
                  <a:cubicBezTo>
                    <a:pt x="20262" y="15986"/>
                    <a:pt x="20332" y="15861"/>
                    <a:pt x="20337" y="15856"/>
                  </a:cubicBezTo>
                  <a:cubicBezTo>
                    <a:pt x="20342" y="15850"/>
                    <a:pt x="20256" y="15743"/>
                    <a:pt x="20143" y="15624"/>
                  </a:cubicBezTo>
                  <a:lnTo>
                    <a:pt x="19570" y="14989"/>
                  </a:lnTo>
                  <a:cubicBezTo>
                    <a:pt x="19462" y="14869"/>
                    <a:pt x="19419" y="14642"/>
                    <a:pt x="19479" y="14491"/>
                  </a:cubicBezTo>
                  <a:lnTo>
                    <a:pt x="19862" y="13390"/>
                  </a:lnTo>
                  <a:cubicBezTo>
                    <a:pt x="19910" y="13233"/>
                    <a:pt x="20082" y="13088"/>
                    <a:pt x="20244" y="13072"/>
                  </a:cubicBezTo>
                  <a:lnTo>
                    <a:pt x="21081" y="12978"/>
                  </a:lnTo>
                  <a:cubicBezTo>
                    <a:pt x="21243" y="12962"/>
                    <a:pt x="21379" y="12940"/>
                    <a:pt x="21384" y="12929"/>
                  </a:cubicBezTo>
                  <a:cubicBezTo>
                    <a:pt x="21384" y="12918"/>
                    <a:pt x="21404" y="12784"/>
                    <a:pt x="21431" y="12616"/>
                  </a:cubicBezTo>
                  <a:lnTo>
                    <a:pt x="21583" y="11072"/>
                  </a:lnTo>
                  <a:cubicBezTo>
                    <a:pt x="21594" y="10909"/>
                    <a:pt x="21600" y="10767"/>
                    <a:pt x="21600" y="10757"/>
                  </a:cubicBezTo>
                  <a:cubicBezTo>
                    <a:pt x="21584" y="10757"/>
                    <a:pt x="21460" y="10702"/>
                    <a:pt x="21303" y="10648"/>
                  </a:cubicBezTo>
                  <a:lnTo>
                    <a:pt x="20477" y="10345"/>
                  </a:lnTo>
                  <a:cubicBezTo>
                    <a:pt x="20321" y="10291"/>
                    <a:pt x="20180" y="10106"/>
                    <a:pt x="20163" y="9944"/>
                  </a:cubicBezTo>
                  <a:lnTo>
                    <a:pt x="20013" y="8914"/>
                  </a:lnTo>
                  <a:cubicBezTo>
                    <a:pt x="19981" y="8752"/>
                    <a:pt x="20067" y="8546"/>
                    <a:pt x="20202" y="8454"/>
                  </a:cubicBezTo>
                  <a:lnTo>
                    <a:pt x="20926" y="7966"/>
                  </a:lnTo>
                  <a:cubicBezTo>
                    <a:pt x="21060" y="7874"/>
                    <a:pt x="21174" y="7792"/>
                    <a:pt x="21168" y="7781"/>
                  </a:cubicBezTo>
                  <a:cubicBezTo>
                    <a:pt x="21168" y="7770"/>
                    <a:pt x="21119" y="7640"/>
                    <a:pt x="21065" y="7483"/>
                  </a:cubicBezTo>
                  <a:lnTo>
                    <a:pt x="20472" y="6000"/>
                  </a:lnTo>
                  <a:cubicBezTo>
                    <a:pt x="20402" y="5848"/>
                    <a:pt x="20342" y="5723"/>
                    <a:pt x="20337" y="5712"/>
                  </a:cubicBezTo>
                  <a:cubicBezTo>
                    <a:pt x="20332" y="5701"/>
                    <a:pt x="20197" y="5717"/>
                    <a:pt x="20035" y="5739"/>
                  </a:cubicBezTo>
                  <a:lnTo>
                    <a:pt x="19133" y="5858"/>
                  </a:lnTo>
                  <a:cubicBezTo>
                    <a:pt x="18971" y="5879"/>
                    <a:pt x="18761" y="5788"/>
                    <a:pt x="18674" y="5648"/>
                  </a:cubicBezTo>
                  <a:lnTo>
                    <a:pt x="18135" y="4899"/>
                  </a:lnTo>
                  <a:cubicBezTo>
                    <a:pt x="18032" y="4769"/>
                    <a:pt x="18017" y="4548"/>
                    <a:pt x="18093" y="4401"/>
                  </a:cubicBezTo>
                  <a:lnTo>
                    <a:pt x="18518" y="3609"/>
                  </a:lnTo>
                  <a:cubicBezTo>
                    <a:pt x="18593" y="3462"/>
                    <a:pt x="18653" y="3338"/>
                    <a:pt x="18647" y="3333"/>
                  </a:cubicBezTo>
                  <a:cubicBezTo>
                    <a:pt x="18642" y="3327"/>
                    <a:pt x="18540" y="3230"/>
                    <a:pt x="18422" y="3116"/>
                  </a:cubicBezTo>
                  <a:lnTo>
                    <a:pt x="17186" y="2044"/>
                  </a:lnTo>
                  <a:cubicBezTo>
                    <a:pt x="17056" y="1941"/>
                    <a:pt x="16943" y="1853"/>
                    <a:pt x="16938" y="1848"/>
                  </a:cubicBezTo>
                  <a:cubicBezTo>
                    <a:pt x="16932" y="1842"/>
                    <a:pt x="16813" y="1918"/>
                    <a:pt x="16683" y="2010"/>
                  </a:cubicBezTo>
                  <a:lnTo>
                    <a:pt x="15934" y="2547"/>
                  </a:lnTo>
                  <a:cubicBezTo>
                    <a:pt x="15800" y="2644"/>
                    <a:pt x="15572" y="2655"/>
                    <a:pt x="15432" y="2574"/>
                  </a:cubicBezTo>
                  <a:lnTo>
                    <a:pt x="14682" y="2190"/>
                  </a:lnTo>
                  <a:cubicBezTo>
                    <a:pt x="14531" y="2119"/>
                    <a:pt x="14411" y="1929"/>
                    <a:pt x="14417" y="1761"/>
                  </a:cubicBezTo>
                  <a:lnTo>
                    <a:pt x="14429" y="840"/>
                  </a:lnTo>
                  <a:cubicBezTo>
                    <a:pt x="14429" y="677"/>
                    <a:pt x="14428" y="537"/>
                    <a:pt x="14417" y="537"/>
                  </a:cubicBezTo>
                  <a:cubicBezTo>
                    <a:pt x="14411" y="531"/>
                    <a:pt x="14272" y="494"/>
                    <a:pt x="14115" y="445"/>
                  </a:cubicBezTo>
                  <a:lnTo>
                    <a:pt x="12508" y="54"/>
                  </a:lnTo>
                  <a:cubicBezTo>
                    <a:pt x="12346" y="22"/>
                    <a:pt x="12205" y="0"/>
                    <a:pt x="12200" y="0"/>
                  </a:cubicBezTo>
                  <a:cubicBezTo>
                    <a:pt x="12189" y="0"/>
                    <a:pt x="12125" y="120"/>
                    <a:pt x="12049" y="266"/>
                  </a:cubicBezTo>
                  <a:lnTo>
                    <a:pt x="11628" y="1096"/>
                  </a:lnTo>
                  <a:cubicBezTo>
                    <a:pt x="11552" y="1242"/>
                    <a:pt x="11358" y="1355"/>
                    <a:pt x="11196" y="1350"/>
                  </a:cubicBezTo>
                  <a:lnTo>
                    <a:pt x="10387" y="1350"/>
                  </a:lnTo>
                  <a:cubicBezTo>
                    <a:pt x="10225" y="1355"/>
                    <a:pt x="10025" y="1242"/>
                    <a:pt x="9955" y="1096"/>
                  </a:cubicBezTo>
                  <a:lnTo>
                    <a:pt x="9534" y="266"/>
                  </a:lnTo>
                  <a:cubicBezTo>
                    <a:pt x="9458" y="120"/>
                    <a:pt x="9394" y="0"/>
                    <a:pt x="9384" y="0"/>
                  </a:cubicBezTo>
                  <a:close/>
                  <a:moveTo>
                    <a:pt x="10792" y="5820"/>
                  </a:moveTo>
                  <a:cubicBezTo>
                    <a:pt x="13533" y="5820"/>
                    <a:pt x="15761" y="8053"/>
                    <a:pt x="15761" y="10811"/>
                  </a:cubicBezTo>
                  <a:cubicBezTo>
                    <a:pt x="15761" y="13569"/>
                    <a:pt x="13533" y="15801"/>
                    <a:pt x="10792" y="15801"/>
                  </a:cubicBezTo>
                  <a:cubicBezTo>
                    <a:pt x="8051" y="15801"/>
                    <a:pt x="5822" y="13569"/>
                    <a:pt x="5822" y="10811"/>
                  </a:cubicBezTo>
                  <a:cubicBezTo>
                    <a:pt x="5822" y="8053"/>
                    <a:pt x="8045" y="5820"/>
                    <a:pt x="10792" y="5820"/>
                  </a:cubicBezTo>
                  <a:close/>
                  <a:moveTo>
                    <a:pt x="10792" y="7592"/>
                  </a:moveTo>
                  <a:cubicBezTo>
                    <a:pt x="9016" y="7592"/>
                    <a:pt x="7581" y="9033"/>
                    <a:pt x="7581" y="10816"/>
                  </a:cubicBezTo>
                  <a:cubicBezTo>
                    <a:pt x="7581" y="12593"/>
                    <a:pt x="9016" y="14040"/>
                    <a:pt x="10792" y="14040"/>
                  </a:cubicBezTo>
                  <a:cubicBezTo>
                    <a:pt x="12567" y="14040"/>
                    <a:pt x="14002" y="12599"/>
                    <a:pt x="14002" y="10816"/>
                  </a:cubicBezTo>
                  <a:cubicBezTo>
                    <a:pt x="14002" y="9033"/>
                    <a:pt x="12567" y="7592"/>
                    <a:pt x="10792" y="7592"/>
                  </a:cubicBezTo>
                  <a:close/>
                </a:path>
              </a:pathLst>
            </a:custGeom>
            <a:solidFill>
              <a:srgbClr val="C00000"/>
            </a:solidFill>
            <a:ln w="3937">
              <a:solidFill>
                <a:srgbClr val="C00000"/>
              </a:solidFill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r>
                <a:rPr lang="en-US" sz="600" kern="0" dirty="0"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?</a:t>
              </a:r>
              <a:endParaRPr sz="600" kern="0" dirty="0"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067" name="Line">
              <a:extLst>
                <a:ext uri="{FF2B5EF4-FFF2-40B4-BE49-F238E27FC236}">
                  <a16:creationId xmlns:a16="http://schemas.microsoft.com/office/drawing/2014/main" id="{DEAB5024-CED4-BAAB-01EF-5DA05550D737}"/>
                </a:ext>
              </a:extLst>
            </p:cNvPr>
            <p:cNvSpPr/>
            <p:nvPr/>
          </p:nvSpPr>
          <p:spPr>
            <a:xfrm>
              <a:off x="14332678" y="7586372"/>
              <a:ext cx="261720" cy="582734"/>
            </a:xfrm>
            <a:prstGeom prst="line">
              <a:avLst/>
            </a:prstGeom>
            <a:ln w="23622">
              <a:solidFill>
                <a:schemeClr val="accent2"/>
              </a:solidFill>
              <a:miter lim="400000"/>
              <a:tailEnd type="triangle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068" name="Line">
              <a:extLst>
                <a:ext uri="{FF2B5EF4-FFF2-40B4-BE49-F238E27FC236}">
                  <a16:creationId xmlns:a16="http://schemas.microsoft.com/office/drawing/2014/main" id="{034C6479-E8E8-7463-3085-5A6E480546B2}"/>
                </a:ext>
              </a:extLst>
            </p:cNvPr>
            <p:cNvSpPr/>
            <p:nvPr/>
          </p:nvSpPr>
          <p:spPr>
            <a:xfrm flipV="1">
              <a:off x="14326936" y="6436334"/>
              <a:ext cx="237967" cy="623233"/>
            </a:xfrm>
            <a:prstGeom prst="line">
              <a:avLst/>
            </a:prstGeom>
            <a:ln w="23622">
              <a:solidFill>
                <a:schemeClr val="accent1">
                  <a:lumMod val="60000"/>
                  <a:lumOff val="40000"/>
                </a:schemeClr>
              </a:solidFill>
              <a:miter lim="400000"/>
              <a:tailEnd type="triangle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069" name="Right Triangle 256">
              <a:extLst>
                <a:ext uri="{FF2B5EF4-FFF2-40B4-BE49-F238E27FC236}">
                  <a16:creationId xmlns:a16="http://schemas.microsoft.com/office/drawing/2014/main" id="{540CDEA1-86B3-992E-D7B0-9B5C896861BF}"/>
                </a:ext>
              </a:extLst>
            </p:cNvPr>
            <p:cNvSpPr/>
            <p:nvPr/>
          </p:nvSpPr>
          <p:spPr>
            <a:xfrm rot="10800000" flipH="1">
              <a:off x="14561886" y="9096266"/>
              <a:ext cx="3138971" cy="2458745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lIns="28346" tIns="14173" rIns="28346" bIns="14173" rtlCol="0" anchor="ctr"/>
            <a:lstStyle/>
            <a:p>
              <a:pPr algn="ctr"/>
              <a:endParaRPr lang="en-US"/>
            </a:p>
          </p:txBody>
        </p:sp>
        <p:sp>
          <p:nvSpPr>
            <p:cNvPr id="5070" name="Gear">
              <a:extLst>
                <a:ext uri="{FF2B5EF4-FFF2-40B4-BE49-F238E27FC236}">
                  <a16:creationId xmlns:a16="http://schemas.microsoft.com/office/drawing/2014/main" id="{303500DF-0627-BFFE-F060-A0A255E95F3F}"/>
                </a:ext>
              </a:extLst>
            </p:cNvPr>
            <p:cNvSpPr/>
            <p:nvPr/>
          </p:nvSpPr>
          <p:spPr>
            <a:xfrm>
              <a:off x="14370682" y="9347588"/>
              <a:ext cx="637759" cy="6349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9" extrusionOk="0">
                  <a:moveTo>
                    <a:pt x="9384" y="0"/>
                  </a:moveTo>
                  <a:cubicBezTo>
                    <a:pt x="9373" y="0"/>
                    <a:pt x="9237" y="27"/>
                    <a:pt x="9075" y="54"/>
                  </a:cubicBezTo>
                  <a:lnTo>
                    <a:pt x="7468" y="445"/>
                  </a:lnTo>
                  <a:cubicBezTo>
                    <a:pt x="7312" y="494"/>
                    <a:pt x="7177" y="531"/>
                    <a:pt x="7166" y="537"/>
                  </a:cubicBezTo>
                  <a:cubicBezTo>
                    <a:pt x="7161" y="542"/>
                    <a:pt x="7154" y="677"/>
                    <a:pt x="7154" y="840"/>
                  </a:cubicBezTo>
                  <a:lnTo>
                    <a:pt x="7166" y="1761"/>
                  </a:lnTo>
                  <a:cubicBezTo>
                    <a:pt x="7166" y="1924"/>
                    <a:pt x="7047" y="2119"/>
                    <a:pt x="6902" y="2190"/>
                  </a:cubicBezTo>
                  <a:lnTo>
                    <a:pt x="6151" y="2574"/>
                  </a:lnTo>
                  <a:cubicBezTo>
                    <a:pt x="6006" y="2655"/>
                    <a:pt x="5778" y="2644"/>
                    <a:pt x="5649" y="2547"/>
                  </a:cubicBezTo>
                  <a:lnTo>
                    <a:pt x="4900" y="2010"/>
                  </a:lnTo>
                  <a:cubicBezTo>
                    <a:pt x="4765" y="1913"/>
                    <a:pt x="4651" y="1842"/>
                    <a:pt x="4645" y="1848"/>
                  </a:cubicBezTo>
                  <a:cubicBezTo>
                    <a:pt x="4640" y="1853"/>
                    <a:pt x="4527" y="1941"/>
                    <a:pt x="4398" y="2044"/>
                  </a:cubicBezTo>
                  <a:lnTo>
                    <a:pt x="3162" y="3116"/>
                  </a:lnTo>
                  <a:cubicBezTo>
                    <a:pt x="3043" y="3230"/>
                    <a:pt x="2941" y="3327"/>
                    <a:pt x="2936" y="3333"/>
                  </a:cubicBezTo>
                  <a:cubicBezTo>
                    <a:pt x="2930" y="3338"/>
                    <a:pt x="2990" y="3462"/>
                    <a:pt x="3065" y="3609"/>
                  </a:cubicBezTo>
                  <a:lnTo>
                    <a:pt x="3490" y="4401"/>
                  </a:lnTo>
                  <a:cubicBezTo>
                    <a:pt x="3566" y="4548"/>
                    <a:pt x="3551" y="4769"/>
                    <a:pt x="3448" y="4899"/>
                  </a:cubicBezTo>
                  <a:lnTo>
                    <a:pt x="2909" y="5648"/>
                  </a:lnTo>
                  <a:cubicBezTo>
                    <a:pt x="2817" y="5783"/>
                    <a:pt x="2612" y="5879"/>
                    <a:pt x="2450" y="5858"/>
                  </a:cubicBezTo>
                  <a:lnTo>
                    <a:pt x="1548" y="5739"/>
                  </a:lnTo>
                  <a:cubicBezTo>
                    <a:pt x="1386" y="5717"/>
                    <a:pt x="1251" y="5707"/>
                    <a:pt x="1246" y="5712"/>
                  </a:cubicBezTo>
                  <a:cubicBezTo>
                    <a:pt x="1241" y="5717"/>
                    <a:pt x="1181" y="5848"/>
                    <a:pt x="1111" y="6000"/>
                  </a:cubicBezTo>
                  <a:lnTo>
                    <a:pt x="518" y="7483"/>
                  </a:lnTo>
                  <a:cubicBezTo>
                    <a:pt x="464" y="7640"/>
                    <a:pt x="420" y="7776"/>
                    <a:pt x="415" y="7781"/>
                  </a:cubicBezTo>
                  <a:cubicBezTo>
                    <a:pt x="415" y="7792"/>
                    <a:pt x="523" y="7874"/>
                    <a:pt x="658" y="7966"/>
                  </a:cubicBezTo>
                  <a:lnTo>
                    <a:pt x="1381" y="8454"/>
                  </a:lnTo>
                  <a:cubicBezTo>
                    <a:pt x="1516" y="8546"/>
                    <a:pt x="1602" y="8752"/>
                    <a:pt x="1570" y="8914"/>
                  </a:cubicBezTo>
                  <a:lnTo>
                    <a:pt x="1420" y="9944"/>
                  </a:lnTo>
                  <a:cubicBezTo>
                    <a:pt x="1404" y="10106"/>
                    <a:pt x="1263" y="10291"/>
                    <a:pt x="1106" y="10345"/>
                  </a:cubicBezTo>
                  <a:lnTo>
                    <a:pt x="280" y="10648"/>
                  </a:lnTo>
                  <a:cubicBezTo>
                    <a:pt x="123" y="10702"/>
                    <a:pt x="0" y="10758"/>
                    <a:pt x="0" y="10769"/>
                  </a:cubicBezTo>
                  <a:cubicBezTo>
                    <a:pt x="0" y="10779"/>
                    <a:pt x="6" y="10919"/>
                    <a:pt x="17" y="11082"/>
                  </a:cubicBezTo>
                  <a:lnTo>
                    <a:pt x="167" y="12626"/>
                  </a:lnTo>
                  <a:cubicBezTo>
                    <a:pt x="194" y="12789"/>
                    <a:pt x="210" y="12930"/>
                    <a:pt x="216" y="12941"/>
                  </a:cubicBezTo>
                  <a:cubicBezTo>
                    <a:pt x="216" y="12952"/>
                    <a:pt x="350" y="12974"/>
                    <a:pt x="518" y="12990"/>
                  </a:cubicBezTo>
                  <a:lnTo>
                    <a:pt x="1354" y="13082"/>
                  </a:lnTo>
                  <a:cubicBezTo>
                    <a:pt x="1516" y="13098"/>
                    <a:pt x="1688" y="13245"/>
                    <a:pt x="1737" y="13402"/>
                  </a:cubicBezTo>
                  <a:lnTo>
                    <a:pt x="2121" y="14501"/>
                  </a:lnTo>
                  <a:cubicBezTo>
                    <a:pt x="2181" y="14653"/>
                    <a:pt x="2142" y="14881"/>
                    <a:pt x="2028" y="15000"/>
                  </a:cubicBezTo>
                  <a:lnTo>
                    <a:pt x="1457" y="15624"/>
                  </a:lnTo>
                  <a:cubicBezTo>
                    <a:pt x="1349" y="15743"/>
                    <a:pt x="1258" y="15850"/>
                    <a:pt x="1263" y="15856"/>
                  </a:cubicBezTo>
                  <a:cubicBezTo>
                    <a:pt x="1268" y="15861"/>
                    <a:pt x="1338" y="15986"/>
                    <a:pt x="1425" y="16127"/>
                  </a:cubicBezTo>
                  <a:lnTo>
                    <a:pt x="2256" y="17380"/>
                  </a:lnTo>
                  <a:cubicBezTo>
                    <a:pt x="2353" y="17510"/>
                    <a:pt x="2440" y="17623"/>
                    <a:pt x="2445" y="17634"/>
                  </a:cubicBezTo>
                  <a:cubicBezTo>
                    <a:pt x="2450" y="17639"/>
                    <a:pt x="2579" y="17595"/>
                    <a:pt x="2730" y="17535"/>
                  </a:cubicBezTo>
                  <a:lnTo>
                    <a:pt x="3490" y="17232"/>
                  </a:lnTo>
                  <a:cubicBezTo>
                    <a:pt x="3641" y="17173"/>
                    <a:pt x="3863" y="17216"/>
                    <a:pt x="3976" y="17336"/>
                  </a:cubicBezTo>
                  <a:lnTo>
                    <a:pt x="4905" y="18192"/>
                  </a:lnTo>
                  <a:cubicBezTo>
                    <a:pt x="5029" y="18295"/>
                    <a:pt x="5100" y="18511"/>
                    <a:pt x="5062" y="18673"/>
                  </a:cubicBezTo>
                  <a:lnTo>
                    <a:pt x="4851" y="19476"/>
                  </a:lnTo>
                  <a:cubicBezTo>
                    <a:pt x="4808" y="19633"/>
                    <a:pt x="4780" y="19769"/>
                    <a:pt x="4785" y="19774"/>
                  </a:cubicBezTo>
                  <a:cubicBezTo>
                    <a:pt x="4791" y="19780"/>
                    <a:pt x="4915" y="19850"/>
                    <a:pt x="5055" y="19937"/>
                  </a:cubicBezTo>
                  <a:lnTo>
                    <a:pt x="6345" y="20631"/>
                  </a:lnTo>
                  <a:cubicBezTo>
                    <a:pt x="6491" y="20701"/>
                    <a:pt x="6621" y="20761"/>
                    <a:pt x="6632" y="20766"/>
                  </a:cubicBezTo>
                  <a:cubicBezTo>
                    <a:pt x="6637" y="20772"/>
                    <a:pt x="6735" y="20668"/>
                    <a:pt x="6843" y="20543"/>
                  </a:cubicBezTo>
                  <a:lnTo>
                    <a:pt x="7370" y="19932"/>
                  </a:lnTo>
                  <a:cubicBezTo>
                    <a:pt x="7478" y="19807"/>
                    <a:pt x="7694" y="19742"/>
                    <a:pt x="7851" y="19791"/>
                  </a:cubicBezTo>
                  <a:lnTo>
                    <a:pt x="9136" y="20116"/>
                  </a:lnTo>
                  <a:cubicBezTo>
                    <a:pt x="9298" y="20149"/>
                    <a:pt x="9459" y="20306"/>
                    <a:pt x="9497" y="20468"/>
                  </a:cubicBezTo>
                  <a:lnTo>
                    <a:pt x="9680" y="21259"/>
                  </a:lnTo>
                  <a:cubicBezTo>
                    <a:pt x="9718" y="21422"/>
                    <a:pt x="9756" y="21552"/>
                    <a:pt x="9761" y="21552"/>
                  </a:cubicBezTo>
                  <a:cubicBezTo>
                    <a:pt x="9767" y="21552"/>
                    <a:pt x="9911" y="21562"/>
                    <a:pt x="10073" y="21573"/>
                  </a:cubicBezTo>
                  <a:lnTo>
                    <a:pt x="10500" y="21595"/>
                  </a:lnTo>
                  <a:cubicBezTo>
                    <a:pt x="10662" y="21600"/>
                    <a:pt x="10931" y="21600"/>
                    <a:pt x="11098" y="21595"/>
                  </a:cubicBezTo>
                  <a:lnTo>
                    <a:pt x="11525" y="21573"/>
                  </a:lnTo>
                  <a:cubicBezTo>
                    <a:pt x="11687" y="21562"/>
                    <a:pt x="11828" y="21552"/>
                    <a:pt x="11839" y="21552"/>
                  </a:cubicBezTo>
                  <a:cubicBezTo>
                    <a:pt x="11849" y="21552"/>
                    <a:pt x="11882" y="21416"/>
                    <a:pt x="11920" y="21259"/>
                  </a:cubicBezTo>
                  <a:lnTo>
                    <a:pt x="12103" y="20468"/>
                  </a:lnTo>
                  <a:cubicBezTo>
                    <a:pt x="12141" y="20306"/>
                    <a:pt x="12302" y="20149"/>
                    <a:pt x="12464" y="20116"/>
                  </a:cubicBezTo>
                  <a:lnTo>
                    <a:pt x="13749" y="19791"/>
                  </a:lnTo>
                  <a:cubicBezTo>
                    <a:pt x="13906" y="19742"/>
                    <a:pt x="14120" y="19807"/>
                    <a:pt x="14228" y="19932"/>
                  </a:cubicBezTo>
                  <a:lnTo>
                    <a:pt x="14757" y="20543"/>
                  </a:lnTo>
                  <a:cubicBezTo>
                    <a:pt x="14865" y="20668"/>
                    <a:pt x="14957" y="20767"/>
                    <a:pt x="14968" y="20766"/>
                  </a:cubicBezTo>
                  <a:cubicBezTo>
                    <a:pt x="14974" y="20761"/>
                    <a:pt x="15102" y="20701"/>
                    <a:pt x="15253" y="20631"/>
                  </a:cubicBezTo>
                  <a:lnTo>
                    <a:pt x="16543" y="19937"/>
                  </a:lnTo>
                  <a:cubicBezTo>
                    <a:pt x="16683" y="19850"/>
                    <a:pt x="16802" y="19780"/>
                    <a:pt x="16813" y="19774"/>
                  </a:cubicBezTo>
                  <a:cubicBezTo>
                    <a:pt x="16818" y="19769"/>
                    <a:pt x="16792" y="19633"/>
                    <a:pt x="16749" y="19476"/>
                  </a:cubicBezTo>
                  <a:lnTo>
                    <a:pt x="16538" y="18673"/>
                  </a:lnTo>
                  <a:cubicBezTo>
                    <a:pt x="16495" y="18516"/>
                    <a:pt x="16565" y="18301"/>
                    <a:pt x="16695" y="18192"/>
                  </a:cubicBezTo>
                  <a:lnTo>
                    <a:pt x="17622" y="17336"/>
                  </a:lnTo>
                  <a:cubicBezTo>
                    <a:pt x="17736" y="17216"/>
                    <a:pt x="17957" y="17173"/>
                    <a:pt x="18108" y="17232"/>
                  </a:cubicBezTo>
                  <a:lnTo>
                    <a:pt x="18868" y="17535"/>
                  </a:lnTo>
                  <a:cubicBezTo>
                    <a:pt x="19019" y="17595"/>
                    <a:pt x="19150" y="17639"/>
                    <a:pt x="19155" y="17634"/>
                  </a:cubicBezTo>
                  <a:cubicBezTo>
                    <a:pt x="19160" y="17628"/>
                    <a:pt x="19247" y="17515"/>
                    <a:pt x="19344" y="17380"/>
                  </a:cubicBezTo>
                  <a:lnTo>
                    <a:pt x="20175" y="16127"/>
                  </a:lnTo>
                  <a:cubicBezTo>
                    <a:pt x="20262" y="15986"/>
                    <a:pt x="20332" y="15861"/>
                    <a:pt x="20337" y="15856"/>
                  </a:cubicBezTo>
                  <a:cubicBezTo>
                    <a:pt x="20342" y="15850"/>
                    <a:pt x="20256" y="15743"/>
                    <a:pt x="20143" y="15624"/>
                  </a:cubicBezTo>
                  <a:lnTo>
                    <a:pt x="19570" y="14989"/>
                  </a:lnTo>
                  <a:cubicBezTo>
                    <a:pt x="19462" y="14869"/>
                    <a:pt x="19419" y="14642"/>
                    <a:pt x="19479" y="14491"/>
                  </a:cubicBezTo>
                  <a:lnTo>
                    <a:pt x="19862" y="13390"/>
                  </a:lnTo>
                  <a:cubicBezTo>
                    <a:pt x="19910" y="13233"/>
                    <a:pt x="20082" y="13088"/>
                    <a:pt x="20244" y="13072"/>
                  </a:cubicBezTo>
                  <a:lnTo>
                    <a:pt x="21081" y="12978"/>
                  </a:lnTo>
                  <a:cubicBezTo>
                    <a:pt x="21243" y="12962"/>
                    <a:pt x="21379" y="12940"/>
                    <a:pt x="21384" y="12929"/>
                  </a:cubicBezTo>
                  <a:cubicBezTo>
                    <a:pt x="21384" y="12918"/>
                    <a:pt x="21404" y="12784"/>
                    <a:pt x="21431" y="12616"/>
                  </a:cubicBezTo>
                  <a:lnTo>
                    <a:pt x="21583" y="11072"/>
                  </a:lnTo>
                  <a:cubicBezTo>
                    <a:pt x="21594" y="10909"/>
                    <a:pt x="21600" y="10767"/>
                    <a:pt x="21600" y="10757"/>
                  </a:cubicBezTo>
                  <a:cubicBezTo>
                    <a:pt x="21584" y="10757"/>
                    <a:pt x="21460" y="10702"/>
                    <a:pt x="21303" y="10648"/>
                  </a:cubicBezTo>
                  <a:lnTo>
                    <a:pt x="20477" y="10345"/>
                  </a:lnTo>
                  <a:cubicBezTo>
                    <a:pt x="20321" y="10291"/>
                    <a:pt x="20180" y="10106"/>
                    <a:pt x="20163" y="9944"/>
                  </a:cubicBezTo>
                  <a:lnTo>
                    <a:pt x="20013" y="8914"/>
                  </a:lnTo>
                  <a:cubicBezTo>
                    <a:pt x="19981" y="8752"/>
                    <a:pt x="20067" y="8546"/>
                    <a:pt x="20202" y="8454"/>
                  </a:cubicBezTo>
                  <a:lnTo>
                    <a:pt x="20926" y="7966"/>
                  </a:lnTo>
                  <a:cubicBezTo>
                    <a:pt x="21060" y="7874"/>
                    <a:pt x="21174" y="7792"/>
                    <a:pt x="21168" y="7781"/>
                  </a:cubicBezTo>
                  <a:cubicBezTo>
                    <a:pt x="21168" y="7770"/>
                    <a:pt x="21119" y="7640"/>
                    <a:pt x="21065" y="7483"/>
                  </a:cubicBezTo>
                  <a:lnTo>
                    <a:pt x="20472" y="6000"/>
                  </a:lnTo>
                  <a:cubicBezTo>
                    <a:pt x="20402" y="5848"/>
                    <a:pt x="20342" y="5723"/>
                    <a:pt x="20337" y="5712"/>
                  </a:cubicBezTo>
                  <a:cubicBezTo>
                    <a:pt x="20332" y="5701"/>
                    <a:pt x="20197" y="5717"/>
                    <a:pt x="20035" y="5739"/>
                  </a:cubicBezTo>
                  <a:lnTo>
                    <a:pt x="19133" y="5858"/>
                  </a:lnTo>
                  <a:cubicBezTo>
                    <a:pt x="18971" y="5879"/>
                    <a:pt x="18761" y="5788"/>
                    <a:pt x="18674" y="5648"/>
                  </a:cubicBezTo>
                  <a:lnTo>
                    <a:pt x="18135" y="4899"/>
                  </a:lnTo>
                  <a:cubicBezTo>
                    <a:pt x="18032" y="4769"/>
                    <a:pt x="18017" y="4548"/>
                    <a:pt x="18093" y="4401"/>
                  </a:cubicBezTo>
                  <a:lnTo>
                    <a:pt x="18518" y="3609"/>
                  </a:lnTo>
                  <a:cubicBezTo>
                    <a:pt x="18593" y="3462"/>
                    <a:pt x="18653" y="3338"/>
                    <a:pt x="18647" y="3333"/>
                  </a:cubicBezTo>
                  <a:cubicBezTo>
                    <a:pt x="18642" y="3327"/>
                    <a:pt x="18540" y="3230"/>
                    <a:pt x="18422" y="3116"/>
                  </a:cubicBezTo>
                  <a:lnTo>
                    <a:pt x="17186" y="2044"/>
                  </a:lnTo>
                  <a:cubicBezTo>
                    <a:pt x="17056" y="1941"/>
                    <a:pt x="16943" y="1853"/>
                    <a:pt x="16938" y="1848"/>
                  </a:cubicBezTo>
                  <a:cubicBezTo>
                    <a:pt x="16932" y="1842"/>
                    <a:pt x="16813" y="1918"/>
                    <a:pt x="16683" y="2010"/>
                  </a:cubicBezTo>
                  <a:lnTo>
                    <a:pt x="15934" y="2547"/>
                  </a:lnTo>
                  <a:cubicBezTo>
                    <a:pt x="15800" y="2644"/>
                    <a:pt x="15572" y="2655"/>
                    <a:pt x="15432" y="2574"/>
                  </a:cubicBezTo>
                  <a:lnTo>
                    <a:pt x="14682" y="2190"/>
                  </a:lnTo>
                  <a:cubicBezTo>
                    <a:pt x="14531" y="2119"/>
                    <a:pt x="14411" y="1929"/>
                    <a:pt x="14417" y="1761"/>
                  </a:cubicBezTo>
                  <a:lnTo>
                    <a:pt x="14429" y="840"/>
                  </a:lnTo>
                  <a:cubicBezTo>
                    <a:pt x="14429" y="677"/>
                    <a:pt x="14428" y="537"/>
                    <a:pt x="14417" y="537"/>
                  </a:cubicBezTo>
                  <a:cubicBezTo>
                    <a:pt x="14411" y="531"/>
                    <a:pt x="14272" y="494"/>
                    <a:pt x="14115" y="445"/>
                  </a:cubicBezTo>
                  <a:lnTo>
                    <a:pt x="12508" y="54"/>
                  </a:lnTo>
                  <a:cubicBezTo>
                    <a:pt x="12346" y="22"/>
                    <a:pt x="12205" y="0"/>
                    <a:pt x="12200" y="0"/>
                  </a:cubicBezTo>
                  <a:cubicBezTo>
                    <a:pt x="12189" y="0"/>
                    <a:pt x="12125" y="120"/>
                    <a:pt x="12049" y="266"/>
                  </a:cubicBezTo>
                  <a:lnTo>
                    <a:pt x="11628" y="1096"/>
                  </a:lnTo>
                  <a:cubicBezTo>
                    <a:pt x="11552" y="1242"/>
                    <a:pt x="11358" y="1355"/>
                    <a:pt x="11196" y="1350"/>
                  </a:cubicBezTo>
                  <a:lnTo>
                    <a:pt x="10387" y="1350"/>
                  </a:lnTo>
                  <a:cubicBezTo>
                    <a:pt x="10225" y="1355"/>
                    <a:pt x="10025" y="1242"/>
                    <a:pt x="9955" y="1096"/>
                  </a:cubicBezTo>
                  <a:lnTo>
                    <a:pt x="9534" y="266"/>
                  </a:lnTo>
                  <a:cubicBezTo>
                    <a:pt x="9458" y="120"/>
                    <a:pt x="9394" y="0"/>
                    <a:pt x="9384" y="0"/>
                  </a:cubicBezTo>
                  <a:close/>
                  <a:moveTo>
                    <a:pt x="10792" y="5820"/>
                  </a:moveTo>
                  <a:cubicBezTo>
                    <a:pt x="13533" y="5820"/>
                    <a:pt x="15761" y="8053"/>
                    <a:pt x="15761" y="10811"/>
                  </a:cubicBezTo>
                  <a:cubicBezTo>
                    <a:pt x="15761" y="13569"/>
                    <a:pt x="13533" y="15801"/>
                    <a:pt x="10792" y="15801"/>
                  </a:cubicBezTo>
                  <a:cubicBezTo>
                    <a:pt x="8051" y="15801"/>
                    <a:pt x="5822" y="13569"/>
                    <a:pt x="5822" y="10811"/>
                  </a:cubicBezTo>
                  <a:cubicBezTo>
                    <a:pt x="5822" y="8053"/>
                    <a:pt x="8045" y="5820"/>
                    <a:pt x="10792" y="5820"/>
                  </a:cubicBezTo>
                  <a:close/>
                  <a:moveTo>
                    <a:pt x="10792" y="7592"/>
                  </a:moveTo>
                  <a:cubicBezTo>
                    <a:pt x="9016" y="7592"/>
                    <a:pt x="7581" y="9033"/>
                    <a:pt x="7581" y="10816"/>
                  </a:cubicBezTo>
                  <a:cubicBezTo>
                    <a:pt x="7581" y="12593"/>
                    <a:pt x="9016" y="14040"/>
                    <a:pt x="10792" y="14040"/>
                  </a:cubicBezTo>
                  <a:cubicBezTo>
                    <a:pt x="12567" y="14040"/>
                    <a:pt x="14002" y="12599"/>
                    <a:pt x="14002" y="10816"/>
                  </a:cubicBezTo>
                  <a:cubicBezTo>
                    <a:pt x="14002" y="9033"/>
                    <a:pt x="12567" y="7592"/>
                    <a:pt x="10792" y="7592"/>
                  </a:cubicBezTo>
                  <a:close/>
                </a:path>
              </a:pathLst>
            </a:custGeom>
            <a:solidFill>
              <a:srgbClr val="C00000"/>
            </a:solidFill>
            <a:ln w="3937">
              <a:solidFill>
                <a:srgbClr val="C00000"/>
              </a:solidFill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r>
                <a:rPr lang="en-US" sz="600" kern="0" dirty="0">
                  <a:latin typeface="Helvetica Neue Medium"/>
                  <a:ea typeface="Helvetica Neue Medium"/>
                  <a:cs typeface="Helvetica Neue Medium"/>
                  <a:sym typeface="Helvetica Neue Medium"/>
                </a:rPr>
                <a:t>?</a:t>
              </a:r>
              <a:endParaRPr sz="600" kern="0" dirty="0"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071" name="Line">
              <a:extLst>
                <a:ext uri="{FF2B5EF4-FFF2-40B4-BE49-F238E27FC236}">
                  <a16:creationId xmlns:a16="http://schemas.microsoft.com/office/drawing/2014/main" id="{743B0885-E98C-6F10-977E-19184CD3E8BA}"/>
                </a:ext>
              </a:extLst>
            </p:cNvPr>
            <p:cNvSpPr/>
            <p:nvPr/>
          </p:nvSpPr>
          <p:spPr>
            <a:xfrm flipV="1">
              <a:off x="14637446" y="7369310"/>
              <a:ext cx="741991" cy="1943266"/>
            </a:xfrm>
            <a:prstGeom prst="line">
              <a:avLst/>
            </a:prstGeom>
            <a:ln w="23622">
              <a:solidFill>
                <a:schemeClr val="accent1">
                  <a:lumMod val="60000"/>
                  <a:lumOff val="40000"/>
                </a:schemeClr>
              </a:solidFill>
              <a:miter lim="400000"/>
              <a:tailEnd type="triangle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072" name="Line">
              <a:extLst>
                <a:ext uri="{FF2B5EF4-FFF2-40B4-BE49-F238E27FC236}">
                  <a16:creationId xmlns:a16="http://schemas.microsoft.com/office/drawing/2014/main" id="{2111E7A7-5B1C-8D8B-8CD3-AE7368735F6A}"/>
                </a:ext>
              </a:extLst>
            </p:cNvPr>
            <p:cNvSpPr/>
            <p:nvPr/>
          </p:nvSpPr>
          <p:spPr>
            <a:xfrm>
              <a:off x="14905346" y="9885990"/>
              <a:ext cx="1411930" cy="783365"/>
            </a:xfrm>
            <a:prstGeom prst="line">
              <a:avLst/>
            </a:prstGeom>
            <a:ln w="23622">
              <a:solidFill>
                <a:schemeClr val="accent2"/>
              </a:solidFill>
              <a:miter lim="400000"/>
              <a:tailEnd type="triangle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073" name="Oval 262">
              <a:extLst>
                <a:ext uri="{FF2B5EF4-FFF2-40B4-BE49-F238E27FC236}">
                  <a16:creationId xmlns:a16="http://schemas.microsoft.com/office/drawing/2014/main" id="{001D83AA-E344-90FE-8A4B-D0ECF90590D9}"/>
                </a:ext>
              </a:extLst>
            </p:cNvPr>
            <p:cNvSpPr/>
            <p:nvPr/>
          </p:nvSpPr>
          <p:spPr>
            <a:xfrm>
              <a:off x="17126197" y="7062190"/>
              <a:ext cx="484610" cy="485463"/>
            </a:xfrm>
            <a:prstGeom prst="ellipse">
              <a:avLst/>
            </a:prstGeom>
            <a:noFill/>
            <a:ln w="25590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28346" tIns="14173" rIns="28346" bIns="14173"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>
            <a:off x="5276088" y="2873712"/>
            <a:ext cx="1600200" cy="274320"/>
          </a:xfrm>
          <a:custGeom>
            <a:avLst/>
            <a:gdLst/>
            <a:ahLst/>
            <a:cxnLst/>
            <a:rect l="l" t="t" r="r" b="b"/>
            <a:pathLst>
              <a:path w="1600200" h="274320">
                <a:moveTo>
                  <a:pt x="0" y="0"/>
                </a:moveTo>
                <a:lnTo>
                  <a:pt x="48490" y="0"/>
                </a:lnTo>
                <a:lnTo>
                  <a:pt x="96981" y="0"/>
                </a:lnTo>
                <a:lnTo>
                  <a:pt x="145472" y="0"/>
                </a:lnTo>
                <a:lnTo>
                  <a:pt x="193963" y="0"/>
                </a:lnTo>
                <a:lnTo>
                  <a:pt x="242454" y="0"/>
                </a:lnTo>
                <a:lnTo>
                  <a:pt x="290945" y="0"/>
                </a:lnTo>
                <a:lnTo>
                  <a:pt x="339436" y="0"/>
                </a:lnTo>
                <a:lnTo>
                  <a:pt x="387927" y="0"/>
                </a:lnTo>
                <a:lnTo>
                  <a:pt x="436418" y="0"/>
                </a:lnTo>
                <a:lnTo>
                  <a:pt x="484909" y="0"/>
                </a:lnTo>
                <a:lnTo>
                  <a:pt x="533399" y="0"/>
                </a:lnTo>
                <a:lnTo>
                  <a:pt x="581890" y="0"/>
                </a:lnTo>
                <a:lnTo>
                  <a:pt x="630381" y="0"/>
                </a:lnTo>
                <a:lnTo>
                  <a:pt x="678872" y="0"/>
                </a:lnTo>
                <a:lnTo>
                  <a:pt x="727363" y="0"/>
                </a:lnTo>
                <a:lnTo>
                  <a:pt x="775854" y="0"/>
                </a:lnTo>
                <a:lnTo>
                  <a:pt x="824345" y="0"/>
                </a:lnTo>
                <a:lnTo>
                  <a:pt x="872836" y="0"/>
                </a:lnTo>
                <a:lnTo>
                  <a:pt x="921327" y="0"/>
                </a:lnTo>
                <a:lnTo>
                  <a:pt x="969818" y="0"/>
                </a:lnTo>
                <a:lnTo>
                  <a:pt x="1018309" y="0"/>
                </a:lnTo>
                <a:lnTo>
                  <a:pt x="1066800" y="0"/>
                </a:lnTo>
                <a:lnTo>
                  <a:pt x="1115290" y="0"/>
                </a:lnTo>
                <a:lnTo>
                  <a:pt x="1163781" y="0"/>
                </a:lnTo>
                <a:lnTo>
                  <a:pt x="1212272" y="0"/>
                </a:lnTo>
                <a:lnTo>
                  <a:pt x="1260763" y="0"/>
                </a:lnTo>
                <a:lnTo>
                  <a:pt x="1309254" y="0"/>
                </a:lnTo>
                <a:lnTo>
                  <a:pt x="1357745" y="0"/>
                </a:lnTo>
                <a:lnTo>
                  <a:pt x="1406236" y="0"/>
                </a:lnTo>
                <a:lnTo>
                  <a:pt x="1454727" y="0"/>
                </a:lnTo>
                <a:lnTo>
                  <a:pt x="1503218" y="0"/>
                </a:lnTo>
                <a:lnTo>
                  <a:pt x="1551709" y="0"/>
                </a:lnTo>
                <a:lnTo>
                  <a:pt x="1600200" y="0"/>
                </a:lnTo>
                <a:lnTo>
                  <a:pt x="1600200" y="274320"/>
                </a:lnTo>
                <a:lnTo>
                  <a:pt x="1551709" y="274320"/>
                </a:lnTo>
                <a:lnTo>
                  <a:pt x="1503218" y="274320"/>
                </a:lnTo>
                <a:lnTo>
                  <a:pt x="1454727" y="274320"/>
                </a:lnTo>
                <a:lnTo>
                  <a:pt x="1406236" y="274320"/>
                </a:lnTo>
                <a:lnTo>
                  <a:pt x="1357745" y="274320"/>
                </a:lnTo>
                <a:lnTo>
                  <a:pt x="1309254" y="274320"/>
                </a:lnTo>
                <a:lnTo>
                  <a:pt x="1260763" y="274320"/>
                </a:lnTo>
                <a:lnTo>
                  <a:pt x="1212272" y="274320"/>
                </a:lnTo>
                <a:lnTo>
                  <a:pt x="1163781" y="274320"/>
                </a:lnTo>
                <a:lnTo>
                  <a:pt x="1115290" y="274320"/>
                </a:lnTo>
                <a:lnTo>
                  <a:pt x="1066800" y="274320"/>
                </a:lnTo>
                <a:lnTo>
                  <a:pt x="1018309" y="274320"/>
                </a:lnTo>
                <a:lnTo>
                  <a:pt x="969818" y="274320"/>
                </a:lnTo>
                <a:lnTo>
                  <a:pt x="921327" y="274320"/>
                </a:lnTo>
                <a:lnTo>
                  <a:pt x="872836" y="274320"/>
                </a:lnTo>
                <a:lnTo>
                  <a:pt x="824345" y="274320"/>
                </a:lnTo>
                <a:lnTo>
                  <a:pt x="775854" y="274320"/>
                </a:lnTo>
                <a:lnTo>
                  <a:pt x="727363" y="274320"/>
                </a:lnTo>
                <a:lnTo>
                  <a:pt x="678872" y="274320"/>
                </a:lnTo>
                <a:lnTo>
                  <a:pt x="630381" y="274320"/>
                </a:lnTo>
                <a:lnTo>
                  <a:pt x="581890" y="274320"/>
                </a:lnTo>
                <a:lnTo>
                  <a:pt x="533399" y="274320"/>
                </a:lnTo>
                <a:lnTo>
                  <a:pt x="484909" y="274320"/>
                </a:lnTo>
                <a:lnTo>
                  <a:pt x="436418" y="274320"/>
                </a:lnTo>
                <a:lnTo>
                  <a:pt x="387927" y="274320"/>
                </a:lnTo>
                <a:lnTo>
                  <a:pt x="339436" y="274320"/>
                </a:lnTo>
                <a:lnTo>
                  <a:pt x="290945" y="274320"/>
                </a:lnTo>
                <a:lnTo>
                  <a:pt x="242454" y="274320"/>
                </a:lnTo>
                <a:lnTo>
                  <a:pt x="193963" y="274320"/>
                </a:lnTo>
                <a:lnTo>
                  <a:pt x="145472" y="274320"/>
                </a:lnTo>
                <a:lnTo>
                  <a:pt x="96981" y="274320"/>
                </a:lnTo>
                <a:lnTo>
                  <a:pt x="48490" y="274320"/>
                </a:lnTo>
                <a:lnTo>
                  <a:pt x="0" y="274320"/>
                </a:lnTo>
                <a:close/>
              </a:path>
            </a:pathLst>
          </a:custGeom>
          <a:solidFill>
            <a:srgbClr val="F6D5D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Freeform 10"/>
          <p:cNvSpPr/>
          <p:nvPr/>
        </p:nvSpPr>
        <p:spPr>
          <a:xfrm>
            <a:off x="5276088" y="3010872"/>
            <a:ext cx="1600200" cy="0"/>
          </a:xfrm>
          <a:custGeom>
            <a:avLst/>
            <a:gdLst/>
            <a:ahLst/>
            <a:cxnLst/>
            <a:rect l="l" t="t" r="r" b="b"/>
            <a:pathLst>
              <a:path w="1600200">
                <a:moveTo>
                  <a:pt x="0" y="0"/>
                </a:moveTo>
                <a:lnTo>
                  <a:pt x="48490" y="0"/>
                </a:lnTo>
                <a:lnTo>
                  <a:pt x="96981" y="0"/>
                </a:lnTo>
                <a:lnTo>
                  <a:pt x="145472" y="0"/>
                </a:lnTo>
                <a:lnTo>
                  <a:pt x="193963" y="0"/>
                </a:lnTo>
                <a:lnTo>
                  <a:pt x="242454" y="0"/>
                </a:lnTo>
                <a:lnTo>
                  <a:pt x="290945" y="0"/>
                </a:lnTo>
                <a:lnTo>
                  <a:pt x="339436" y="0"/>
                </a:lnTo>
                <a:lnTo>
                  <a:pt x="387927" y="0"/>
                </a:lnTo>
                <a:lnTo>
                  <a:pt x="436418" y="0"/>
                </a:lnTo>
                <a:lnTo>
                  <a:pt x="484909" y="0"/>
                </a:lnTo>
                <a:lnTo>
                  <a:pt x="533399" y="0"/>
                </a:lnTo>
                <a:lnTo>
                  <a:pt x="581890" y="0"/>
                </a:lnTo>
                <a:lnTo>
                  <a:pt x="630381" y="0"/>
                </a:lnTo>
                <a:lnTo>
                  <a:pt x="678872" y="0"/>
                </a:lnTo>
                <a:lnTo>
                  <a:pt x="727363" y="0"/>
                </a:lnTo>
                <a:lnTo>
                  <a:pt x="775854" y="0"/>
                </a:lnTo>
                <a:lnTo>
                  <a:pt x="824345" y="0"/>
                </a:lnTo>
                <a:lnTo>
                  <a:pt x="872836" y="0"/>
                </a:lnTo>
                <a:lnTo>
                  <a:pt x="921327" y="0"/>
                </a:lnTo>
                <a:lnTo>
                  <a:pt x="969818" y="0"/>
                </a:lnTo>
                <a:lnTo>
                  <a:pt x="1018309" y="0"/>
                </a:lnTo>
                <a:lnTo>
                  <a:pt x="1066800" y="0"/>
                </a:lnTo>
                <a:lnTo>
                  <a:pt x="1115290" y="0"/>
                </a:lnTo>
                <a:lnTo>
                  <a:pt x="1163781" y="0"/>
                </a:lnTo>
                <a:lnTo>
                  <a:pt x="1212272" y="0"/>
                </a:lnTo>
                <a:lnTo>
                  <a:pt x="1260763" y="0"/>
                </a:lnTo>
                <a:lnTo>
                  <a:pt x="1309254" y="0"/>
                </a:lnTo>
                <a:lnTo>
                  <a:pt x="1357745" y="0"/>
                </a:lnTo>
                <a:lnTo>
                  <a:pt x="1406236" y="0"/>
                </a:lnTo>
                <a:lnTo>
                  <a:pt x="1454727" y="0"/>
                </a:lnTo>
                <a:lnTo>
                  <a:pt x="1503218" y="0"/>
                </a:lnTo>
                <a:lnTo>
                  <a:pt x="1551709" y="0"/>
                </a:lnTo>
                <a:lnTo>
                  <a:pt x="1600200" y="0"/>
                </a:lnTo>
              </a:path>
            </a:pathLst>
          </a:custGeom>
          <a:noFill/>
          <a:ln w="22225">
            <a:solidFill>
              <a:srgbClr val="C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reeform 11"/>
          <p:cNvSpPr/>
          <p:nvPr/>
        </p:nvSpPr>
        <p:spPr>
          <a:xfrm>
            <a:off x="5276088" y="2908382"/>
            <a:ext cx="1600200" cy="250551"/>
          </a:xfrm>
          <a:custGeom>
            <a:avLst/>
            <a:gdLst/>
            <a:ahLst/>
            <a:cxnLst/>
            <a:rect l="l" t="t" r="r" b="b"/>
            <a:pathLst>
              <a:path w="1600200" h="250551">
                <a:moveTo>
                  <a:pt x="0" y="102490"/>
                </a:moveTo>
                <a:lnTo>
                  <a:pt x="48490" y="201832"/>
                </a:lnTo>
                <a:lnTo>
                  <a:pt x="96981" y="208682"/>
                </a:lnTo>
                <a:lnTo>
                  <a:pt x="145472" y="212135"/>
                </a:lnTo>
                <a:lnTo>
                  <a:pt x="193963" y="155479"/>
                </a:lnTo>
                <a:lnTo>
                  <a:pt x="242454" y="250551"/>
                </a:lnTo>
                <a:lnTo>
                  <a:pt x="290945" y="157704"/>
                </a:lnTo>
                <a:lnTo>
                  <a:pt x="339436" y="173760"/>
                </a:lnTo>
                <a:lnTo>
                  <a:pt x="387927" y="72802"/>
                </a:lnTo>
                <a:lnTo>
                  <a:pt x="436418" y="38900"/>
                </a:lnTo>
                <a:lnTo>
                  <a:pt x="484909" y="3846"/>
                </a:lnTo>
                <a:lnTo>
                  <a:pt x="533399" y="29036"/>
                </a:lnTo>
                <a:lnTo>
                  <a:pt x="581890" y="83485"/>
                </a:lnTo>
                <a:lnTo>
                  <a:pt x="630381" y="47651"/>
                </a:lnTo>
                <a:lnTo>
                  <a:pt x="678872" y="0"/>
                </a:lnTo>
                <a:lnTo>
                  <a:pt x="727363" y="109096"/>
                </a:lnTo>
                <a:lnTo>
                  <a:pt x="775854" y="69591"/>
                </a:lnTo>
                <a:lnTo>
                  <a:pt x="824345" y="95059"/>
                </a:lnTo>
                <a:lnTo>
                  <a:pt x="872836" y="17964"/>
                </a:lnTo>
                <a:lnTo>
                  <a:pt x="921327" y="124961"/>
                </a:lnTo>
                <a:lnTo>
                  <a:pt x="969818" y="126465"/>
                </a:lnTo>
                <a:lnTo>
                  <a:pt x="1018309" y="88975"/>
                </a:lnTo>
                <a:lnTo>
                  <a:pt x="1066800" y="83685"/>
                </a:lnTo>
                <a:lnTo>
                  <a:pt x="1115290" y="190543"/>
                </a:lnTo>
                <a:lnTo>
                  <a:pt x="1163781" y="108323"/>
                </a:lnTo>
                <a:lnTo>
                  <a:pt x="1212272" y="111012"/>
                </a:lnTo>
                <a:lnTo>
                  <a:pt x="1260763" y="118749"/>
                </a:lnTo>
                <a:lnTo>
                  <a:pt x="1309254" y="116243"/>
                </a:lnTo>
                <a:lnTo>
                  <a:pt x="1357745" y="94102"/>
                </a:lnTo>
                <a:lnTo>
                  <a:pt x="1406236" y="203781"/>
                </a:lnTo>
                <a:lnTo>
                  <a:pt x="1454727" y="44154"/>
                </a:lnTo>
                <a:lnTo>
                  <a:pt x="1503218" y="134221"/>
                </a:lnTo>
                <a:lnTo>
                  <a:pt x="1551709" y="240104"/>
                </a:lnTo>
                <a:lnTo>
                  <a:pt x="1600200" y="148459"/>
                </a:lnTo>
              </a:path>
            </a:pathLst>
          </a:custGeom>
          <a:noFill/>
          <a:ln w="762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74" name="TextBox 5073"/>
          <p:cNvSpPr txBox="1"/>
          <p:nvPr/>
        </p:nvSpPr>
        <p:spPr>
          <a:xfrm>
            <a:off x="5257800" y="3312624"/>
            <a:ext cx="1645920" cy="5486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Helvetica Neue"/>
              </a:rPr>
              <a:t>Obs departures from the 30-yr mean, used as fitted obs-error covariance</a:t>
            </a:r>
          </a:p>
        </p:txBody>
      </p:sp>
      <p:pic>
        <p:nvPicPr>
          <p:cNvPr id="5407" name="Picture 245" descr="A graph of linear graphs&#10;&#10;Description automatically generated with medium confidence">
            <a:extLst>
              <a:ext uri="{FF2B5EF4-FFF2-40B4-BE49-F238E27FC236}">
                <a16:creationId xmlns:a16="http://schemas.microsoft.com/office/drawing/2014/main" id="{5635CF10-B6A3-5A2D-B661-C8D904CFD5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00" b="75500"/>
          <a:stretch>
            <a:fillRect/>
          </a:stretch>
        </p:blipFill>
        <p:spPr>
          <a:xfrm>
            <a:off x="7040880" y="2410374"/>
            <a:ext cx="2423159" cy="1246715"/>
          </a:xfrm>
          <a:prstGeom prst="rect">
            <a:avLst/>
          </a:prstGeom>
        </p:spPr>
      </p:pic>
      <p:grpSp>
        <p:nvGrpSpPr>
          <p:cNvPr id="5075" name="Kalman step"/>
          <p:cNvGrpSpPr/>
          <p:nvPr/>
        </p:nvGrpSpPr>
        <p:grpSpPr>
          <a:xfrm>
            <a:off x="8867541" y="2763130"/>
            <a:ext cx="1460568" cy="980825"/>
            <a:chOff x="37568574" y="5653149"/>
            <a:chExt cx="6786076" cy="4557100"/>
          </a:xfrm>
        </p:grpSpPr>
        <p:sp>
          <p:nvSpPr>
            <p:cNvPr id="5076" name="Freeform 280">
              <a:extLst>
                <a:ext uri="{FF2B5EF4-FFF2-40B4-BE49-F238E27FC236}">
                  <a16:creationId xmlns:a16="http://schemas.microsoft.com/office/drawing/2014/main" id="{5B194841-ABA0-AC51-B770-2EA6B9231E42}"/>
                </a:ext>
              </a:extLst>
            </p:cNvPr>
            <p:cNvSpPr/>
            <p:nvPr/>
          </p:nvSpPr>
          <p:spPr>
            <a:xfrm>
              <a:off x="38363947" y="5672153"/>
              <a:ext cx="2248007" cy="658014"/>
            </a:xfrm>
            <a:custGeom>
              <a:avLst/>
              <a:gdLst>
                <a:gd name="connsiteX0" fmla="*/ 70802 w 2248007"/>
                <a:gd name="connsiteY0" fmla="*/ 655311 h 658014"/>
                <a:gd name="connsiteX1" fmla="*/ 509286 w 2248007"/>
                <a:gd name="connsiteY1" fmla="*/ 585796 h 658014"/>
                <a:gd name="connsiteX2" fmla="*/ 744570 w 2248007"/>
                <a:gd name="connsiteY2" fmla="*/ 350511 h 658014"/>
                <a:gd name="connsiteX3" fmla="*/ 1001244 w 2248007"/>
                <a:gd name="connsiteY3" fmla="*/ 51059 h 658014"/>
                <a:gd name="connsiteX4" fmla="*/ 1167012 w 2248007"/>
                <a:gd name="connsiteY4" fmla="*/ 2932 h 658014"/>
                <a:gd name="connsiteX5" fmla="*/ 1338128 w 2248007"/>
                <a:gd name="connsiteY5" fmla="*/ 83143 h 658014"/>
                <a:gd name="connsiteX6" fmla="*/ 1653623 w 2248007"/>
                <a:gd name="connsiteY6" fmla="*/ 446764 h 658014"/>
                <a:gd name="connsiteX7" fmla="*/ 1883560 w 2248007"/>
                <a:gd name="connsiteY7" fmla="*/ 591143 h 658014"/>
                <a:gd name="connsiteX8" fmla="*/ 2150928 w 2248007"/>
                <a:gd name="connsiteY8" fmla="*/ 639269 h 658014"/>
                <a:gd name="connsiteX9" fmla="*/ 70802 w 2248007"/>
                <a:gd name="connsiteY9" fmla="*/ 655311 h 658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48007" h="658014">
                  <a:moveTo>
                    <a:pt x="70802" y="655311"/>
                  </a:moveTo>
                  <a:cubicBezTo>
                    <a:pt x="-202805" y="646399"/>
                    <a:pt x="396991" y="636596"/>
                    <a:pt x="509286" y="585796"/>
                  </a:cubicBezTo>
                  <a:cubicBezTo>
                    <a:pt x="621581" y="534996"/>
                    <a:pt x="662577" y="439634"/>
                    <a:pt x="744570" y="350511"/>
                  </a:cubicBezTo>
                  <a:cubicBezTo>
                    <a:pt x="826563" y="261388"/>
                    <a:pt x="930837" y="108989"/>
                    <a:pt x="1001244" y="51059"/>
                  </a:cubicBezTo>
                  <a:cubicBezTo>
                    <a:pt x="1071651" y="-6871"/>
                    <a:pt x="1110865" y="-2415"/>
                    <a:pt x="1167012" y="2932"/>
                  </a:cubicBezTo>
                  <a:cubicBezTo>
                    <a:pt x="1223159" y="8279"/>
                    <a:pt x="1257026" y="9171"/>
                    <a:pt x="1338128" y="83143"/>
                  </a:cubicBezTo>
                  <a:cubicBezTo>
                    <a:pt x="1419230" y="157115"/>
                    <a:pt x="1562718" y="362097"/>
                    <a:pt x="1653623" y="446764"/>
                  </a:cubicBezTo>
                  <a:cubicBezTo>
                    <a:pt x="1744528" y="531431"/>
                    <a:pt x="1800676" y="559059"/>
                    <a:pt x="1883560" y="591143"/>
                  </a:cubicBezTo>
                  <a:cubicBezTo>
                    <a:pt x="1966444" y="623227"/>
                    <a:pt x="2451272" y="629466"/>
                    <a:pt x="2150928" y="639269"/>
                  </a:cubicBezTo>
                  <a:cubicBezTo>
                    <a:pt x="1850584" y="649072"/>
                    <a:pt x="344409" y="664223"/>
                    <a:pt x="70802" y="655311"/>
                  </a:cubicBezTo>
                  <a:close/>
                </a:path>
              </a:pathLst>
            </a:cu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417" tIns="5208" rIns="10417" bIns="5208" rtlCol="0" anchor="ctr"/>
            <a:lstStyle/>
            <a:p>
              <a:pPr algn="ctr"/>
              <a:endParaRPr lang="en-US"/>
            </a:p>
          </p:txBody>
        </p:sp>
        <p:cxnSp>
          <p:nvCxnSpPr>
            <p:cNvPr id="5077" name="Straight Arrow Connector 281">
              <a:extLst>
                <a:ext uri="{FF2B5EF4-FFF2-40B4-BE49-F238E27FC236}">
                  <a16:creationId xmlns:a16="http://schemas.microsoft.com/office/drawing/2014/main" id="{4A4240EE-4E5E-D2F1-48D7-75958D4040C4}"/>
                </a:ext>
              </a:extLst>
            </p:cNvPr>
            <p:cNvCxnSpPr>
              <a:cxnSpLocks/>
            </p:cNvCxnSpPr>
            <p:nvPr/>
          </p:nvCxnSpPr>
          <p:spPr>
            <a:xfrm>
              <a:off x="38307108" y="6330167"/>
              <a:ext cx="2608118" cy="0"/>
            </a:xfrm>
            <a:prstGeom prst="straightConnector1">
              <a:avLst/>
            </a:prstGeom>
            <a:ln w="9404">
              <a:gradFill>
                <a:gsLst>
                  <a:gs pos="0">
                    <a:srgbClr val="0070C0"/>
                  </a:gs>
                  <a:gs pos="100000">
                    <a:srgbClr val="FF0000"/>
                  </a:gs>
                </a:gsLst>
                <a:lin ang="0" scaled="0"/>
              </a:gra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78" name="Freeform 282">
              <a:extLst>
                <a:ext uri="{FF2B5EF4-FFF2-40B4-BE49-F238E27FC236}">
                  <a16:creationId xmlns:a16="http://schemas.microsoft.com/office/drawing/2014/main" id="{DB49EF8D-20F8-1F26-FFD1-40EDCE3A67B9}"/>
                </a:ext>
              </a:extLst>
            </p:cNvPr>
            <p:cNvSpPr/>
            <p:nvPr/>
          </p:nvSpPr>
          <p:spPr>
            <a:xfrm>
              <a:off x="41803371" y="6788380"/>
              <a:ext cx="2248007" cy="658014"/>
            </a:xfrm>
            <a:custGeom>
              <a:avLst/>
              <a:gdLst>
                <a:gd name="connsiteX0" fmla="*/ 70802 w 2248007"/>
                <a:gd name="connsiteY0" fmla="*/ 655311 h 658014"/>
                <a:gd name="connsiteX1" fmla="*/ 509286 w 2248007"/>
                <a:gd name="connsiteY1" fmla="*/ 585796 h 658014"/>
                <a:gd name="connsiteX2" fmla="*/ 744570 w 2248007"/>
                <a:gd name="connsiteY2" fmla="*/ 350511 h 658014"/>
                <a:gd name="connsiteX3" fmla="*/ 1001244 w 2248007"/>
                <a:gd name="connsiteY3" fmla="*/ 51059 h 658014"/>
                <a:gd name="connsiteX4" fmla="*/ 1167012 w 2248007"/>
                <a:gd name="connsiteY4" fmla="*/ 2932 h 658014"/>
                <a:gd name="connsiteX5" fmla="*/ 1338128 w 2248007"/>
                <a:gd name="connsiteY5" fmla="*/ 83143 h 658014"/>
                <a:gd name="connsiteX6" fmla="*/ 1653623 w 2248007"/>
                <a:gd name="connsiteY6" fmla="*/ 446764 h 658014"/>
                <a:gd name="connsiteX7" fmla="*/ 1883560 w 2248007"/>
                <a:gd name="connsiteY7" fmla="*/ 591143 h 658014"/>
                <a:gd name="connsiteX8" fmla="*/ 2150928 w 2248007"/>
                <a:gd name="connsiteY8" fmla="*/ 639269 h 658014"/>
                <a:gd name="connsiteX9" fmla="*/ 70802 w 2248007"/>
                <a:gd name="connsiteY9" fmla="*/ 655311 h 658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48007" h="658014">
                  <a:moveTo>
                    <a:pt x="70802" y="655311"/>
                  </a:moveTo>
                  <a:cubicBezTo>
                    <a:pt x="-202805" y="646399"/>
                    <a:pt x="396991" y="636596"/>
                    <a:pt x="509286" y="585796"/>
                  </a:cubicBezTo>
                  <a:cubicBezTo>
                    <a:pt x="621581" y="534996"/>
                    <a:pt x="662577" y="439634"/>
                    <a:pt x="744570" y="350511"/>
                  </a:cubicBezTo>
                  <a:cubicBezTo>
                    <a:pt x="826563" y="261388"/>
                    <a:pt x="930837" y="108989"/>
                    <a:pt x="1001244" y="51059"/>
                  </a:cubicBezTo>
                  <a:cubicBezTo>
                    <a:pt x="1071651" y="-6871"/>
                    <a:pt x="1110865" y="-2415"/>
                    <a:pt x="1167012" y="2932"/>
                  </a:cubicBezTo>
                  <a:cubicBezTo>
                    <a:pt x="1223159" y="8279"/>
                    <a:pt x="1257026" y="9171"/>
                    <a:pt x="1338128" y="83143"/>
                  </a:cubicBezTo>
                  <a:cubicBezTo>
                    <a:pt x="1419230" y="157115"/>
                    <a:pt x="1562718" y="362097"/>
                    <a:pt x="1653623" y="446764"/>
                  </a:cubicBezTo>
                  <a:cubicBezTo>
                    <a:pt x="1744528" y="531431"/>
                    <a:pt x="1800676" y="559059"/>
                    <a:pt x="1883560" y="591143"/>
                  </a:cubicBezTo>
                  <a:cubicBezTo>
                    <a:pt x="1966444" y="623227"/>
                    <a:pt x="2451272" y="629466"/>
                    <a:pt x="2150928" y="639269"/>
                  </a:cubicBezTo>
                  <a:cubicBezTo>
                    <a:pt x="1850584" y="649072"/>
                    <a:pt x="344409" y="664223"/>
                    <a:pt x="70802" y="655311"/>
                  </a:cubicBezTo>
                  <a:close/>
                </a:path>
              </a:pathLst>
            </a:cu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417" tIns="5208" rIns="10417" bIns="5208" rtlCol="0" anchor="ctr"/>
            <a:lstStyle/>
            <a:p>
              <a:pPr algn="ctr"/>
              <a:endParaRPr lang="en-US"/>
            </a:p>
          </p:txBody>
        </p:sp>
        <p:cxnSp>
          <p:nvCxnSpPr>
            <p:cNvPr id="5079" name="Straight Arrow Connector 283">
              <a:extLst>
                <a:ext uri="{FF2B5EF4-FFF2-40B4-BE49-F238E27FC236}">
                  <a16:creationId xmlns:a16="http://schemas.microsoft.com/office/drawing/2014/main" id="{3553FF52-C926-88E1-F7EE-B8C176DB438F}"/>
                </a:ext>
              </a:extLst>
            </p:cNvPr>
            <p:cNvCxnSpPr>
              <a:cxnSpLocks/>
            </p:cNvCxnSpPr>
            <p:nvPr/>
          </p:nvCxnSpPr>
          <p:spPr>
            <a:xfrm>
              <a:off x="41746532" y="7446394"/>
              <a:ext cx="2608118" cy="0"/>
            </a:xfrm>
            <a:prstGeom prst="straightConnector1">
              <a:avLst/>
            </a:prstGeom>
            <a:ln w="9404">
              <a:gradFill>
                <a:gsLst>
                  <a:gs pos="0">
                    <a:srgbClr val="0070C0"/>
                  </a:gs>
                  <a:gs pos="100000">
                    <a:srgbClr val="FF0000"/>
                  </a:gs>
                </a:gsLst>
                <a:lin ang="0" scaled="0"/>
              </a:gra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80" name="Freeform 284">
              <a:extLst>
                <a:ext uri="{FF2B5EF4-FFF2-40B4-BE49-F238E27FC236}">
                  <a16:creationId xmlns:a16="http://schemas.microsoft.com/office/drawing/2014/main" id="{1D29EFC7-8D1D-2BEE-4006-BB5AD8630228}"/>
                </a:ext>
              </a:extLst>
            </p:cNvPr>
            <p:cNvSpPr/>
            <p:nvPr/>
          </p:nvSpPr>
          <p:spPr>
            <a:xfrm>
              <a:off x="42968810" y="6623800"/>
              <a:ext cx="1001903" cy="822594"/>
            </a:xfrm>
            <a:custGeom>
              <a:avLst/>
              <a:gdLst>
                <a:gd name="connsiteX0" fmla="*/ 70802 w 2248007"/>
                <a:gd name="connsiteY0" fmla="*/ 655311 h 658014"/>
                <a:gd name="connsiteX1" fmla="*/ 509286 w 2248007"/>
                <a:gd name="connsiteY1" fmla="*/ 585796 h 658014"/>
                <a:gd name="connsiteX2" fmla="*/ 744570 w 2248007"/>
                <a:gd name="connsiteY2" fmla="*/ 350511 h 658014"/>
                <a:gd name="connsiteX3" fmla="*/ 1001244 w 2248007"/>
                <a:gd name="connsiteY3" fmla="*/ 51059 h 658014"/>
                <a:gd name="connsiteX4" fmla="*/ 1167012 w 2248007"/>
                <a:gd name="connsiteY4" fmla="*/ 2932 h 658014"/>
                <a:gd name="connsiteX5" fmla="*/ 1338128 w 2248007"/>
                <a:gd name="connsiteY5" fmla="*/ 83143 h 658014"/>
                <a:gd name="connsiteX6" fmla="*/ 1653623 w 2248007"/>
                <a:gd name="connsiteY6" fmla="*/ 446764 h 658014"/>
                <a:gd name="connsiteX7" fmla="*/ 1883560 w 2248007"/>
                <a:gd name="connsiteY7" fmla="*/ 591143 h 658014"/>
                <a:gd name="connsiteX8" fmla="*/ 2150928 w 2248007"/>
                <a:gd name="connsiteY8" fmla="*/ 639269 h 658014"/>
                <a:gd name="connsiteX9" fmla="*/ 70802 w 2248007"/>
                <a:gd name="connsiteY9" fmla="*/ 655311 h 658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48007" h="658014">
                  <a:moveTo>
                    <a:pt x="70802" y="655311"/>
                  </a:moveTo>
                  <a:cubicBezTo>
                    <a:pt x="-202805" y="646399"/>
                    <a:pt x="396991" y="636596"/>
                    <a:pt x="509286" y="585796"/>
                  </a:cubicBezTo>
                  <a:cubicBezTo>
                    <a:pt x="621581" y="534996"/>
                    <a:pt x="662577" y="439634"/>
                    <a:pt x="744570" y="350511"/>
                  </a:cubicBezTo>
                  <a:cubicBezTo>
                    <a:pt x="826563" y="261388"/>
                    <a:pt x="930837" y="108989"/>
                    <a:pt x="1001244" y="51059"/>
                  </a:cubicBezTo>
                  <a:cubicBezTo>
                    <a:pt x="1071651" y="-6871"/>
                    <a:pt x="1110865" y="-2415"/>
                    <a:pt x="1167012" y="2932"/>
                  </a:cubicBezTo>
                  <a:cubicBezTo>
                    <a:pt x="1223159" y="8279"/>
                    <a:pt x="1257026" y="9171"/>
                    <a:pt x="1338128" y="83143"/>
                  </a:cubicBezTo>
                  <a:cubicBezTo>
                    <a:pt x="1419230" y="157115"/>
                    <a:pt x="1562718" y="362097"/>
                    <a:pt x="1653623" y="446764"/>
                  </a:cubicBezTo>
                  <a:cubicBezTo>
                    <a:pt x="1744528" y="531431"/>
                    <a:pt x="1800676" y="559059"/>
                    <a:pt x="1883560" y="591143"/>
                  </a:cubicBezTo>
                  <a:cubicBezTo>
                    <a:pt x="1966444" y="623227"/>
                    <a:pt x="2451272" y="629466"/>
                    <a:pt x="2150928" y="639269"/>
                  </a:cubicBezTo>
                  <a:cubicBezTo>
                    <a:pt x="1850584" y="649072"/>
                    <a:pt x="344409" y="664223"/>
                    <a:pt x="70802" y="655311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78516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417" tIns="5208" rIns="10417" bIns="5208" rtlCol="0" anchor="ctr"/>
            <a:lstStyle/>
            <a:p>
              <a:pPr algn="ctr"/>
              <a:endParaRPr lang="en-US"/>
            </a:p>
          </p:txBody>
        </p:sp>
        <p:sp>
          <p:nvSpPr>
            <p:cNvPr id="5081" name="Freeform 285">
              <a:extLst>
                <a:ext uri="{FF2B5EF4-FFF2-40B4-BE49-F238E27FC236}">
                  <a16:creationId xmlns:a16="http://schemas.microsoft.com/office/drawing/2014/main" id="{7A712818-EAD5-1E65-2383-E16C2B208421}"/>
                </a:ext>
              </a:extLst>
            </p:cNvPr>
            <p:cNvSpPr/>
            <p:nvPr/>
          </p:nvSpPr>
          <p:spPr>
            <a:xfrm>
              <a:off x="39376057" y="8226659"/>
              <a:ext cx="1037968" cy="1126572"/>
            </a:xfrm>
            <a:custGeom>
              <a:avLst/>
              <a:gdLst>
                <a:gd name="connsiteX0" fmla="*/ 70802 w 2248007"/>
                <a:gd name="connsiteY0" fmla="*/ 655311 h 658014"/>
                <a:gd name="connsiteX1" fmla="*/ 509286 w 2248007"/>
                <a:gd name="connsiteY1" fmla="*/ 585796 h 658014"/>
                <a:gd name="connsiteX2" fmla="*/ 744570 w 2248007"/>
                <a:gd name="connsiteY2" fmla="*/ 350511 h 658014"/>
                <a:gd name="connsiteX3" fmla="*/ 1001244 w 2248007"/>
                <a:gd name="connsiteY3" fmla="*/ 51059 h 658014"/>
                <a:gd name="connsiteX4" fmla="*/ 1167012 w 2248007"/>
                <a:gd name="connsiteY4" fmla="*/ 2932 h 658014"/>
                <a:gd name="connsiteX5" fmla="*/ 1338128 w 2248007"/>
                <a:gd name="connsiteY5" fmla="*/ 83143 h 658014"/>
                <a:gd name="connsiteX6" fmla="*/ 1653623 w 2248007"/>
                <a:gd name="connsiteY6" fmla="*/ 446764 h 658014"/>
                <a:gd name="connsiteX7" fmla="*/ 1883560 w 2248007"/>
                <a:gd name="connsiteY7" fmla="*/ 591143 h 658014"/>
                <a:gd name="connsiteX8" fmla="*/ 2150928 w 2248007"/>
                <a:gd name="connsiteY8" fmla="*/ 639269 h 658014"/>
                <a:gd name="connsiteX9" fmla="*/ 70802 w 2248007"/>
                <a:gd name="connsiteY9" fmla="*/ 655311 h 658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48007" h="658014">
                  <a:moveTo>
                    <a:pt x="70802" y="655311"/>
                  </a:moveTo>
                  <a:cubicBezTo>
                    <a:pt x="-202805" y="646399"/>
                    <a:pt x="396991" y="636596"/>
                    <a:pt x="509286" y="585796"/>
                  </a:cubicBezTo>
                  <a:cubicBezTo>
                    <a:pt x="621581" y="534996"/>
                    <a:pt x="662577" y="439634"/>
                    <a:pt x="744570" y="350511"/>
                  </a:cubicBezTo>
                  <a:cubicBezTo>
                    <a:pt x="826563" y="261388"/>
                    <a:pt x="930837" y="108989"/>
                    <a:pt x="1001244" y="51059"/>
                  </a:cubicBezTo>
                  <a:cubicBezTo>
                    <a:pt x="1071651" y="-6871"/>
                    <a:pt x="1110865" y="-2415"/>
                    <a:pt x="1167012" y="2932"/>
                  </a:cubicBezTo>
                  <a:cubicBezTo>
                    <a:pt x="1223159" y="8279"/>
                    <a:pt x="1257026" y="9171"/>
                    <a:pt x="1338128" y="83143"/>
                  </a:cubicBezTo>
                  <a:cubicBezTo>
                    <a:pt x="1419230" y="157115"/>
                    <a:pt x="1562718" y="362097"/>
                    <a:pt x="1653623" y="446764"/>
                  </a:cubicBezTo>
                  <a:cubicBezTo>
                    <a:pt x="1744528" y="531431"/>
                    <a:pt x="1800676" y="559059"/>
                    <a:pt x="1883560" y="591143"/>
                  </a:cubicBezTo>
                  <a:cubicBezTo>
                    <a:pt x="1966444" y="623227"/>
                    <a:pt x="2451272" y="629466"/>
                    <a:pt x="2150928" y="639269"/>
                  </a:cubicBezTo>
                  <a:cubicBezTo>
                    <a:pt x="1850584" y="649072"/>
                    <a:pt x="344409" y="664223"/>
                    <a:pt x="70802" y="655311"/>
                  </a:cubicBezTo>
                  <a:close/>
                </a:path>
              </a:pathLst>
            </a:cu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417" tIns="5208" rIns="10417" bIns="5208" rtlCol="0" anchor="ctr"/>
            <a:lstStyle/>
            <a:p>
              <a:pPr algn="ctr"/>
              <a:endParaRPr lang="en-US"/>
            </a:p>
          </p:txBody>
        </p:sp>
        <p:cxnSp>
          <p:nvCxnSpPr>
            <p:cNvPr id="5082" name="Straight Arrow Connector 286">
              <a:extLst>
                <a:ext uri="{FF2B5EF4-FFF2-40B4-BE49-F238E27FC236}">
                  <a16:creationId xmlns:a16="http://schemas.microsoft.com/office/drawing/2014/main" id="{C80ECF4D-F82E-5118-7809-2EFCECA42824}"/>
                </a:ext>
              </a:extLst>
            </p:cNvPr>
            <p:cNvCxnSpPr>
              <a:cxnSpLocks/>
            </p:cNvCxnSpPr>
            <p:nvPr/>
          </p:nvCxnSpPr>
          <p:spPr>
            <a:xfrm>
              <a:off x="38405983" y="9353230"/>
              <a:ext cx="2608118" cy="0"/>
            </a:xfrm>
            <a:prstGeom prst="straightConnector1">
              <a:avLst/>
            </a:prstGeom>
            <a:ln w="9404">
              <a:gradFill>
                <a:gsLst>
                  <a:gs pos="0">
                    <a:srgbClr val="0070C0"/>
                  </a:gs>
                  <a:gs pos="100000">
                    <a:srgbClr val="FF0000"/>
                  </a:gs>
                </a:gsLst>
                <a:lin ang="0" scaled="0"/>
              </a:gra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83" name="Bent Arrow 287">
              <a:extLst>
                <a:ext uri="{FF2B5EF4-FFF2-40B4-BE49-F238E27FC236}">
                  <a16:creationId xmlns:a16="http://schemas.microsoft.com/office/drawing/2014/main" id="{B7668384-F7D3-98AE-592C-B6401FAB0073}"/>
                </a:ext>
              </a:extLst>
            </p:cNvPr>
            <p:cNvSpPr/>
            <p:nvPr/>
          </p:nvSpPr>
          <p:spPr>
            <a:xfrm rot="18900000">
              <a:off x="37568574" y="6565141"/>
              <a:ext cx="1468473" cy="1864451"/>
            </a:xfrm>
            <a:prstGeom prst="bentArrow">
              <a:avLst>
                <a:gd name="adj1" fmla="val 16868"/>
                <a:gd name="adj2" fmla="val 19579"/>
                <a:gd name="adj3" fmla="val 27710"/>
                <a:gd name="adj4" fmla="val 43750"/>
              </a:avLst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417" tIns="5208" rIns="10417" bIns="5208"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084" name="Bent Arrow 288">
              <a:extLst>
                <a:ext uri="{FF2B5EF4-FFF2-40B4-BE49-F238E27FC236}">
                  <a16:creationId xmlns:a16="http://schemas.microsoft.com/office/drawing/2014/main" id="{DDB617D3-CE25-6B71-8CDE-41744AE0C8C6}"/>
                </a:ext>
              </a:extLst>
            </p:cNvPr>
            <p:cNvSpPr/>
            <p:nvPr/>
          </p:nvSpPr>
          <p:spPr>
            <a:xfrm rot="10800000">
              <a:off x="40738636" y="7589449"/>
              <a:ext cx="1719588" cy="1318740"/>
            </a:xfrm>
            <a:prstGeom prst="bentArrow">
              <a:avLst>
                <a:gd name="adj1" fmla="val 18592"/>
                <a:gd name="adj2" fmla="val 25000"/>
                <a:gd name="adj3" fmla="val 25000"/>
                <a:gd name="adj4" fmla="val 43750"/>
              </a:avLst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417" tIns="5208" rIns="10417" bIns="5208"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085" name="Bent Arrow 289">
              <a:extLst>
                <a:ext uri="{FF2B5EF4-FFF2-40B4-BE49-F238E27FC236}">
                  <a16:creationId xmlns:a16="http://schemas.microsoft.com/office/drawing/2014/main" id="{4EFC9A02-063A-0FD9-5F47-960EF9A9BA2E}"/>
                </a:ext>
              </a:extLst>
            </p:cNvPr>
            <p:cNvSpPr/>
            <p:nvPr/>
          </p:nvSpPr>
          <p:spPr>
            <a:xfrm rot="5079891">
              <a:off x="41283039" y="5653149"/>
              <a:ext cx="1014114" cy="1380381"/>
            </a:xfrm>
            <a:prstGeom prst="bentArrow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417" tIns="5208" rIns="10417" bIns="5208"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5086" name="Straight Connector 291">
              <a:extLst>
                <a:ext uri="{FF2B5EF4-FFF2-40B4-BE49-F238E27FC236}">
                  <a16:creationId xmlns:a16="http://schemas.microsoft.com/office/drawing/2014/main" id="{462DDD78-AEB3-05F4-6824-6F64FF0AA7EB}"/>
                </a:ext>
              </a:extLst>
            </p:cNvPr>
            <p:cNvCxnSpPr>
              <a:cxnSpLocks/>
            </p:cNvCxnSpPr>
            <p:nvPr/>
          </p:nvCxnSpPr>
          <p:spPr>
            <a:xfrm>
              <a:off x="39481178" y="6199080"/>
              <a:ext cx="0" cy="474272"/>
            </a:xfrm>
            <a:prstGeom prst="line">
              <a:avLst/>
            </a:prstGeom>
            <a:ln w="325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087" name="Picture 292" descr="A white background with black text&#10;&#10;Description automatically generated">
              <a:extLst>
                <a:ext uri="{FF2B5EF4-FFF2-40B4-BE49-F238E27FC236}">
                  <a16:creationId xmlns:a16="http://schemas.microsoft.com/office/drawing/2014/main" id="{13418769-39F8-836E-C5F9-8B7849C8BE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1492" r="90123" b="70834"/>
            <a:stretch/>
          </p:blipFill>
          <p:spPr>
            <a:xfrm>
              <a:off x="39000930" y="6766592"/>
              <a:ext cx="924042" cy="420842"/>
            </a:xfrm>
            <a:prstGeom prst="rect">
              <a:avLst/>
            </a:prstGeom>
          </p:spPr>
        </p:pic>
        <p:cxnSp>
          <p:nvCxnSpPr>
            <p:cNvPr id="5088" name="Straight Connector 293">
              <a:extLst>
                <a:ext uri="{FF2B5EF4-FFF2-40B4-BE49-F238E27FC236}">
                  <a16:creationId xmlns:a16="http://schemas.microsoft.com/office/drawing/2014/main" id="{F5A46594-A778-3C37-0321-FB24C38F72B5}"/>
                </a:ext>
              </a:extLst>
            </p:cNvPr>
            <p:cNvCxnSpPr>
              <a:cxnSpLocks/>
            </p:cNvCxnSpPr>
            <p:nvPr/>
          </p:nvCxnSpPr>
          <p:spPr>
            <a:xfrm>
              <a:off x="43491466" y="7497366"/>
              <a:ext cx="0" cy="474272"/>
            </a:xfrm>
            <a:prstGeom prst="line">
              <a:avLst/>
            </a:prstGeom>
            <a:ln w="325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9" name="Straight Connector 294">
              <a:extLst>
                <a:ext uri="{FF2B5EF4-FFF2-40B4-BE49-F238E27FC236}">
                  <a16:creationId xmlns:a16="http://schemas.microsoft.com/office/drawing/2014/main" id="{82E01E67-2E2D-A01B-7470-A13065B64813}"/>
                </a:ext>
              </a:extLst>
            </p:cNvPr>
            <p:cNvCxnSpPr>
              <a:cxnSpLocks/>
            </p:cNvCxnSpPr>
            <p:nvPr/>
          </p:nvCxnSpPr>
          <p:spPr>
            <a:xfrm>
              <a:off x="42927374" y="7590678"/>
              <a:ext cx="542387" cy="0"/>
            </a:xfrm>
            <a:prstGeom prst="line">
              <a:avLst/>
            </a:prstGeom>
            <a:ln w="325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090" name="Picture 297" descr="A white background with black text&#10;&#10;Description automatically generated">
              <a:extLst>
                <a:ext uri="{FF2B5EF4-FFF2-40B4-BE49-F238E27FC236}">
                  <a16:creationId xmlns:a16="http://schemas.microsoft.com/office/drawing/2014/main" id="{C91F94EC-562F-54F8-6777-4007A09EF1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433" t="45351" r="90325" b="49055"/>
            <a:stretch/>
          </p:blipFill>
          <p:spPr>
            <a:xfrm>
              <a:off x="42949996" y="7625644"/>
              <a:ext cx="396834" cy="306820"/>
            </a:xfrm>
            <a:prstGeom prst="rect">
              <a:avLst/>
            </a:prstGeom>
          </p:spPr>
        </p:pic>
        <p:pic>
          <p:nvPicPr>
            <p:cNvPr id="5091" name="Picture 298" descr="A white background with black text&#10;&#10;Description automatically generated">
              <a:extLst>
                <a:ext uri="{FF2B5EF4-FFF2-40B4-BE49-F238E27FC236}">
                  <a16:creationId xmlns:a16="http://schemas.microsoft.com/office/drawing/2014/main" id="{E56DFA56-B3DA-7CC5-8432-29ECE16F0D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2109" t="45555" r="84799" b="48289"/>
            <a:stretch/>
          </p:blipFill>
          <p:spPr>
            <a:xfrm>
              <a:off x="43317371" y="7967429"/>
              <a:ext cx="289271" cy="337570"/>
            </a:xfrm>
            <a:prstGeom prst="rect">
              <a:avLst/>
            </a:prstGeom>
          </p:spPr>
        </p:pic>
        <p:cxnSp>
          <p:nvCxnSpPr>
            <p:cNvPr id="5092" name="Straight Connector 301">
              <a:extLst>
                <a:ext uri="{FF2B5EF4-FFF2-40B4-BE49-F238E27FC236}">
                  <a16:creationId xmlns:a16="http://schemas.microsoft.com/office/drawing/2014/main" id="{80764B11-F4DC-1B71-B8E8-5BFF970463CE}"/>
                </a:ext>
              </a:extLst>
            </p:cNvPr>
            <p:cNvCxnSpPr>
              <a:cxnSpLocks/>
            </p:cNvCxnSpPr>
            <p:nvPr/>
          </p:nvCxnSpPr>
          <p:spPr>
            <a:xfrm>
              <a:off x="39896531" y="9305379"/>
              <a:ext cx="0" cy="474272"/>
            </a:xfrm>
            <a:prstGeom prst="line">
              <a:avLst/>
            </a:prstGeom>
            <a:ln w="325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093" name="Picture 302" descr="A white background with black text&#10;&#10;Description automatically generated">
              <a:extLst>
                <a:ext uri="{FF2B5EF4-FFF2-40B4-BE49-F238E27FC236}">
                  <a16:creationId xmlns:a16="http://schemas.microsoft.com/office/drawing/2014/main" id="{727DDE2E-AF45-CC2C-E8D2-C12F374DF6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322" t="78590" r="90545" b="14568"/>
            <a:stretch/>
          </p:blipFill>
          <p:spPr>
            <a:xfrm>
              <a:off x="39611167" y="9835031"/>
              <a:ext cx="480244" cy="375218"/>
            </a:xfrm>
            <a:prstGeom prst="rect">
              <a:avLst/>
            </a:prstGeom>
          </p:spPr>
        </p:pic>
      </p:grpSp>
      <p:sp>
        <p:nvSpPr>
          <p:cNvPr id="5094" name="TextBox 5093"/>
          <p:cNvSpPr txBox="1"/>
          <p:nvPr/>
        </p:nvSpPr>
        <p:spPr>
          <a:xfrm>
            <a:off x="7040880" y="3702810"/>
            <a:ext cx="3337559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Helvetica Neue"/>
              </a:rPr>
              <a:t>Extended Kalman filter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Helvetica Neue"/>
              </a:rPr>
              <a:t>EBM forecast updated each year with GMST and ocean heat content; for attribution, assimilates single-forcing ESM runs</a:t>
            </a:r>
          </a:p>
        </p:txBody>
      </p:sp>
      <p:cxnSp>
        <p:nvCxnSpPr>
          <p:cNvPr id="5095" name="Connector 5094"/>
          <p:cNvCxnSpPr/>
          <p:nvPr/>
        </p:nvCxnSpPr>
        <p:spPr>
          <a:xfrm>
            <a:off x="137160" y="4403257"/>
            <a:ext cx="10241280" cy="0"/>
          </a:xfrm>
          <a:prstGeom prst="line">
            <a:avLst/>
          </a:prstGeom>
          <a:ln w="6350">
            <a:solidFill>
              <a:srgbClr val="BFBFBF"/>
            </a:solidFill>
          </a:ln>
        </p:spPr>
      </p:cxnSp>
      <p:sp>
        <p:nvSpPr>
          <p:cNvPr id="5096" name="TextBox 5095"/>
          <p:cNvSpPr txBox="1"/>
          <p:nvPr/>
        </p:nvSpPr>
        <p:spPr>
          <a:xfrm>
            <a:off x="137160" y="4476409"/>
            <a:ext cx="960120" cy="27432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Helvetica Neue"/>
              </a:rPr>
              <a:t>FaIR</a:t>
            </a:r>
          </a:p>
        </p:txBody>
      </p:sp>
      <p:sp>
        <p:nvSpPr>
          <p:cNvPr id="5097" name="TextBox 5096"/>
          <p:cNvSpPr txBox="1"/>
          <p:nvPr/>
        </p:nvSpPr>
        <p:spPr>
          <a:xfrm>
            <a:off x="137160" y="4750729"/>
            <a:ext cx="960120" cy="20116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  <a:latin typeface="Helvetica Neue"/>
              </a:rPr>
              <a:t>Sect. 4.4.3</a:t>
            </a:r>
          </a:p>
        </p:txBody>
      </p:sp>
      <p:grpSp>
        <p:nvGrpSpPr>
          <p:cNvPr id="5408" name="v3b FaIR"/>
          <p:cNvGrpSpPr/>
          <p:nvPr/>
        </p:nvGrpSpPr>
        <p:grpSpPr>
          <a:xfrm>
            <a:off x="1325880" y="4517557"/>
            <a:ext cx="3086106" cy="2020151"/>
            <a:chOff x="13686672" y="11532186"/>
            <a:chExt cx="9955182" cy="6516617"/>
          </a:xfrm>
        </p:grpSpPr>
        <p:sp>
          <p:nvSpPr>
            <p:cNvPr id="5409" name="Sun">
              <a:extLst>
                <a:ext uri="{FF2B5EF4-FFF2-40B4-BE49-F238E27FC236}">
                  <a16:creationId xmlns:a16="http://schemas.microsoft.com/office/drawing/2014/main" id="{6AE1F3BA-389B-1AD5-05F1-C5BFEEF0D137}"/>
                </a:ext>
              </a:extLst>
            </p:cNvPr>
            <p:cNvSpPr/>
            <p:nvPr/>
          </p:nvSpPr>
          <p:spPr>
            <a:xfrm>
              <a:off x="13686672" y="11532186"/>
              <a:ext cx="1276658" cy="12766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8912" y="3909"/>
                  </a:lnTo>
                  <a:cubicBezTo>
                    <a:pt x="9458" y="3767"/>
                    <a:pt x="10107" y="3684"/>
                    <a:pt x="10795" y="3684"/>
                  </a:cubicBezTo>
                  <a:cubicBezTo>
                    <a:pt x="11488" y="3684"/>
                    <a:pt x="12138" y="3766"/>
                    <a:pt x="12695" y="3914"/>
                  </a:cubicBezTo>
                  <a:lnTo>
                    <a:pt x="10800" y="0"/>
                  </a:lnTo>
                  <a:close/>
                  <a:moveTo>
                    <a:pt x="18430" y="3160"/>
                  </a:moveTo>
                  <a:lnTo>
                    <a:pt x="14332" y="4591"/>
                  </a:lnTo>
                  <a:cubicBezTo>
                    <a:pt x="14828" y="4880"/>
                    <a:pt x="15340" y="5278"/>
                    <a:pt x="15826" y="5764"/>
                  </a:cubicBezTo>
                  <a:cubicBezTo>
                    <a:pt x="16317" y="6255"/>
                    <a:pt x="16717" y="6774"/>
                    <a:pt x="17006" y="7265"/>
                  </a:cubicBezTo>
                  <a:lnTo>
                    <a:pt x="18430" y="3160"/>
                  </a:lnTo>
                  <a:close/>
                  <a:moveTo>
                    <a:pt x="3160" y="3172"/>
                  </a:moveTo>
                  <a:lnTo>
                    <a:pt x="4591" y="7270"/>
                  </a:lnTo>
                  <a:cubicBezTo>
                    <a:pt x="4880" y="6773"/>
                    <a:pt x="5278" y="6260"/>
                    <a:pt x="5764" y="5774"/>
                  </a:cubicBezTo>
                  <a:cubicBezTo>
                    <a:pt x="6255" y="5283"/>
                    <a:pt x="6774" y="4885"/>
                    <a:pt x="7265" y="4596"/>
                  </a:cubicBezTo>
                  <a:lnTo>
                    <a:pt x="3160" y="3172"/>
                  </a:lnTo>
                  <a:close/>
                  <a:moveTo>
                    <a:pt x="10800" y="4661"/>
                  </a:moveTo>
                  <a:cubicBezTo>
                    <a:pt x="7400" y="4661"/>
                    <a:pt x="4633" y="7427"/>
                    <a:pt x="4633" y="10827"/>
                  </a:cubicBezTo>
                  <a:cubicBezTo>
                    <a:pt x="4633" y="14227"/>
                    <a:pt x="7400" y="16994"/>
                    <a:pt x="10800" y="16994"/>
                  </a:cubicBezTo>
                  <a:cubicBezTo>
                    <a:pt x="14200" y="16994"/>
                    <a:pt x="16967" y="14227"/>
                    <a:pt x="16967" y="10827"/>
                  </a:cubicBezTo>
                  <a:cubicBezTo>
                    <a:pt x="16967" y="7427"/>
                    <a:pt x="14200" y="4661"/>
                    <a:pt x="10800" y="4661"/>
                  </a:cubicBezTo>
                  <a:close/>
                  <a:moveTo>
                    <a:pt x="3914" y="8907"/>
                  </a:moveTo>
                  <a:lnTo>
                    <a:pt x="0" y="10800"/>
                  </a:lnTo>
                  <a:lnTo>
                    <a:pt x="3909" y="12688"/>
                  </a:lnTo>
                  <a:cubicBezTo>
                    <a:pt x="3767" y="12137"/>
                    <a:pt x="3684" y="11493"/>
                    <a:pt x="3684" y="10805"/>
                  </a:cubicBezTo>
                  <a:cubicBezTo>
                    <a:pt x="3684" y="10112"/>
                    <a:pt x="3766" y="9464"/>
                    <a:pt x="3914" y="8907"/>
                  </a:cubicBezTo>
                  <a:close/>
                  <a:moveTo>
                    <a:pt x="17693" y="8907"/>
                  </a:moveTo>
                  <a:cubicBezTo>
                    <a:pt x="17835" y="9458"/>
                    <a:pt x="17916" y="10102"/>
                    <a:pt x="17916" y="10790"/>
                  </a:cubicBezTo>
                  <a:cubicBezTo>
                    <a:pt x="17916" y="11483"/>
                    <a:pt x="17835" y="12131"/>
                    <a:pt x="17688" y="12688"/>
                  </a:cubicBezTo>
                  <a:lnTo>
                    <a:pt x="21600" y="10795"/>
                  </a:lnTo>
                  <a:lnTo>
                    <a:pt x="17693" y="8907"/>
                  </a:lnTo>
                  <a:close/>
                  <a:moveTo>
                    <a:pt x="17011" y="14332"/>
                  </a:moveTo>
                  <a:cubicBezTo>
                    <a:pt x="16722" y="14828"/>
                    <a:pt x="16323" y="15340"/>
                    <a:pt x="15838" y="15826"/>
                  </a:cubicBezTo>
                  <a:cubicBezTo>
                    <a:pt x="15346" y="16317"/>
                    <a:pt x="14828" y="16717"/>
                    <a:pt x="14337" y="17006"/>
                  </a:cubicBezTo>
                  <a:lnTo>
                    <a:pt x="18440" y="18430"/>
                  </a:lnTo>
                  <a:lnTo>
                    <a:pt x="17011" y="14332"/>
                  </a:lnTo>
                  <a:close/>
                  <a:moveTo>
                    <a:pt x="4596" y="14337"/>
                  </a:moveTo>
                  <a:lnTo>
                    <a:pt x="3172" y="18440"/>
                  </a:lnTo>
                  <a:lnTo>
                    <a:pt x="7270" y="17011"/>
                  </a:lnTo>
                  <a:cubicBezTo>
                    <a:pt x="6773" y="16722"/>
                    <a:pt x="6260" y="16323"/>
                    <a:pt x="5774" y="15838"/>
                  </a:cubicBezTo>
                  <a:cubicBezTo>
                    <a:pt x="5283" y="15346"/>
                    <a:pt x="4885" y="14828"/>
                    <a:pt x="4596" y="14337"/>
                  </a:cubicBezTo>
                  <a:close/>
                  <a:moveTo>
                    <a:pt x="8907" y="17688"/>
                  </a:moveTo>
                  <a:lnTo>
                    <a:pt x="10800" y="21600"/>
                  </a:lnTo>
                  <a:lnTo>
                    <a:pt x="12688" y="17693"/>
                  </a:lnTo>
                  <a:cubicBezTo>
                    <a:pt x="12142" y="17835"/>
                    <a:pt x="11493" y="17916"/>
                    <a:pt x="10805" y="17916"/>
                  </a:cubicBezTo>
                  <a:cubicBezTo>
                    <a:pt x="10112" y="17916"/>
                    <a:pt x="9464" y="17835"/>
                    <a:pt x="8907" y="17688"/>
                  </a:cubicBezTo>
                  <a:close/>
                </a:path>
              </a:pathLst>
            </a:custGeom>
            <a:solidFill>
              <a:srgbClr val="FFD479"/>
            </a:solidFill>
            <a:ln w="3937"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cxnSp>
          <p:nvCxnSpPr>
            <p:cNvPr id="5410" name="Straight Connector 208">
              <a:extLst>
                <a:ext uri="{FF2B5EF4-FFF2-40B4-BE49-F238E27FC236}">
                  <a16:creationId xmlns:a16="http://schemas.microsoft.com/office/drawing/2014/main" id="{7C0BC5A9-D66E-D868-97D3-885476739134}"/>
                </a:ext>
              </a:extLst>
            </p:cNvPr>
            <p:cNvCxnSpPr>
              <a:cxnSpLocks/>
            </p:cNvCxnSpPr>
            <p:nvPr/>
          </p:nvCxnSpPr>
          <p:spPr>
            <a:xfrm>
              <a:off x="18362674" y="13785212"/>
              <a:ext cx="1760116" cy="0"/>
            </a:xfrm>
            <a:prstGeom prst="line">
              <a:avLst/>
            </a:prstGeom>
            <a:ln w="20669" cmpd="tri">
              <a:solidFill>
                <a:srgbClr val="9452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11" name="Line">
              <a:extLst>
                <a:ext uri="{FF2B5EF4-FFF2-40B4-BE49-F238E27FC236}">
                  <a16:creationId xmlns:a16="http://schemas.microsoft.com/office/drawing/2014/main" id="{BCDEB0DE-5B43-D81A-772C-0B438775E1F5}"/>
                </a:ext>
              </a:extLst>
            </p:cNvPr>
            <p:cNvSpPr/>
            <p:nvPr/>
          </p:nvSpPr>
          <p:spPr>
            <a:xfrm flipV="1">
              <a:off x="18062323" y="11916095"/>
              <a:ext cx="578250" cy="2462481"/>
            </a:xfrm>
            <a:prstGeom prst="line">
              <a:avLst/>
            </a:prstGeom>
            <a:ln w="23622">
              <a:solidFill>
                <a:schemeClr val="accent1">
                  <a:lumMod val="60000"/>
                  <a:lumOff val="40000"/>
                </a:schemeClr>
              </a:solidFill>
              <a:miter lim="400000"/>
              <a:tailEnd type="triangle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098" name="Land">
              <a:extLst>
                <a:ext uri="{FF2B5EF4-FFF2-40B4-BE49-F238E27FC236}">
                  <a16:creationId xmlns:a16="http://schemas.microsoft.com/office/drawing/2014/main" id="{6E7E64FA-BD32-85FE-289B-DD3E164E8A82}"/>
                </a:ext>
              </a:extLst>
            </p:cNvPr>
            <p:cNvSpPr/>
            <p:nvPr/>
          </p:nvSpPr>
          <p:spPr>
            <a:xfrm>
              <a:off x="14907725" y="14722226"/>
              <a:ext cx="3085070" cy="831646"/>
            </a:xfrm>
            <a:prstGeom prst="rect">
              <a:avLst/>
            </a:prstGeom>
            <a:solidFill>
              <a:srgbClr val="009051"/>
            </a:solidFill>
            <a:ln w="3937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874" tIns="7874" rIns="7874" bIns="7874" anchor="ctr"/>
            <a:lstStyle>
              <a:lvl1pPr defTabSz="82550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 algn="ctr" defTabSz="412750" hangingPunct="0"/>
              <a:r>
                <a:rPr sz="694" kern="0" dirty="0"/>
                <a:t>Land</a:t>
              </a:r>
            </a:p>
          </p:txBody>
        </p:sp>
        <p:sp>
          <p:nvSpPr>
            <p:cNvPr id="5099" name="Surface Ocean">
              <a:extLst>
                <a:ext uri="{FF2B5EF4-FFF2-40B4-BE49-F238E27FC236}">
                  <a16:creationId xmlns:a16="http://schemas.microsoft.com/office/drawing/2014/main" id="{BAE726D9-19BC-8903-3F69-993A02EF4617}"/>
                </a:ext>
              </a:extLst>
            </p:cNvPr>
            <p:cNvSpPr/>
            <p:nvPr/>
          </p:nvSpPr>
          <p:spPr>
            <a:xfrm>
              <a:off x="17991272" y="14722226"/>
              <a:ext cx="4349004" cy="831646"/>
            </a:xfrm>
            <a:prstGeom prst="rect">
              <a:avLst/>
            </a:prstGeom>
            <a:solidFill>
              <a:schemeClr val="accent1">
                <a:hueOff val="114395"/>
                <a:lumOff val="-24975"/>
              </a:schemeClr>
            </a:solidFill>
            <a:ln w="3937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874" tIns="7874" rIns="7874" bIns="7874" anchor="ctr"/>
            <a:lstStyle>
              <a:lvl1pPr defTabSz="82550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 algn="ctr" defTabSz="412750" hangingPunct="0"/>
              <a:r>
                <a:rPr sz="694" kern="0" dirty="0"/>
                <a:t>Surface Ocean</a:t>
              </a:r>
            </a:p>
          </p:txBody>
        </p:sp>
        <p:sp>
          <p:nvSpPr>
            <p:cNvPr id="5100" name="Rectangle">
              <a:extLst>
                <a:ext uri="{FF2B5EF4-FFF2-40B4-BE49-F238E27FC236}">
                  <a16:creationId xmlns:a16="http://schemas.microsoft.com/office/drawing/2014/main" id="{0B1AC90D-30C1-B531-9483-203792B867CE}"/>
                </a:ext>
              </a:extLst>
            </p:cNvPr>
            <p:cNvSpPr/>
            <p:nvPr/>
          </p:nvSpPr>
          <p:spPr>
            <a:xfrm>
              <a:off x="14907725" y="14723767"/>
              <a:ext cx="7436078" cy="828564"/>
            </a:xfrm>
            <a:prstGeom prst="rect">
              <a:avLst/>
            </a:prstGeom>
            <a:ln w="19685">
              <a:solidFill>
                <a:srgbClr val="000000"/>
              </a:solidFill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101" name="Line">
              <a:extLst>
                <a:ext uri="{FF2B5EF4-FFF2-40B4-BE49-F238E27FC236}">
                  <a16:creationId xmlns:a16="http://schemas.microsoft.com/office/drawing/2014/main" id="{7D84F9D7-D2E7-AD5E-B16C-B57C7587C160}"/>
                </a:ext>
              </a:extLst>
            </p:cNvPr>
            <p:cNvSpPr/>
            <p:nvPr/>
          </p:nvSpPr>
          <p:spPr>
            <a:xfrm>
              <a:off x="14580865" y="12612318"/>
              <a:ext cx="590850" cy="2095450"/>
            </a:xfrm>
            <a:prstGeom prst="line">
              <a:avLst/>
            </a:prstGeom>
            <a:ln w="23622">
              <a:solidFill>
                <a:schemeClr val="accent1">
                  <a:lumMod val="60000"/>
                  <a:lumOff val="40000"/>
                </a:schemeClr>
              </a:solidFill>
              <a:miter lim="400000"/>
              <a:tailEnd type="triangle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102" name="Shape">
              <a:extLst>
                <a:ext uri="{FF2B5EF4-FFF2-40B4-BE49-F238E27FC236}">
                  <a16:creationId xmlns:a16="http://schemas.microsoft.com/office/drawing/2014/main" id="{81974BB9-B78E-838D-FCBD-A81DF85296D8}"/>
                </a:ext>
              </a:extLst>
            </p:cNvPr>
            <p:cNvSpPr/>
            <p:nvPr/>
          </p:nvSpPr>
          <p:spPr>
            <a:xfrm>
              <a:off x="17142679" y="13344795"/>
              <a:ext cx="591566" cy="209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03" y="0"/>
                  </a:moveTo>
                  <a:cubicBezTo>
                    <a:pt x="7967" y="0"/>
                    <a:pt x="5720" y="2939"/>
                    <a:pt x="4858" y="7062"/>
                  </a:cubicBezTo>
                  <a:cubicBezTo>
                    <a:pt x="4628" y="6992"/>
                    <a:pt x="4391" y="6953"/>
                    <a:pt x="4150" y="6953"/>
                  </a:cubicBezTo>
                  <a:cubicBezTo>
                    <a:pt x="1857" y="6953"/>
                    <a:pt x="0" y="10233"/>
                    <a:pt x="0" y="14278"/>
                  </a:cubicBezTo>
                  <a:cubicBezTo>
                    <a:pt x="0" y="18323"/>
                    <a:pt x="1857" y="21600"/>
                    <a:pt x="4150" y="21600"/>
                  </a:cubicBezTo>
                  <a:cubicBezTo>
                    <a:pt x="4193" y="21600"/>
                    <a:pt x="4237" y="21597"/>
                    <a:pt x="4280" y="21594"/>
                  </a:cubicBezTo>
                  <a:lnTo>
                    <a:pt x="10532" y="21597"/>
                  </a:lnTo>
                  <a:cubicBezTo>
                    <a:pt x="10555" y="21598"/>
                    <a:pt x="10579" y="21600"/>
                    <a:pt x="10603" y="21600"/>
                  </a:cubicBezTo>
                  <a:cubicBezTo>
                    <a:pt x="10626" y="21600"/>
                    <a:pt x="10648" y="21598"/>
                    <a:pt x="10672" y="21597"/>
                  </a:cubicBezTo>
                  <a:lnTo>
                    <a:pt x="18141" y="21600"/>
                  </a:lnTo>
                  <a:cubicBezTo>
                    <a:pt x="20051" y="21600"/>
                    <a:pt x="21600" y="18868"/>
                    <a:pt x="21600" y="15496"/>
                  </a:cubicBezTo>
                  <a:cubicBezTo>
                    <a:pt x="21600" y="12124"/>
                    <a:pt x="20051" y="9389"/>
                    <a:pt x="18141" y="9389"/>
                  </a:cubicBezTo>
                  <a:cubicBezTo>
                    <a:pt x="17627" y="9389"/>
                    <a:pt x="17139" y="9589"/>
                    <a:pt x="16701" y="9943"/>
                  </a:cubicBezTo>
                  <a:cubicBezTo>
                    <a:pt x="16453" y="4379"/>
                    <a:pt x="13819" y="0"/>
                    <a:pt x="10603" y="0"/>
                  </a:cubicBezTo>
                  <a:close/>
                </a:path>
              </a:pathLst>
            </a:custGeom>
            <a:solidFill>
              <a:srgbClr val="FFFFFF"/>
            </a:solidFill>
            <a:ln w="23622">
              <a:solidFill>
                <a:srgbClr val="5E5E5E"/>
              </a:solidFill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103" name="Shape">
              <a:extLst>
                <a:ext uri="{FF2B5EF4-FFF2-40B4-BE49-F238E27FC236}">
                  <a16:creationId xmlns:a16="http://schemas.microsoft.com/office/drawing/2014/main" id="{1436D1B9-500E-A126-86CF-24A4F56A203A}"/>
                </a:ext>
              </a:extLst>
            </p:cNvPr>
            <p:cNvSpPr/>
            <p:nvPr/>
          </p:nvSpPr>
          <p:spPr>
            <a:xfrm>
              <a:off x="16699197" y="13822214"/>
              <a:ext cx="591566" cy="2093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03" y="0"/>
                  </a:moveTo>
                  <a:cubicBezTo>
                    <a:pt x="7967" y="0"/>
                    <a:pt x="5720" y="2939"/>
                    <a:pt x="4858" y="7062"/>
                  </a:cubicBezTo>
                  <a:cubicBezTo>
                    <a:pt x="4628" y="6992"/>
                    <a:pt x="4391" y="6953"/>
                    <a:pt x="4150" y="6953"/>
                  </a:cubicBezTo>
                  <a:cubicBezTo>
                    <a:pt x="1857" y="6953"/>
                    <a:pt x="0" y="10233"/>
                    <a:pt x="0" y="14278"/>
                  </a:cubicBezTo>
                  <a:cubicBezTo>
                    <a:pt x="0" y="18323"/>
                    <a:pt x="1857" y="21600"/>
                    <a:pt x="4150" y="21600"/>
                  </a:cubicBezTo>
                  <a:cubicBezTo>
                    <a:pt x="4193" y="21600"/>
                    <a:pt x="4237" y="21597"/>
                    <a:pt x="4280" y="21594"/>
                  </a:cubicBezTo>
                  <a:lnTo>
                    <a:pt x="10532" y="21597"/>
                  </a:lnTo>
                  <a:cubicBezTo>
                    <a:pt x="10555" y="21598"/>
                    <a:pt x="10579" y="21600"/>
                    <a:pt x="10603" y="21600"/>
                  </a:cubicBezTo>
                  <a:cubicBezTo>
                    <a:pt x="10626" y="21600"/>
                    <a:pt x="10648" y="21598"/>
                    <a:pt x="10672" y="21597"/>
                  </a:cubicBezTo>
                  <a:lnTo>
                    <a:pt x="18141" y="21600"/>
                  </a:lnTo>
                  <a:cubicBezTo>
                    <a:pt x="20051" y="21600"/>
                    <a:pt x="21600" y="18868"/>
                    <a:pt x="21600" y="15496"/>
                  </a:cubicBezTo>
                  <a:cubicBezTo>
                    <a:pt x="21600" y="12124"/>
                    <a:pt x="20051" y="9389"/>
                    <a:pt x="18141" y="9389"/>
                  </a:cubicBezTo>
                  <a:cubicBezTo>
                    <a:pt x="17627" y="9389"/>
                    <a:pt x="17139" y="9589"/>
                    <a:pt x="16701" y="9943"/>
                  </a:cubicBezTo>
                  <a:cubicBezTo>
                    <a:pt x="16453" y="4379"/>
                    <a:pt x="13819" y="0"/>
                    <a:pt x="10603" y="0"/>
                  </a:cubicBezTo>
                  <a:close/>
                </a:path>
              </a:pathLst>
            </a:custGeom>
            <a:solidFill>
              <a:srgbClr val="FFFFFF"/>
            </a:solidFill>
            <a:ln w="23622">
              <a:solidFill>
                <a:srgbClr val="5E5E5E"/>
              </a:solidFill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104" name="Volcano">
              <a:extLst>
                <a:ext uri="{FF2B5EF4-FFF2-40B4-BE49-F238E27FC236}">
                  <a16:creationId xmlns:a16="http://schemas.microsoft.com/office/drawing/2014/main" id="{550CF53D-8354-9883-C9DB-55FD96880393}"/>
                </a:ext>
              </a:extLst>
            </p:cNvPr>
            <p:cNvSpPr/>
            <p:nvPr/>
          </p:nvSpPr>
          <p:spPr>
            <a:xfrm>
              <a:off x="16043320" y="14337903"/>
              <a:ext cx="766355" cy="3294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453" y="0"/>
                  </a:moveTo>
                  <a:cubicBezTo>
                    <a:pt x="9378" y="0"/>
                    <a:pt x="9303" y="84"/>
                    <a:pt x="9260" y="235"/>
                  </a:cubicBezTo>
                  <a:cubicBezTo>
                    <a:pt x="5303" y="13781"/>
                    <a:pt x="0" y="21600"/>
                    <a:pt x="0" y="21600"/>
                  </a:cubicBezTo>
                  <a:lnTo>
                    <a:pt x="21600" y="21600"/>
                  </a:lnTo>
                  <a:cubicBezTo>
                    <a:pt x="21600" y="21600"/>
                    <a:pt x="16303" y="13781"/>
                    <a:pt x="12340" y="235"/>
                  </a:cubicBezTo>
                  <a:cubicBezTo>
                    <a:pt x="12297" y="84"/>
                    <a:pt x="12227" y="0"/>
                    <a:pt x="12147" y="0"/>
                  </a:cubicBezTo>
                  <a:lnTo>
                    <a:pt x="9453" y="0"/>
                  </a:lnTo>
                  <a:close/>
                  <a:moveTo>
                    <a:pt x="9759" y="1223"/>
                  </a:moveTo>
                  <a:lnTo>
                    <a:pt x="11856" y="1223"/>
                  </a:lnTo>
                  <a:cubicBezTo>
                    <a:pt x="11931" y="1223"/>
                    <a:pt x="12002" y="1312"/>
                    <a:pt x="12039" y="1462"/>
                  </a:cubicBezTo>
                  <a:cubicBezTo>
                    <a:pt x="12346" y="2588"/>
                    <a:pt x="12765" y="4040"/>
                    <a:pt x="13034" y="4753"/>
                  </a:cubicBezTo>
                  <a:cubicBezTo>
                    <a:pt x="13276" y="5391"/>
                    <a:pt x="12921" y="5903"/>
                    <a:pt x="12684" y="5390"/>
                  </a:cubicBezTo>
                  <a:cubicBezTo>
                    <a:pt x="12475" y="4927"/>
                    <a:pt x="12270" y="4251"/>
                    <a:pt x="12147" y="3838"/>
                  </a:cubicBezTo>
                  <a:cubicBezTo>
                    <a:pt x="12012" y="3401"/>
                    <a:pt x="11803" y="3587"/>
                    <a:pt x="11846" y="4100"/>
                  </a:cubicBezTo>
                  <a:cubicBezTo>
                    <a:pt x="11943" y="5276"/>
                    <a:pt x="12416" y="8667"/>
                    <a:pt x="12540" y="9530"/>
                  </a:cubicBezTo>
                  <a:cubicBezTo>
                    <a:pt x="12669" y="10393"/>
                    <a:pt x="12260" y="10619"/>
                    <a:pt x="12147" y="9944"/>
                  </a:cubicBezTo>
                  <a:cubicBezTo>
                    <a:pt x="11889" y="8405"/>
                    <a:pt x="11454" y="4966"/>
                    <a:pt x="11303" y="3315"/>
                  </a:cubicBezTo>
                  <a:cubicBezTo>
                    <a:pt x="11260" y="2802"/>
                    <a:pt x="10974" y="2911"/>
                    <a:pt x="10974" y="3424"/>
                  </a:cubicBezTo>
                  <a:cubicBezTo>
                    <a:pt x="10974" y="3937"/>
                    <a:pt x="11050" y="5765"/>
                    <a:pt x="11130" y="7716"/>
                  </a:cubicBezTo>
                  <a:cubicBezTo>
                    <a:pt x="11168" y="8579"/>
                    <a:pt x="10679" y="8730"/>
                    <a:pt x="10646" y="7704"/>
                  </a:cubicBezTo>
                  <a:cubicBezTo>
                    <a:pt x="10625" y="7004"/>
                    <a:pt x="10599" y="6540"/>
                    <a:pt x="10582" y="5965"/>
                  </a:cubicBezTo>
                  <a:cubicBezTo>
                    <a:pt x="10561" y="5277"/>
                    <a:pt x="10292" y="5288"/>
                    <a:pt x="10211" y="5863"/>
                  </a:cubicBezTo>
                  <a:cubicBezTo>
                    <a:pt x="9974" y="7564"/>
                    <a:pt x="9845" y="8130"/>
                    <a:pt x="9710" y="8642"/>
                  </a:cubicBezTo>
                  <a:cubicBezTo>
                    <a:pt x="9528" y="9343"/>
                    <a:pt x="9183" y="8918"/>
                    <a:pt x="9307" y="8267"/>
                  </a:cubicBezTo>
                  <a:cubicBezTo>
                    <a:pt x="9495" y="7304"/>
                    <a:pt x="9894" y="4676"/>
                    <a:pt x="10050" y="3287"/>
                  </a:cubicBezTo>
                  <a:cubicBezTo>
                    <a:pt x="10104" y="2812"/>
                    <a:pt x="9904" y="2526"/>
                    <a:pt x="9759" y="3014"/>
                  </a:cubicBezTo>
                  <a:cubicBezTo>
                    <a:pt x="9496" y="3889"/>
                    <a:pt x="9394" y="4265"/>
                    <a:pt x="9055" y="5066"/>
                  </a:cubicBezTo>
                  <a:cubicBezTo>
                    <a:pt x="8856" y="5529"/>
                    <a:pt x="8550" y="5063"/>
                    <a:pt x="8732" y="4413"/>
                  </a:cubicBezTo>
                  <a:cubicBezTo>
                    <a:pt x="9044" y="3312"/>
                    <a:pt x="9350" y="2399"/>
                    <a:pt x="9571" y="1474"/>
                  </a:cubicBezTo>
                  <a:cubicBezTo>
                    <a:pt x="9609" y="1311"/>
                    <a:pt x="9684" y="1223"/>
                    <a:pt x="9759" y="1223"/>
                  </a:cubicBezTo>
                  <a:close/>
                </a:path>
              </a:pathLst>
            </a:custGeom>
            <a:solidFill>
              <a:srgbClr val="000000"/>
            </a:solidFill>
            <a:ln w="3937"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105" name="Connection Line">
              <a:extLst>
                <a:ext uri="{FF2B5EF4-FFF2-40B4-BE49-F238E27FC236}">
                  <a16:creationId xmlns:a16="http://schemas.microsoft.com/office/drawing/2014/main" id="{80A2EA6A-DD27-F4B3-E8C0-0DFFDE6D6CDF}"/>
                </a:ext>
              </a:extLst>
            </p:cNvPr>
            <p:cNvSpPr/>
            <p:nvPr/>
          </p:nvSpPr>
          <p:spPr>
            <a:xfrm>
              <a:off x="16140908" y="13116425"/>
              <a:ext cx="302504" cy="10694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29" h="21600" extrusionOk="0">
                  <a:moveTo>
                    <a:pt x="13586" y="21600"/>
                  </a:moveTo>
                  <a:cubicBezTo>
                    <a:pt x="-5371" y="7994"/>
                    <a:pt x="-4490" y="794"/>
                    <a:pt x="16229" y="0"/>
                  </a:cubicBezTo>
                </a:path>
              </a:pathLst>
            </a:custGeom>
            <a:ln w="7874">
              <a:solidFill>
                <a:srgbClr val="000000"/>
              </a:solidFill>
              <a:miter lim="400000"/>
            </a:ln>
          </p:spPr>
          <p:txBody>
            <a:bodyPr wrap="none" lIns="28346" tIns="14173" rIns="28346" bIns="14173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106" name="Line">
              <a:extLst>
                <a:ext uri="{FF2B5EF4-FFF2-40B4-BE49-F238E27FC236}">
                  <a16:creationId xmlns:a16="http://schemas.microsoft.com/office/drawing/2014/main" id="{819F2469-A2FA-26AA-D204-87F33946BCC9}"/>
                </a:ext>
              </a:extLst>
            </p:cNvPr>
            <p:cNvSpPr/>
            <p:nvPr/>
          </p:nvSpPr>
          <p:spPr>
            <a:xfrm flipV="1">
              <a:off x="16896055" y="11912196"/>
              <a:ext cx="221566" cy="1012415"/>
            </a:xfrm>
            <a:prstGeom prst="line">
              <a:avLst/>
            </a:prstGeom>
            <a:ln w="23622">
              <a:solidFill>
                <a:schemeClr val="accent1">
                  <a:lumMod val="60000"/>
                  <a:lumOff val="40000"/>
                </a:schemeClr>
              </a:solidFill>
              <a:miter lim="400000"/>
              <a:tailEnd type="triangle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107" name="Line">
              <a:extLst>
                <a:ext uri="{FF2B5EF4-FFF2-40B4-BE49-F238E27FC236}">
                  <a16:creationId xmlns:a16="http://schemas.microsoft.com/office/drawing/2014/main" id="{9E56FC79-9DDB-DCA8-811B-D224F4C8A4BE}"/>
                </a:ext>
              </a:extLst>
            </p:cNvPr>
            <p:cNvSpPr/>
            <p:nvPr/>
          </p:nvSpPr>
          <p:spPr>
            <a:xfrm>
              <a:off x="19245972" y="14021429"/>
              <a:ext cx="157379" cy="659369"/>
            </a:xfrm>
            <a:prstGeom prst="line">
              <a:avLst/>
            </a:prstGeom>
            <a:ln w="23622">
              <a:solidFill>
                <a:schemeClr val="accent2"/>
              </a:solidFill>
              <a:miter lim="400000"/>
              <a:tailEnd type="triangle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108" name="Line">
              <a:extLst>
                <a:ext uri="{FF2B5EF4-FFF2-40B4-BE49-F238E27FC236}">
                  <a16:creationId xmlns:a16="http://schemas.microsoft.com/office/drawing/2014/main" id="{FD6F8A13-5AA9-1870-4784-1BFE530F8758}"/>
                </a:ext>
              </a:extLst>
            </p:cNvPr>
            <p:cNvSpPr/>
            <p:nvPr/>
          </p:nvSpPr>
          <p:spPr>
            <a:xfrm flipV="1">
              <a:off x="17004962" y="11910283"/>
              <a:ext cx="598630" cy="2754571"/>
            </a:xfrm>
            <a:prstGeom prst="line">
              <a:avLst/>
            </a:prstGeom>
            <a:ln w="23622">
              <a:solidFill>
                <a:schemeClr val="accent1">
                  <a:lumMod val="60000"/>
                  <a:lumOff val="40000"/>
                </a:schemeClr>
              </a:solidFill>
              <a:miter lim="400000"/>
              <a:tailEnd type="triangle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109" name="Gear">
              <a:extLst>
                <a:ext uri="{FF2B5EF4-FFF2-40B4-BE49-F238E27FC236}">
                  <a16:creationId xmlns:a16="http://schemas.microsoft.com/office/drawing/2014/main" id="{F0E8CF1F-C5DE-38FB-4852-1BA9AC004783}"/>
                </a:ext>
              </a:extLst>
            </p:cNvPr>
            <p:cNvSpPr/>
            <p:nvPr/>
          </p:nvSpPr>
          <p:spPr>
            <a:xfrm>
              <a:off x="17551287" y="14078910"/>
              <a:ext cx="637759" cy="6349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9" extrusionOk="0">
                  <a:moveTo>
                    <a:pt x="9384" y="0"/>
                  </a:moveTo>
                  <a:cubicBezTo>
                    <a:pt x="9373" y="0"/>
                    <a:pt x="9237" y="27"/>
                    <a:pt x="9075" y="54"/>
                  </a:cubicBezTo>
                  <a:lnTo>
                    <a:pt x="7468" y="445"/>
                  </a:lnTo>
                  <a:cubicBezTo>
                    <a:pt x="7312" y="494"/>
                    <a:pt x="7177" y="531"/>
                    <a:pt x="7166" y="537"/>
                  </a:cubicBezTo>
                  <a:cubicBezTo>
                    <a:pt x="7161" y="542"/>
                    <a:pt x="7154" y="677"/>
                    <a:pt x="7154" y="840"/>
                  </a:cubicBezTo>
                  <a:lnTo>
                    <a:pt x="7166" y="1761"/>
                  </a:lnTo>
                  <a:cubicBezTo>
                    <a:pt x="7166" y="1924"/>
                    <a:pt x="7047" y="2119"/>
                    <a:pt x="6902" y="2190"/>
                  </a:cubicBezTo>
                  <a:lnTo>
                    <a:pt x="6151" y="2574"/>
                  </a:lnTo>
                  <a:cubicBezTo>
                    <a:pt x="6006" y="2655"/>
                    <a:pt x="5778" y="2644"/>
                    <a:pt x="5649" y="2547"/>
                  </a:cubicBezTo>
                  <a:lnTo>
                    <a:pt x="4900" y="2010"/>
                  </a:lnTo>
                  <a:cubicBezTo>
                    <a:pt x="4765" y="1913"/>
                    <a:pt x="4651" y="1842"/>
                    <a:pt x="4645" y="1848"/>
                  </a:cubicBezTo>
                  <a:cubicBezTo>
                    <a:pt x="4640" y="1853"/>
                    <a:pt x="4527" y="1941"/>
                    <a:pt x="4398" y="2044"/>
                  </a:cubicBezTo>
                  <a:lnTo>
                    <a:pt x="3162" y="3116"/>
                  </a:lnTo>
                  <a:cubicBezTo>
                    <a:pt x="3043" y="3230"/>
                    <a:pt x="2941" y="3327"/>
                    <a:pt x="2936" y="3333"/>
                  </a:cubicBezTo>
                  <a:cubicBezTo>
                    <a:pt x="2930" y="3338"/>
                    <a:pt x="2990" y="3462"/>
                    <a:pt x="3065" y="3609"/>
                  </a:cubicBezTo>
                  <a:lnTo>
                    <a:pt x="3490" y="4401"/>
                  </a:lnTo>
                  <a:cubicBezTo>
                    <a:pt x="3566" y="4548"/>
                    <a:pt x="3551" y="4769"/>
                    <a:pt x="3448" y="4899"/>
                  </a:cubicBezTo>
                  <a:lnTo>
                    <a:pt x="2909" y="5648"/>
                  </a:lnTo>
                  <a:cubicBezTo>
                    <a:pt x="2817" y="5783"/>
                    <a:pt x="2612" y="5879"/>
                    <a:pt x="2450" y="5858"/>
                  </a:cubicBezTo>
                  <a:lnTo>
                    <a:pt x="1548" y="5739"/>
                  </a:lnTo>
                  <a:cubicBezTo>
                    <a:pt x="1386" y="5717"/>
                    <a:pt x="1251" y="5707"/>
                    <a:pt x="1246" y="5712"/>
                  </a:cubicBezTo>
                  <a:cubicBezTo>
                    <a:pt x="1241" y="5717"/>
                    <a:pt x="1181" y="5848"/>
                    <a:pt x="1111" y="6000"/>
                  </a:cubicBezTo>
                  <a:lnTo>
                    <a:pt x="518" y="7483"/>
                  </a:lnTo>
                  <a:cubicBezTo>
                    <a:pt x="464" y="7640"/>
                    <a:pt x="420" y="7776"/>
                    <a:pt x="415" y="7781"/>
                  </a:cubicBezTo>
                  <a:cubicBezTo>
                    <a:pt x="415" y="7792"/>
                    <a:pt x="523" y="7874"/>
                    <a:pt x="658" y="7966"/>
                  </a:cubicBezTo>
                  <a:lnTo>
                    <a:pt x="1381" y="8454"/>
                  </a:lnTo>
                  <a:cubicBezTo>
                    <a:pt x="1516" y="8546"/>
                    <a:pt x="1602" y="8752"/>
                    <a:pt x="1570" y="8914"/>
                  </a:cubicBezTo>
                  <a:lnTo>
                    <a:pt x="1420" y="9944"/>
                  </a:lnTo>
                  <a:cubicBezTo>
                    <a:pt x="1404" y="10106"/>
                    <a:pt x="1263" y="10291"/>
                    <a:pt x="1106" y="10345"/>
                  </a:cubicBezTo>
                  <a:lnTo>
                    <a:pt x="280" y="10648"/>
                  </a:lnTo>
                  <a:cubicBezTo>
                    <a:pt x="123" y="10702"/>
                    <a:pt x="0" y="10758"/>
                    <a:pt x="0" y="10769"/>
                  </a:cubicBezTo>
                  <a:cubicBezTo>
                    <a:pt x="0" y="10779"/>
                    <a:pt x="6" y="10919"/>
                    <a:pt x="17" y="11082"/>
                  </a:cubicBezTo>
                  <a:lnTo>
                    <a:pt x="167" y="12626"/>
                  </a:lnTo>
                  <a:cubicBezTo>
                    <a:pt x="194" y="12789"/>
                    <a:pt x="210" y="12930"/>
                    <a:pt x="216" y="12941"/>
                  </a:cubicBezTo>
                  <a:cubicBezTo>
                    <a:pt x="216" y="12952"/>
                    <a:pt x="350" y="12974"/>
                    <a:pt x="518" y="12990"/>
                  </a:cubicBezTo>
                  <a:lnTo>
                    <a:pt x="1354" y="13082"/>
                  </a:lnTo>
                  <a:cubicBezTo>
                    <a:pt x="1516" y="13098"/>
                    <a:pt x="1688" y="13245"/>
                    <a:pt x="1737" y="13402"/>
                  </a:cubicBezTo>
                  <a:lnTo>
                    <a:pt x="2121" y="14501"/>
                  </a:lnTo>
                  <a:cubicBezTo>
                    <a:pt x="2181" y="14653"/>
                    <a:pt x="2142" y="14881"/>
                    <a:pt x="2028" y="15000"/>
                  </a:cubicBezTo>
                  <a:lnTo>
                    <a:pt x="1457" y="15624"/>
                  </a:lnTo>
                  <a:cubicBezTo>
                    <a:pt x="1349" y="15743"/>
                    <a:pt x="1258" y="15850"/>
                    <a:pt x="1263" y="15856"/>
                  </a:cubicBezTo>
                  <a:cubicBezTo>
                    <a:pt x="1268" y="15861"/>
                    <a:pt x="1338" y="15986"/>
                    <a:pt x="1425" y="16127"/>
                  </a:cubicBezTo>
                  <a:lnTo>
                    <a:pt x="2256" y="17380"/>
                  </a:lnTo>
                  <a:cubicBezTo>
                    <a:pt x="2353" y="17510"/>
                    <a:pt x="2440" y="17623"/>
                    <a:pt x="2445" y="17634"/>
                  </a:cubicBezTo>
                  <a:cubicBezTo>
                    <a:pt x="2450" y="17639"/>
                    <a:pt x="2579" y="17595"/>
                    <a:pt x="2730" y="17535"/>
                  </a:cubicBezTo>
                  <a:lnTo>
                    <a:pt x="3490" y="17232"/>
                  </a:lnTo>
                  <a:cubicBezTo>
                    <a:pt x="3641" y="17173"/>
                    <a:pt x="3863" y="17216"/>
                    <a:pt x="3976" y="17336"/>
                  </a:cubicBezTo>
                  <a:lnTo>
                    <a:pt x="4905" y="18192"/>
                  </a:lnTo>
                  <a:cubicBezTo>
                    <a:pt x="5029" y="18295"/>
                    <a:pt x="5100" y="18511"/>
                    <a:pt x="5062" y="18673"/>
                  </a:cubicBezTo>
                  <a:lnTo>
                    <a:pt x="4851" y="19476"/>
                  </a:lnTo>
                  <a:cubicBezTo>
                    <a:pt x="4808" y="19633"/>
                    <a:pt x="4780" y="19769"/>
                    <a:pt x="4785" y="19774"/>
                  </a:cubicBezTo>
                  <a:cubicBezTo>
                    <a:pt x="4791" y="19780"/>
                    <a:pt x="4915" y="19850"/>
                    <a:pt x="5055" y="19937"/>
                  </a:cubicBezTo>
                  <a:lnTo>
                    <a:pt x="6345" y="20631"/>
                  </a:lnTo>
                  <a:cubicBezTo>
                    <a:pt x="6491" y="20701"/>
                    <a:pt x="6621" y="20761"/>
                    <a:pt x="6632" y="20766"/>
                  </a:cubicBezTo>
                  <a:cubicBezTo>
                    <a:pt x="6637" y="20772"/>
                    <a:pt x="6735" y="20668"/>
                    <a:pt x="6843" y="20543"/>
                  </a:cubicBezTo>
                  <a:lnTo>
                    <a:pt x="7370" y="19932"/>
                  </a:lnTo>
                  <a:cubicBezTo>
                    <a:pt x="7478" y="19807"/>
                    <a:pt x="7694" y="19742"/>
                    <a:pt x="7851" y="19791"/>
                  </a:cubicBezTo>
                  <a:lnTo>
                    <a:pt x="9136" y="20116"/>
                  </a:lnTo>
                  <a:cubicBezTo>
                    <a:pt x="9298" y="20149"/>
                    <a:pt x="9459" y="20306"/>
                    <a:pt x="9497" y="20468"/>
                  </a:cubicBezTo>
                  <a:lnTo>
                    <a:pt x="9680" y="21259"/>
                  </a:lnTo>
                  <a:cubicBezTo>
                    <a:pt x="9718" y="21422"/>
                    <a:pt x="9756" y="21552"/>
                    <a:pt x="9761" y="21552"/>
                  </a:cubicBezTo>
                  <a:cubicBezTo>
                    <a:pt x="9767" y="21552"/>
                    <a:pt x="9911" y="21562"/>
                    <a:pt x="10073" y="21573"/>
                  </a:cubicBezTo>
                  <a:lnTo>
                    <a:pt x="10500" y="21595"/>
                  </a:lnTo>
                  <a:cubicBezTo>
                    <a:pt x="10662" y="21600"/>
                    <a:pt x="10931" y="21600"/>
                    <a:pt x="11098" y="21595"/>
                  </a:cubicBezTo>
                  <a:lnTo>
                    <a:pt x="11525" y="21573"/>
                  </a:lnTo>
                  <a:cubicBezTo>
                    <a:pt x="11687" y="21562"/>
                    <a:pt x="11828" y="21552"/>
                    <a:pt x="11839" y="21552"/>
                  </a:cubicBezTo>
                  <a:cubicBezTo>
                    <a:pt x="11849" y="21552"/>
                    <a:pt x="11882" y="21416"/>
                    <a:pt x="11920" y="21259"/>
                  </a:cubicBezTo>
                  <a:lnTo>
                    <a:pt x="12103" y="20468"/>
                  </a:lnTo>
                  <a:cubicBezTo>
                    <a:pt x="12141" y="20306"/>
                    <a:pt x="12302" y="20149"/>
                    <a:pt x="12464" y="20116"/>
                  </a:cubicBezTo>
                  <a:lnTo>
                    <a:pt x="13749" y="19791"/>
                  </a:lnTo>
                  <a:cubicBezTo>
                    <a:pt x="13906" y="19742"/>
                    <a:pt x="14120" y="19807"/>
                    <a:pt x="14228" y="19932"/>
                  </a:cubicBezTo>
                  <a:lnTo>
                    <a:pt x="14757" y="20543"/>
                  </a:lnTo>
                  <a:cubicBezTo>
                    <a:pt x="14865" y="20668"/>
                    <a:pt x="14957" y="20767"/>
                    <a:pt x="14968" y="20766"/>
                  </a:cubicBezTo>
                  <a:cubicBezTo>
                    <a:pt x="14974" y="20761"/>
                    <a:pt x="15102" y="20701"/>
                    <a:pt x="15253" y="20631"/>
                  </a:cubicBezTo>
                  <a:lnTo>
                    <a:pt x="16543" y="19937"/>
                  </a:lnTo>
                  <a:cubicBezTo>
                    <a:pt x="16683" y="19850"/>
                    <a:pt x="16802" y="19780"/>
                    <a:pt x="16813" y="19774"/>
                  </a:cubicBezTo>
                  <a:cubicBezTo>
                    <a:pt x="16818" y="19769"/>
                    <a:pt x="16792" y="19633"/>
                    <a:pt x="16749" y="19476"/>
                  </a:cubicBezTo>
                  <a:lnTo>
                    <a:pt x="16538" y="18673"/>
                  </a:lnTo>
                  <a:cubicBezTo>
                    <a:pt x="16495" y="18516"/>
                    <a:pt x="16565" y="18301"/>
                    <a:pt x="16695" y="18192"/>
                  </a:cubicBezTo>
                  <a:lnTo>
                    <a:pt x="17622" y="17336"/>
                  </a:lnTo>
                  <a:cubicBezTo>
                    <a:pt x="17736" y="17216"/>
                    <a:pt x="17957" y="17173"/>
                    <a:pt x="18108" y="17232"/>
                  </a:cubicBezTo>
                  <a:lnTo>
                    <a:pt x="18868" y="17535"/>
                  </a:lnTo>
                  <a:cubicBezTo>
                    <a:pt x="19019" y="17595"/>
                    <a:pt x="19150" y="17639"/>
                    <a:pt x="19155" y="17634"/>
                  </a:cubicBezTo>
                  <a:cubicBezTo>
                    <a:pt x="19160" y="17628"/>
                    <a:pt x="19247" y="17515"/>
                    <a:pt x="19344" y="17380"/>
                  </a:cubicBezTo>
                  <a:lnTo>
                    <a:pt x="20175" y="16127"/>
                  </a:lnTo>
                  <a:cubicBezTo>
                    <a:pt x="20262" y="15986"/>
                    <a:pt x="20332" y="15861"/>
                    <a:pt x="20337" y="15856"/>
                  </a:cubicBezTo>
                  <a:cubicBezTo>
                    <a:pt x="20342" y="15850"/>
                    <a:pt x="20256" y="15743"/>
                    <a:pt x="20143" y="15624"/>
                  </a:cubicBezTo>
                  <a:lnTo>
                    <a:pt x="19570" y="14989"/>
                  </a:lnTo>
                  <a:cubicBezTo>
                    <a:pt x="19462" y="14869"/>
                    <a:pt x="19419" y="14642"/>
                    <a:pt x="19479" y="14491"/>
                  </a:cubicBezTo>
                  <a:lnTo>
                    <a:pt x="19862" y="13390"/>
                  </a:lnTo>
                  <a:cubicBezTo>
                    <a:pt x="19910" y="13233"/>
                    <a:pt x="20082" y="13088"/>
                    <a:pt x="20244" y="13072"/>
                  </a:cubicBezTo>
                  <a:lnTo>
                    <a:pt x="21081" y="12978"/>
                  </a:lnTo>
                  <a:cubicBezTo>
                    <a:pt x="21243" y="12962"/>
                    <a:pt x="21379" y="12940"/>
                    <a:pt x="21384" y="12929"/>
                  </a:cubicBezTo>
                  <a:cubicBezTo>
                    <a:pt x="21384" y="12918"/>
                    <a:pt x="21404" y="12784"/>
                    <a:pt x="21431" y="12616"/>
                  </a:cubicBezTo>
                  <a:lnTo>
                    <a:pt x="21583" y="11072"/>
                  </a:lnTo>
                  <a:cubicBezTo>
                    <a:pt x="21594" y="10909"/>
                    <a:pt x="21600" y="10767"/>
                    <a:pt x="21600" y="10757"/>
                  </a:cubicBezTo>
                  <a:cubicBezTo>
                    <a:pt x="21584" y="10757"/>
                    <a:pt x="21460" y="10702"/>
                    <a:pt x="21303" y="10648"/>
                  </a:cubicBezTo>
                  <a:lnTo>
                    <a:pt x="20477" y="10345"/>
                  </a:lnTo>
                  <a:cubicBezTo>
                    <a:pt x="20321" y="10291"/>
                    <a:pt x="20180" y="10106"/>
                    <a:pt x="20163" y="9944"/>
                  </a:cubicBezTo>
                  <a:lnTo>
                    <a:pt x="20013" y="8914"/>
                  </a:lnTo>
                  <a:cubicBezTo>
                    <a:pt x="19981" y="8752"/>
                    <a:pt x="20067" y="8546"/>
                    <a:pt x="20202" y="8454"/>
                  </a:cubicBezTo>
                  <a:lnTo>
                    <a:pt x="20926" y="7966"/>
                  </a:lnTo>
                  <a:cubicBezTo>
                    <a:pt x="21060" y="7874"/>
                    <a:pt x="21174" y="7792"/>
                    <a:pt x="21168" y="7781"/>
                  </a:cubicBezTo>
                  <a:cubicBezTo>
                    <a:pt x="21168" y="7770"/>
                    <a:pt x="21119" y="7640"/>
                    <a:pt x="21065" y="7483"/>
                  </a:cubicBezTo>
                  <a:lnTo>
                    <a:pt x="20472" y="6000"/>
                  </a:lnTo>
                  <a:cubicBezTo>
                    <a:pt x="20402" y="5848"/>
                    <a:pt x="20342" y="5723"/>
                    <a:pt x="20337" y="5712"/>
                  </a:cubicBezTo>
                  <a:cubicBezTo>
                    <a:pt x="20332" y="5701"/>
                    <a:pt x="20197" y="5717"/>
                    <a:pt x="20035" y="5739"/>
                  </a:cubicBezTo>
                  <a:lnTo>
                    <a:pt x="19133" y="5858"/>
                  </a:lnTo>
                  <a:cubicBezTo>
                    <a:pt x="18971" y="5879"/>
                    <a:pt x="18761" y="5788"/>
                    <a:pt x="18674" y="5648"/>
                  </a:cubicBezTo>
                  <a:lnTo>
                    <a:pt x="18135" y="4899"/>
                  </a:lnTo>
                  <a:cubicBezTo>
                    <a:pt x="18032" y="4769"/>
                    <a:pt x="18017" y="4548"/>
                    <a:pt x="18093" y="4401"/>
                  </a:cubicBezTo>
                  <a:lnTo>
                    <a:pt x="18518" y="3609"/>
                  </a:lnTo>
                  <a:cubicBezTo>
                    <a:pt x="18593" y="3462"/>
                    <a:pt x="18653" y="3338"/>
                    <a:pt x="18647" y="3333"/>
                  </a:cubicBezTo>
                  <a:cubicBezTo>
                    <a:pt x="18642" y="3327"/>
                    <a:pt x="18540" y="3230"/>
                    <a:pt x="18422" y="3116"/>
                  </a:cubicBezTo>
                  <a:lnTo>
                    <a:pt x="17186" y="2044"/>
                  </a:lnTo>
                  <a:cubicBezTo>
                    <a:pt x="17056" y="1941"/>
                    <a:pt x="16943" y="1853"/>
                    <a:pt x="16938" y="1848"/>
                  </a:cubicBezTo>
                  <a:cubicBezTo>
                    <a:pt x="16932" y="1842"/>
                    <a:pt x="16813" y="1918"/>
                    <a:pt x="16683" y="2010"/>
                  </a:cubicBezTo>
                  <a:lnTo>
                    <a:pt x="15934" y="2547"/>
                  </a:lnTo>
                  <a:cubicBezTo>
                    <a:pt x="15800" y="2644"/>
                    <a:pt x="15572" y="2655"/>
                    <a:pt x="15432" y="2574"/>
                  </a:cubicBezTo>
                  <a:lnTo>
                    <a:pt x="14682" y="2190"/>
                  </a:lnTo>
                  <a:cubicBezTo>
                    <a:pt x="14531" y="2119"/>
                    <a:pt x="14411" y="1929"/>
                    <a:pt x="14417" y="1761"/>
                  </a:cubicBezTo>
                  <a:lnTo>
                    <a:pt x="14429" y="840"/>
                  </a:lnTo>
                  <a:cubicBezTo>
                    <a:pt x="14429" y="677"/>
                    <a:pt x="14428" y="537"/>
                    <a:pt x="14417" y="537"/>
                  </a:cubicBezTo>
                  <a:cubicBezTo>
                    <a:pt x="14411" y="531"/>
                    <a:pt x="14272" y="494"/>
                    <a:pt x="14115" y="445"/>
                  </a:cubicBezTo>
                  <a:lnTo>
                    <a:pt x="12508" y="54"/>
                  </a:lnTo>
                  <a:cubicBezTo>
                    <a:pt x="12346" y="22"/>
                    <a:pt x="12205" y="0"/>
                    <a:pt x="12200" y="0"/>
                  </a:cubicBezTo>
                  <a:cubicBezTo>
                    <a:pt x="12189" y="0"/>
                    <a:pt x="12125" y="120"/>
                    <a:pt x="12049" y="266"/>
                  </a:cubicBezTo>
                  <a:lnTo>
                    <a:pt x="11628" y="1096"/>
                  </a:lnTo>
                  <a:cubicBezTo>
                    <a:pt x="11552" y="1242"/>
                    <a:pt x="11358" y="1355"/>
                    <a:pt x="11196" y="1350"/>
                  </a:cubicBezTo>
                  <a:lnTo>
                    <a:pt x="10387" y="1350"/>
                  </a:lnTo>
                  <a:cubicBezTo>
                    <a:pt x="10225" y="1355"/>
                    <a:pt x="10025" y="1242"/>
                    <a:pt x="9955" y="1096"/>
                  </a:cubicBezTo>
                  <a:lnTo>
                    <a:pt x="9534" y="266"/>
                  </a:lnTo>
                  <a:cubicBezTo>
                    <a:pt x="9458" y="120"/>
                    <a:pt x="9394" y="0"/>
                    <a:pt x="9384" y="0"/>
                  </a:cubicBezTo>
                  <a:close/>
                  <a:moveTo>
                    <a:pt x="10792" y="5820"/>
                  </a:moveTo>
                  <a:cubicBezTo>
                    <a:pt x="13533" y="5820"/>
                    <a:pt x="15761" y="8053"/>
                    <a:pt x="15761" y="10811"/>
                  </a:cubicBezTo>
                  <a:cubicBezTo>
                    <a:pt x="15761" y="13569"/>
                    <a:pt x="13533" y="15801"/>
                    <a:pt x="10792" y="15801"/>
                  </a:cubicBezTo>
                  <a:cubicBezTo>
                    <a:pt x="8051" y="15801"/>
                    <a:pt x="5822" y="13569"/>
                    <a:pt x="5822" y="10811"/>
                  </a:cubicBezTo>
                  <a:cubicBezTo>
                    <a:pt x="5822" y="8053"/>
                    <a:pt x="8045" y="5820"/>
                    <a:pt x="10792" y="5820"/>
                  </a:cubicBezTo>
                  <a:close/>
                  <a:moveTo>
                    <a:pt x="10792" y="7592"/>
                  </a:moveTo>
                  <a:cubicBezTo>
                    <a:pt x="9016" y="7592"/>
                    <a:pt x="7581" y="9033"/>
                    <a:pt x="7581" y="10816"/>
                  </a:cubicBezTo>
                  <a:cubicBezTo>
                    <a:pt x="7581" y="12593"/>
                    <a:pt x="9016" y="14040"/>
                    <a:pt x="10792" y="14040"/>
                  </a:cubicBezTo>
                  <a:cubicBezTo>
                    <a:pt x="12567" y="14040"/>
                    <a:pt x="14002" y="12599"/>
                    <a:pt x="14002" y="10816"/>
                  </a:cubicBezTo>
                  <a:cubicBezTo>
                    <a:pt x="14002" y="9033"/>
                    <a:pt x="12567" y="7592"/>
                    <a:pt x="10792" y="7592"/>
                  </a:cubicBezTo>
                  <a:close/>
                </a:path>
              </a:pathLst>
            </a:custGeom>
            <a:solidFill>
              <a:srgbClr val="000000"/>
            </a:solidFill>
            <a:ln w="3937"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110" name="Gear">
              <a:extLst>
                <a:ext uri="{FF2B5EF4-FFF2-40B4-BE49-F238E27FC236}">
                  <a16:creationId xmlns:a16="http://schemas.microsoft.com/office/drawing/2014/main" id="{FC768BEA-7EAE-0ECC-371B-5DE937CF4773}"/>
                </a:ext>
              </a:extLst>
            </p:cNvPr>
            <p:cNvSpPr/>
            <p:nvPr/>
          </p:nvSpPr>
          <p:spPr>
            <a:xfrm>
              <a:off x="17114088" y="13485781"/>
              <a:ext cx="637756" cy="6349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9" extrusionOk="0">
                  <a:moveTo>
                    <a:pt x="9384" y="0"/>
                  </a:moveTo>
                  <a:cubicBezTo>
                    <a:pt x="9373" y="0"/>
                    <a:pt x="9237" y="27"/>
                    <a:pt x="9075" y="54"/>
                  </a:cubicBezTo>
                  <a:lnTo>
                    <a:pt x="7468" y="445"/>
                  </a:lnTo>
                  <a:cubicBezTo>
                    <a:pt x="7312" y="494"/>
                    <a:pt x="7177" y="531"/>
                    <a:pt x="7166" y="537"/>
                  </a:cubicBezTo>
                  <a:cubicBezTo>
                    <a:pt x="7161" y="542"/>
                    <a:pt x="7154" y="677"/>
                    <a:pt x="7154" y="840"/>
                  </a:cubicBezTo>
                  <a:lnTo>
                    <a:pt x="7166" y="1761"/>
                  </a:lnTo>
                  <a:cubicBezTo>
                    <a:pt x="7166" y="1924"/>
                    <a:pt x="7047" y="2119"/>
                    <a:pt x="6902" y="2190"/>
                  </a:cubicBezTo>
                  <a:lnTo>
                    <a:pt x="6151" y="2574"/>
                  </a:lnTo>
                  <a:cubicBezTo>
                    <a:pt x="6006" y="2655"/>
                    <a:pt x="5778" y="2644"/>
                    <a:pt x="5649" y="2547"/>
                  </a:cubicBezTo>
                  <a:lnTo>
                    <a:pt x="4900" y="2010"/>
                  </a:lnTo>
                  <a:cubicBezTo>
                    <a:pt x="4765" y="1913"/>
                    <a:pt x="4651" y="1842"/>
                    <a:pt x="4645" y="1848"/>
                  </a:cubicBezTo>
                  <a:cubicBezTo>
                    <a:pt x="4640" y="1853"/>
                    <a:pt x="4527" y="1941"/>
                    <a:pt x="4398" y="2044"/>
                  </a:cubicBezTo>
                  <a:lnTo>
                    <a:pt x="3162" y="3116"/>
                  </a:lnTo>
                  <a:cubicBezTo>
                    <a:pt x="3043" y="3230"/>
                    <a:pt x="2941" y="3327"/>
                    <a:pt x="2936" y="3333"/>
                  </a:cubicBezTo>
                  <a:cubicBezTo>
                    <a:pt x="2930" y="3338"/>
                    <a:pt x="2990" y="3462"/>
                    <a:pt x="3065" y="3609"/>
                  </a:cubicBezTo>
                  <a:lnTo>
                    <a:pt x="3490" y="4401"/>
                  </a:lnTo>
                  <a:cubicBezTo>
                    <a:pt x="3566" y="4548"/>
                    <a:pt x="3551" y="4769"/>
                    <a:pt x="3448" y="4899"/>
                  </a:cubicBezTo>
                  <a:lnTo>
                    <a:pt x="2909" y="5648"/>
                  </a:lnTo>
                  <a:cubicBezTo>
                    <a:pt x="2817" y="5783"/>
                    <a:pt x="2612" y="5879"/>
                    <a:pt x="2450" y="5858"/>
                  </a:cubicBezTo>
                  <a:lnTo>
                    <a:pt x="1548" y="5739"/>
                  </a:lnTo>
                  <a:cubicBezTo>
                    <a:pt x="1386" y="5717"/>
                    <a:pt x="1251" y="5707"/>
                    <a:pt x="1246" y="5712"/>
                  </a:cubicBezTo>
                  <a:cubicBezTo>
                    <a:pt x="1241" y="5717"/>
                    <a:pt x="1181" y="5848"/>
                    <a:pt x="1111" y="6000"/>
                  </a:cubicBezTo>
                  <a:lnTo>
                    <a:pt x="518" y="7483"/>
                  </a:lnTo>
                  <a:cubicBezTo>
                    <a:pt x="464" y="7640"/>
                    <a:pt x="420" y="7776"/>
                    <a:pt x="415" y="7781"/>
                  </a:cubicBezTo>
                  <a:cubicBezTo>
                    <a:pt x="415" y="7792"/>
                    <a:pt x="523" y="7874"/>
                    <a:pt x="658" y="7966"/>
                  </a:cubicBezTo>
                  <a:lnTo>
                    <a:pt x="1381" y="8454"/>
                  </a:lnTo>
                  <a:cubicBezTo>
                    <a:pt x="1516" y="8546"/>
                    <a:pt x="1602" y="8752"/>
                    <a:pt x="1570" y="8914"/>
                  </a:cubicBezTo>
                  <a:lnTo>
                    <a:pt x="1420" y="9944"/>
                  </a:lnTo>
                  <a:cubicBezTo>
                    <a:pt x="1404" y="10106"/>
                    <a:pt x="1263" y="10291"/>
                    <a:pt x="1106" y="10345"/>
                  </a:cubicBezTo>
                  <a:lnTo>
                    <a:pt x="280" y="10648"/>
                  </a:lnTo>
                  <a:cubicBezTo>
                    <a:pt x="123" y="10702"/>
                    <a:pt x="0" y="10758"/>
                    <a:pt x="0" y="10769"/>
                  </a:cubicBezTo>
                  <a:cubicBezTo>
                    <a:pt x="0" y="10779"/>
                    <a:pt x="6" y="10919"/>
                    <a:pt x="17" y="11082"/>
                  </a:cubicBezTo>
                  <a:lnTo>
                    <a:pt x="167" y="12626"/>
                  </a:lnTo>
                  <a:cubicBezTo>
                    <a:pt x="194" y="12789"/>
                    <a:pt x="210" y="12930"/>
                    <a:pt x="216" y="12941"/>
                  </a:cubicBezTo>
                  <a:cubicBezTo>
                    <a:pt x="216" y="12952"/>
                    <a:pt x="350" y="12974"/>
                    <a:pt x="518" y="12990"/>
                  </a:cubicBezTo>
                  <a:lnTo>
                    <a:pt x="1354" y="13082"/>
                  </a:lnTo>
                  <a:cubicBezTo>
                    <a:pt x="1516" y="13098"/>
                    <a:pt x="1688" y="13245"/>
                    <a:pt x="1737" y="13402"/>
                  </a:cubicBezTo>
                  <a:lnTo>
                    <a:pt x="2121" y="14501"/>
                  </a:lnTo>
                  <a:cubicBezTo>
                    <a:pt x="2181" y="14653"/>
                    <a:pt x="2142" y="14881"/>
                    <a:pt x="2028" y="15000"/>
                  </a:cubicBezTo>
                  <a:lnTo>
                    <a:pt x="1457" y="15624"/>
                  </a:lnTo>
                  <a:cubicBezTo>
                    <a:pt x="1349" y="15743"/>
                    <a:pt x="1258" y="15850"/>
                    <a:pt x="1263" y="15856"/>
                  </a:cubicBezTo>
                  <a:cubicBezTo>
                    <a:pt x="1268" y="15861"/>
                    <a:pt x="1338" y="15986"/>
                    <a:pt x="1425" y="16127"/>
                  </a:cubicBezTo>
                  <a:lnTo>
                    <a:pt x="2256" y="17380"/>
                  </a:lnTo>
                  <a:cubicBezTo>
                    <a:pt x="2353" y="17510"/>
                    <a:pt x="2440" y="17623"/>
                    <a:pt x="2445" y="17634"/>
                  </a:cubicBezTo>
                  <a:cubicBezTo>
                    <a:pt x="2450" y="17639"/>
                    <a:pt x="2579" y="17595"/>
                    <a:pt x="2730" y="17535"/>
                  </a:cubicBezTo>
                  <a:lnTo>
                    <a:pt x="3490" y="17232"/>
                  </a:lnTo>
                  <a:cubicBezTo>
                    <a:pt x="3641" y="17173"/>
                    <a:pt x="3863" y="17216"/>
                    <a:pt x="3976" y="17336"/>
                  </a:cubicBezTo>
                  <a:lnTo>
                    <a:pt x="4905" y="18192"/>
                  </a:lnTo>
                  <a:cubicBezTo>
                    <a:pt x="5029" y="18295"/>
                    <a:pt x="5100" y="18511"/>
                    <a:pt x="5062" y="18673"/>
                  </a:cubicBezTo>
                  <a:lnTo>
                    <a:pt x="4851" y="19476"/>
                  </a:lnTo>
                  <a:cubicBezTo>
                    <a:pt x="4808" y="19633"/>
                    <a:pt x="4780" y="19769"/>
                    <a:pt x="4785" y="19774"/>
                  </a:cubicBezTo>
                  <a:cubicBezTo>
                    <a:pt x="4791" y="19780"/>
                    <a:pt x="4915" y="19850"/>
                    <a:pt x="5055" y="19937"/>
                  </a:cubicBezTo>
                  <a:lnTo>
                    <a:pt x="6345" y="20631"/>
                  </a:lnTo>
                  <a:cubicBezTo>
                    <a:pt x="6491" y="20701"/>
                    <a:pt x="6621" y="20761"/>
                    <a:pt x="6632" y="20766"/>
                  </a:cubicBezTo>
                  <a:cubicBezTo>
                    <a:pt x="6637" y="20772"/>
                    <a:pt x="6735" y="20668"/>
                    <a:pt x="6843" y="20543"/>
                  </a:cubicBezTo>
                  <a:lnTo>
                    <a:pt x="7370" y="19932"/>
                  </a:lnTo>
                  <a:cubicBezTo>
                    <a:pt x="7478" y="19807"/>
                    <a:pt x="7694" y="19742"/>
                    <a:pt x="7851" y="19791"/>
                  </a:cubicBezTo>
                  <a:lnTo>
                    <a:pt x="9136" y="20116"/>
                  </a:lnTo>
                  <a:cubicBezTo>
                    <a:pt x="9298" y="20149"/>
                    <a:pt x="9459" y="20306"/>
                    <a:pt x="9497" y="20468"/>
                  </a:cubicBezTo>
                  <a:lnTo>
                    <a:pt x="9680" y="21259"/>
                  </a:lnTo>
                  <a:cubicBezTo>
                    <a:pt x="9718" y="21422"/>
                    <a:pt x="9756" y="21552"/>
                    <a:pt x="9761" y="21552"/>
                  </a:cubicBezTo>
                  <a:cubicBezTo>
                    <a:pt x="9767" y="21552"/>
                    <a:pt x="9911" y="21562"/>
                    <a:pt x="10073" y="21573"/>
                  </a:cubicBezTo>
                  <a:lnTo>
                    <a:pt x="10500" y="21595"/>
                  </a:lnTo>
                  <a:cubicBezTo>
                    <a:pt x="10662" y="21600"/>
                    <a:pt x="10931" y="21600"/>
                    <a:pt x="11098" y="21595"/>
                  </a:cubicBezTo>
                  <a:lnTo>
                    <a:pt x="11525" y="21573"/>
                  </a:lnTo>
                  <a:cubicBezTo>
                    <a:pt x="11687" y="21562"/>
                    <a:pt x="11828" y="21552"/>
                    <a:pt x="11839" y="21552"/>
                  </a:cubicBezTo>
                  <a:cubicBezTo>
                    <a:pt x="11849" y="21552"/>
                    <a:pt x="11882" y="21416"/>
                    <a:pt x="11920" y="21259"/>
                  </a:cubicBezTo>
                  <a:lnTo>
                    <a:pt x="12103" y="20468"/>
                  </a:lnTo>
                  <a:cubicBezTo>
                    <a:pt x="12141" y="20306"/>
                    <a:pt x="12302" y="20149"/>
                    <a:pt x="12464" y="20116"/>
                  </a:cubicBezTo>
                  <a:lnTo>
                    <a:pt x="13749" y="19791"/>
                  </a:lnTo>
                  <a:cubicBezTo>
                    <a:pt x="13906" y="19742"/>
                    <a:pt x="14120" y="19807"/>
                    <a:pt x="14228" y="19932"/>
                  </a:cubicBezTo>
                  <a:lnTo>
                    <a:pt x="14757" y="20543"/>
                  </a:lnTo>
                  <a:cubicBezTo>
                    <a:pt x="14865" y="20668"/>
                    <a:pt x="14957" y="20767"/>
                    <a:pt x="14968" y="20766"/>
                  </a:cubicBezTo>
                  <a:cubicBezTo>
                    <a:pt x="14974" y="20761"/>
                    <a:pt x="15102" y="20701"/>
                    <a:pt x="15253" y="20631"/>
                  </a:cubicBezTo>
                  <a:lnTo>
                    <a:pt x="16543" y="19937"/>
                  </a:lnTo>
                  <a:cubicBezTo>
                    <a:pt x="16683" y="19850"/>
                    <a:pt x="16802" y="19780"/>
                    <a:pt x="16813" y="19774"/>
                  </a:cubicBezTo>
                  <a:cubicBezTo>
                    <a:pt x="16818" y="19769"/>
                    <a:pt x="16792" y="19633"/>
                    <a:pt x="16749" y="19476"/>
                  </a:cubicBezTo>
                  <a:lnTo>
                    <a:pt x="16538" y="18673"/>
                  </a:lnTo>
                  <a:cubicBezTo>
                    <a:pt x="16495" y="18516"/>
                    <a:pt x="16565" y="18301"/>
                    <a:pt x="16695" y="18192"/>
                  </a:cubicBezTo>
                  <a:lnTo>
                    <a:pt x="17622" y="17336"/>
                  </a:lnTo>
                  <a:cubicBezTo>
                    <a:pt x="17736" y="17216"/>
                    <a:pt x="17957" y="17173"/>
                    <a:pt x="18108" y="17232"/>
                  </a:cubicBezTo>
                  <a:lnTo>
                    <a:pt x="18868" y="17535"/>
                  </a:lnTo>
                  <a:cubicBezTo>
                    <a:pt x="19019" y="17595"/>
                    <a:pt x="19150" y="17639"/>
                    <a:pt x="19155" y="17634"/>
                  </a:cubicBezTo>
                  <a:cubicBezTo>
                    <a:pt x="19160" y="17628"/>
                    <a:pt x="19247" y="17515"/>
                    <a:pt x="19344" y="17380"/>
                  </a:cubicBezTo>
                  <a:lnTo>
                    <a:pt x="20175" y="16127"/>
                  </a:lnTo>
                  <a:cubicBezTo>
                    <a:pt x="20262" y="15986"/>
                    <a:pt x="20332" y="15861"/>
                    <a:pt x="20337" y="15856"/>
                  </a:cubicBezTo>
                  <a:cubicBezTo>
                    <a:pt x="20342" y="15850"/>
                    <a:pt x="20256" y="15743"/>
                    <a:pt x="20143" y="15624"/>
                  </a:cubicBezTo>
                  <a:lnTo>
                    <a:pt x="19570" y="14989"/>
                  </a:lnTo>
                  <a:cubicBezTo>
                    <a:pt x="19462" y="14869"/>
                    <a:pt x="19419" y="14642"/>
                    <a:pt x="19479" y="14491"/>
                  </a:cubicBezTo>
                  <a:lnTo>
                    <a:pt x="19862" y="13390"/>
                  </a:lnTo>
                  <a:cubicBezTo>
                    <a:pt x="19910" y="13233"/>
                    <a:pt x="20082" y="13088"/>
                    <a:pt x="20244" y="13072"/>
                  </a:cubicBezTo>
                  <a:lnTo>
                    <a:pt x="21081" y="12978"/>
                  </a:lnTo>
                  <a:cubicBezTo>
                    <a:pt x="21243" y="12962"/>
                    <a:pt x="21379" y="12940"/>
                    <a:pt x="21384" y="12929"/>
                  </a:cubicBezTo>
                  <a:cubicBezTo>
                    <a:pt x="21384" y="12918"/>
                    <a:pt x="21404" y="12784"/>
                    <a:pt x="21431" y="12616"/>
                  </a:cubicBezTo>
                  <a:lnTo>
                    <a:pt x="21583" y="11072"/>
                  </a:lnTo>
                  <a:cubicBezTo>
                    <a:pt x="21594" y="10909"/>
                    <a:pt x="21600" y="10767"/>
                    <a:pt x="21600" y="10757"/>
                  </a:cubicBezTo>
                  <a:cubicBezTo>
                    <a:pt x="21584" y="10757"/>
                    <a:pt x="21460" y="10702"/>
                    <a:pt x="21303" y="10648"/>
                  </a:cubicBezTo>
                  <a:lnTo>
                    <a:pt x="20477" y="10345"/>
                  </a:lnTo>
                  <a:cubicBezTo>
                    <a:pt x="20321" y="10291"/>
                    <a:pt x="20180" y="10106"/>
                    <a:pt x="20163" y="9944"/>
                  </a:cubicBezTo>
                  <a:lnTo>
                    <a:pt x="20013" y="8914"/>
                  </a:lnTo>
                  <a:cubicBezTo>
                    <a:pt x="19981" y="8752"/>
                    <a:pt x="20067" y="8546"/>
                    <a:pt x="20202" y="8454"/>
                  </a:cubicBezTo>
                  <a:lnTo>
                    <a:pt x="20926" y="7966"/>
                  </a:lnTo>
                  <a:cubicBezTo>
                    <a:pt x="21060" y="7874"/>
                    <a:pt x="21174" y="7792"/>
                    <a:pt x="21168" y="7781"/>
                  </a:cubicBezTo>
                  <a:cubicBezTo>
                    <a:pt x="21168" y="7770"/>
                    <a:pt x="21119" y="7640"/>
                    <a:pt x="21065" y="7483"/>
                  </a:cubicBezTo>
                  <a:lnTo>
                    <a:pt x="20472" y="6000"/>
                  </a:lnTo>
                  <a:cubicBezTo>
                    <a:pt x="20402" y="5848"/>
                    <a:pt x="20342" y="5723"/>
                    <a:pt x="20337" y="5712"/>
                  </a:cubicBezTo>
                  <a:cubicBezTo>
                    <a:pt x="20332" y="5701"/>
                    <a:pt x="20197" y="5717"/>
                    <a:pt x="20035" y="5739"/>
                  </a:cubicBezTo>
                  <a:lnTo>
                    <a:pt x="19133" y="5858"/>
                  </a:lnTo>
                  <a:cubicBezTo>
                    <a:pt x="18971" y="5879"/>
                    <a:pt x="18761" y="5788"/>
                    <a:pt x="18674" y="5648"/>
                  </a:cubicBezTo>
                  <a:lnTo>
                    <a:pt x="18135" y="4899"/>
                  </a:lnTo>
                  <a:cubicBezTo>
                    <a:pt x="18032" y="4769"/>
                    <a:pt x="18017" y="4548"/>
                    <a:pt x="18093" y="4401"/>
                  </a:cubicBezTo>
                  <a:lnTo>
                    <a:pt x="18518" y="3609"/>
                  </a:lnTo>
                  <a:cubicBezTo>
                    <a:pt x="18593" y="3462"/>
                    <a:pt x="18653" y="3338"/>
                    <a:pt x="18647" y="3333"/>
                  </a:cubicBezTo>
                  <a:cubicBezTo>
                    <a:pt x="18642" y="3327"/>
                    <a:pt x="18540" y="3230"/>
                    <a:pt x="18422" y="3116"/>
                  </a:cubicBezTo>
                  <a:lnTo>
                    <a:pt x="17186" y="2044"/>
                  </a:lnTo>
                  <a:cubicBezTo>
                    <a:pt x="17056" y="1941"/>
                    <a:pt x="16943" y="1853"/>
                    <a:pt x="16938" y="1848"/>
                  </a:cubicBezTo>
                  <a:cubicBezTo>
                    <a:pt x="16932" y="1842"/>
                    <a:pt x="16813" y="1918"/>
                    <a:pt x="16683" y="2010"/>
                  </a:cubicBezTo>
                  <a:lnTo>
                    <a:pt x="15934" y="2547"/>
                  </a:lnTo>
                  <a:cubicBezTo>
                    <a:pt x="15800" y="2644"/>
                    <a:pt x="15572" y="2655"/>
                    <a:pt x="15432" y="2574"/>
                  </a:cubicBezTo>
                  <a:lnTo>
                    <a:pt x="14682" y="2190"/>
                  </a:lnTo>
                  <a:cubicBezTo>
                    <a:pt x="14531" y="2119"/>
                    <a:pt x="14411" y="1929"/>
                    <a:pt x="14417" y="1761"/>
                  </a:cubicBezTo>
                  <a:lnTo>
                    <a:pt x="14429" y="840"/>
                  </a:lnTo>
                  <a:cubicBezTo>
                    <a:pt x="14429" y="677"/>
                    <a:pt x="14428" y="537"/>
                    <a:pt x="14417" y="537"/>
                  </a:cubicBezTo>
                  <a:cubicBezTo>
                    <a:pt x="14411" y="531"/>
                    <a:pt x="14272" y="494"/>
                    <a:pt x="14115" y="445"/>
                  </a:cubicBezTo>
                  <a:lnTo>
                    <a:pt x="12508" y="54"/>
                  </a:lnTo>
                  <a:cubicBezTo>
                    <a:pt x="12346" y="22"/>
                    <a:pt x="12205" y="0"/>
                    <a:pt x="12200" y="0"/>
                  </a:cubicBezTo>
                  <a:cubicBezTo>
                    <a:pt x="12189" y="0"/>
                    <a:pt x="12125" y="120"/>
                    <a:pt x="12049" y="266"/>
                  </a:cubicBezTo>
                  <a:lnTo>
                    <a:pt x="11628" y="1096"/>
                  </a:lnTo>
                  <a:cubicBezTo>
                    <a:pt x="11552" y="1242"/>
                    <a:pt x="11358" y="1355"/>
                    <a:pt x="11196" y="1350"/>
                  </a:cubicBezTo>
                  <a:lnTo>
                    <a:pt x="10387" y="1350"/>
                  </a:lnTo>
                  <a:cubicBezTo>
                    <a:pt x="10225" y="1355"/>
                    <a:pt x="10025" y="1242"/>
                    <a:pt x="9955" y="1096"/>
                  </a:cubicBezTo>
                  <a:lnTo>
                    <a:pt x="9534" y="266"/>
                  </a:lnTo>
                  <a:cubicBezTo>
                    <a:pt x="9458" y="120"/>
                    <a:pt x="9394" y="0"/>
                    <a:pt x="9384" y="0"/>
                  </a:cubicBezTo>
                  <a:close/>
                  <a:moveTo>
                    <a:pt x="10792" y="5820"/>
                  </a:moveTo>
                  <a:cubicBezTo>
                    <a:pt x="13533" y="5820"/>
                    <a:pt x="15761" y="8053"/>
                    <a:pt x="15761" y="10811"/>
                  </a:cubicBezTo>
                  <a:cubicBezTo>
                    <a:pt x="15761" y="13569"/>
                    <a:pt x="13533" y="15801"/>
                    <a:pt x="10792" y="15801"/>
                  </a:cubicBezTo>
                  <a:cubicBezTo>
                    <a:pt x="8051" y="15801"/>
                    <a:pt x="5822" y="13569"/>
                    <a:pt x="5822" y="10811"/>
                  </a:cubicBezTo>
                  <a:cubicBezTo>
                    <a:pt x="5822" y="8053"/>
                    <a:pt x="8045" y="5820"/>
                    <a:pt x="10792" y="5820"/>
                  </a:cubicBezTo>
                  <a:close/>
                  <a:moveTo>
                    <a:pt x="10792" y="7592"/>
                  </a:moveTo>
                  <a:cubicBezTo>
                    <a:pt x="9016" y="7592"/>
                    <a:pt x="7581" y="9033"/>
                    <a:pt x="7581" y="10816"/>
                  </a:cubicBezTo>
                  <a:cubicBezTo>
                    <a:pt x="7581" y="12593"/>
                    <a:pt x="9016" y="14040"/>
                    <a:pt x="10792" y="14040"/>
                  </a:cubicBezTo>
                  <a:cubicBezTo>
                    <a:pt x="12567" y="14040"/>
                    <a:pt x="14002" y="12599"/>
                    <a:pt x="14002" y="10816"/>
                  </a:cubicBezTo>
                  <a:cubicBezTo>
                    <a:pt x="14002" y="9033"/>
                    <a:pt x="12567" y="7592"/>
                    <a:pt x="10792" y="7592"/>
                  </a:cubicBezTo>
                  <a:close/>
                </a:path>
              </a:pathLst>
            </a:custGeom>
            <a:solidFill>
              <a:srgbClr val="000000"/>
            </a:solidFill>
            <a:ln w="3937"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111" name="Deep Ocean">
              <a:extLst>
                <a:ext uri="{FF2B5EF4-FFF2-40B4-BE49-F238E27FC236}">
                  <a16:creationId xmlns:a16="http://schemas.microsoft.com/office/drawing/2014/main" id="{DEB869FE-5A9E-9C2E-8B03-2E34CE3FDDB9}"/>
                </a:ext>
              </a:extLst>
            </p:cNvPr>
            <p:cNvSpPr/>
            <p:nvPr/>
          </p:nvSpPr>
          <p:spPr>
            <a:xfrm>
              <a:off x="16611979" y="15617214"/>
              <a:ext cx="5718297" cy="1023979"/>
            </a:xfrm>
            <a:prstGeom prst="rect">
              <a:avLst/>
            </a:prstGeom>
            <a:solidFill>
              <a:schemeClr val="accent1">
                <a:hueOff val="114395"/>
                <a:lumOff val="-24975"/>
              </a:schemeClr>
            </a:solidFill>
            <a:ln w="3937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874" tIns="7874" rIns="7874" bIns="7874" anchor="ctr"/>
            <a:lstStyle>
              <a:lvl1pPr defTabSz="82550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 algn="ctr" defTabSz="412750" hangingPunct="0"/>
              <a:r>
                <a:rPr lang="en-US" sz="694" kern="0" dirty="0"/>
                <a:t>Middle</a:t>
              </a:r>
              <a:r>
                <a:rPr sz="694" kern="0" dirty="0"/>
                <a:t> Ocean</a:t>
              </a:r>
            </a:p>
          </p:txBody>
        </p:sp>
        <p:sp>
          <p:nvSpPr>
            <p:cNvPr id="5112" name="Line">
              <a:extLst>
                <a:ext uri="{FF2B5EF4-FFF2-40B4-BE49-F238E27FC236}">
                  <a16:creationId xmlns:a16="http://schemas.microsoft.com/office/drawing/2014/main" id="{0A1ED825-01AB-2F4A-A62B-658975FFED52}"/>
                </a:ext>
              </a:extLst>
            </p:cNvPr>
            <p:cNvSpPr/>
            <p:nvPr/>
          </p:nvSpPr>
          <p:spPr>
            <a:xfrm>
              <a:off x="21096642" y="15330344"/>
              <a:ext cx="215129" cy="960692"/>
            </a:xfrm>
            <a:prstGeom prst="line">
              <a:avLst/>
            </a:prstGeom>
            <a:ln w="23622">
              <a:solidFill>
                <a:schemeClr val="accent2"/>
              </a:solidFill>
              <a:miter lim="400000"/>
              <a:tailEnd type="triangle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113" name="Deep Ocean">
              <a:extLst>
                <a:ext uri="{FF2B5EF4-FFF2-40B4-BE49-F238E27FC236}">
                  <a16:creationId xmlns:a16="http://schemas.microsoft.com/office/drawing/2014/main" id="{84AF6308-04B9-D99E-30EB-F8805DA89BDE}"/>
                </a:ext>
              </a:extLst>
            </p:cNvPr>
            <p:cNvSpPr/>
            <p:nvPr/>
          </p:nvSpPr>
          <p:spPr>
            <a:xfrm>
              <a:off x="15313131" y="16671640"/>
              <a:ext cx="7009563" cy="996770"/>
            </a:xfrm>
            <a:prstGeom prst="rect">
              <a:avLst/>
            </a:prstGeom>
            <a:solidFill>
              <a:schemeClr val="accent1">
                <a:hueOff val="114395"/>
                <a:lumOff val="-24975"/>
              </a:schemeClr>
            </a:solidFill>
            <a:ln w="3937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874" tIns="7874" rIns="7874" bIns="7874" anchor="ctr"/>
            <a:lstStyle>
              <a:lvl1pPr defTabSz="82550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 algn="ctr" defTabSz="412750" hangingPunct="0"/>
              <a:r>
                <a:rPr sz="694" kern="0"/>
                <a:t>Deep Ocean</a:t>
              </a:r>
            </a:p>
          </p:txBody>
        </p:sp>
        <p:sp>
          <p:nvSpPr>
            <p:cNvPr id="5114" name="Line">
              <a:extLst>
                <a:ext uri="{FF2B5EF4-FFF2-40B4-BE49-F238E27FC236}">
                  <a16:creationId xmlns:a16="http://schemas.microsoft.com/office/drawing/2014/main" id="{758756B2-EC03-A904-3FAA-7C3BA4F52DC4}"/>
                </a:ext>
              </a:extLst>
            </p:cNvPr>
            <p:cNvSpPr/>
            <p:nvPr/>
          </p:nvSpPr>
          <p:spPr>
            <a:xfrm>
              <a:off x="20224602" y="16469199"/>
              <a:ext cx="215129" cy="960692"/>
            </a:xfrm>
            <a:prstGeom prst="line">
              <a:avLst/>
            </a:prstGeom>
            <a:ln w="23622">
              <a:solidFill>
                <a:schemeClr val="accent2"/>
              </a:solidFill>
              <a:miter lim="400000"/>
              <a:tailEnd type="triangle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115" name="Gear">
              <a:extLst>
                <a:ext uri="{FF2B5EF4-FFF2-40B4-BE49-F238E27FC236}">
                  <a16:creationId xmlns:a16="http://schemas.microsoft.com/office/drawing/2014/main" id="{B48746A7-C774-768C-3D13-5FFCD97E91F1}"/>
                </a:ext>
              </a:extLst>
            </p:cNvPr>
            <p:cNvSpPr/>
            <p:nvPr/>
          </p:nvSpPr>
          <p:spPr>
            <a:xfrm>
              <a:off x="16408811" y="12841044"/>
              <a:ext cx="637759" cy="6349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9" extrusionOk="0">
                  <a:moveTo>
                    <a:pt x="9384" y="0"/>
                  </a:moveTo>
                  <a:cubicBezTo>
                    <a:pt x="9373" y="0"/>
                    <a:pt x="9237" y="27"/>
                    <a:pt x="9075" y="54"/>
                  </a:cubicBezTo>
                  <a:lnTo>
                    <a:pt x="7468" y="445"/>
                  </a:lnTo>
                  <a:cubicBezTo>
                    <a:pt x="7312" y="494"/>
                    <a:pt x="7177" y="531"/>
                    <a:pt x="7166" y="537"/>
                  </a:cubicBezTo>
                  <a:cubicBezTo>
                    <a:pt x="7161" y="542"/>
                    <a:pt x="7154" y="677"/>
                    <a:pt x="7154" y="840"/>
                  </a:cubicBezTo>
                  <a:lnTo>
                    <a:pt x="7166" y="1761"/>
                  </a:lnTo>
                  <a:cubicBezTo>
                    <a:pt x="7166" y="1924"/>
                    <a:pt x="7047" y="2119"/>
                    <a:pt x="6902" y="2190"/>
                  </a:cubicBezTo>
                  <a:lnTo>
                    <a:pt x="6151" y="2574"/>
                  </a:lnTo>
                  <a:cubicBezTo>
                    <a:pt x="6006" y="2655"/>
                    <a:pt x="5778" y="2644"/>
                    <a:pt x="5649" y="2547"/>
                  </a:cubicBezTo>
                  <a:lnTo>
                    <a:pt x="4900" y="2010"/>
                  </a:lnTo>
                  <a:cubicBezTo>
                    <a:pt x="4765" y="1913"/>
                    <a:pt x="4651" y="1842"/>
                    <a:pt x="4645" y="1848"/>
                  </a:cubicBezTo>
                  <a:cubicBezTo>
                    <a:pt x="4640" y="1853"/>
                    <a:pt x="4527" y="1941"/>
                    <a:pt x="4398" y="2044"/>
                  </a:cubicBezTo>
                  <a:lnTo>
                    <a:pt x="3162" y="3116"/>
                  </a:lnTo>
                  <a:cubicBezTo>
                    <a:pt x="3043" y="3230"/>
                    <a:pt x="2941" y="3327"/>
                    <a:pt x="2936" y="3333"/>
                  </a:cubicBezTo>
                  <a:cubicBezTo>
                    <a:pt x="2930" y="3338"/>
                    <a:pt x="2990" y="3462"/>
                    <a:pt x="3065" y="3609"/>
                  </a:cubicBezTo>
                  <a:lnTo>
                    <a:pt x="3490" y="4401"/>
                  </a:lnTo>
                  <a:cubicBezTo>
                    <a:pt x="3566" y="4548"/>
                    <a:pt x="3551" y="4769"/>
                    <a:pt x="3448" y="4899"/>
                  </a:cubicBezTo>
                  <a:lnTo>
                    <a:pt x="2909" y="5648"/>
                  </a:lnTo>
                  <a:cubicBezTo>
                    <a:pt x="2817" y="5783"/>
                    <a:pt x="2612" y="5879"/>
                    <a:pt x="2450" y="5858"/>
                  </a:cubicBezTo>
                  <a:lnTo>
                    <a:pt x="1548" y="5739"/>
                  </a:lnTo>
                  <a:cubicBezTo>
                    <a:pt x="1386" y="5717"/>
                    <a:pt x="1251" y="5707"/>
                    <a:pt x="1246" y="5712"/>
                  </a:cubicBezTo>
                  <a:cubicBezTo>
                    <a:pt x="1241" y="5717"/>
                    <a:pt x="1181" y="5848"/>
                    <a:pt x="1111" y="6000"/>
                  </a:cubicBezTo>
                  <a:lnTo>
                    <a:pt x="518" y="7483"/>
                  </a:lnTo>
                  <a:cubicBezTo>
                    <a:pt x="464" y="7640"/>
                    <a:pt x="420" y="7776"/>
                    <a:pt x="415" y="7781"/>
                  </a:cubicBezTo>
                  <a:cubicBezTo>
                    <a:pt x="415" y="7792"/>
                    <a:pt x="523" y="7874"/>
                    <a:pt x="658" y="7966"/>
                  </a:cubicBezTo>
                  <a:lnTo>
                    <a:pt x="1381" y="8454"/>
                  </a:lnTo>
                  <a:cubicBezTo>
                    <a:pt x="1516" y="8546"/>
                    <a:pt x="1602" y="8752"/>
                    <a:pt x="1570" y="8914"/>
                  </a:cubicBezTo>
                  <a:lnTo>
                    <a:pt x="1420" y="9944"/>
                  </a:lnTo>
                  <a:cubicBezTo>
                    <a:pt x="1404" y="10106"/>
                    <a:pt x="1263" y="10291"/>
                    <a:pt x="1106" y="10345"/>
                  </a:cubicBezTo>
                  <a:lnTo>
                    <a:pt x="280" y="10648"/>
                  </a:lnTo>
                  <a:cubicBezTo>
                    <a:pt x="123" y="10702"/>
                    <a:pt x="0" y="10758"/>
                    <a:pt x="0" y="10769"/>
                  </a:cubicBezTo>
                  <a:cubicBezTo>
                    <a:pt x="0" y="10779"/>
                    <a:pt x="6" y="10919"/>
                    <a:pt x="17" y="11082"/>
                  </a:cubicBezTo>
                  <a:lnTo>
                    <a:pt x="167" y="12626"/>
                  </a:lnTo>
                  <a:cubicBezTo>
                    <a:pt x="194" y="12789"/>
                    <a:pt x="210" y="12930"/>
                    <a:pt x="216" y="12941"/>
                  </a:cubicBezTo>
                  <a:cubicBezTo>
                    <a:pt x="216" y="12952"/>
                    <a:pt x="350" y="12974"/>
                    <a:pt x="518" y="12990"/>
                  </a:cubicBezTo>
                  <a:lnTo>
                    <a:pt x="1354" y="13082"/>
                  </a:lnTo>
                  <a:cubicBezTo>
                    <a:pt x="1516" y="13098"/>
                    <a:pt x="1688" y="13245"/>
                    <a:pt x="1737" y="13402"/>
                  </a:cubicBezTo>
                  <a:lnTo>
                    <a:pt x="2121" y="14501"/>
                  </a:lnTo>
                  <a:cubicBezTo>
                    <a:pt x="2181" y="14653"/>
                    <a:pt x="2142" y="14881"/>
                    <a:pt x="2028" y="15000"/>
                  </a:cubicBezTo>
                  <a:lnTo>
                    <a:pt x="1457" y="15624"/>
                  </a:lnTo>
                  <a:cubicBezTo>
                    <a:pt x="1349" y="15743"/>
                    <a:pt x="1258" y="15850"/>
                    <a:pt x="1263" y="15856"/>
                  </a:cubicBezTo>
                  <a:cubicBezTo>
                    <a:pt x="1268" y="15861"/>
                    <a:pt x="1338" y="15986"/>
                    <a:pt x="1425" y="16127"/>
                  </a:cubicBezTo>
                  <a:lnTo>
                    <a:pt x="2256" y="17380"/>
                  </a:lnTo>
                  <a:cubicBezTo>
                    <a:pt x="2353" y="17510"/>
                    <a:pt x="2440" y="17623"/>
                    <a:pt x="2445" y="17634"/>
                  </a:cubicBezTo>
                  <a:cubicBezTo>
                    <a:pt x="2450" y="17639"/>
                    <a:pt x="2579" y="17595"/>
                    <a:pt x="2730" y="17535"/>
                  </a:cubicBezTo>
                  <a:lnTo>
                    <a:pt x="3490" y="17232"/>
                  </a:lnTo>
                  <a:cubicBezTo>
                    <a:pt x="3641" y="17173"/>
                    <a:pt x="3863" y="17216"/>
                    <a:pt x="3976" y="17336"/>
                  </a:cubicBezTo>
                  <a:lnTo>
                    <a:pt x="4905" y="18192"/>
                  </a:lnTo>
                  <a:cubicBezTo>
                    <a:pt x="5029" y="18295"/>
                    <a:pt x="5100" y="18511"/>
                    <a:pt x="5062" y="18673"/>
                  </a:cubicBezTo>
                  <a:lnTo>
                    <a:pt x="4851" y="19476"/>
                  </a:lnTo>
                  <a:cubicBezTo>
                    <a:pt x="4808" y="19633"/>
                    <a:pt x="4780" y="19769"/>
                    <a:pt x="4785" y="19774"/>
                  </a:cubicBezTo>
                  <a:cubicBezTo>
                    <a:pt x="4791" y="19780"/>
                    <a:pt x="4915" y="19850"/>
                    <a:pt x="5055" y="19937"/>
                  </a:cubicBezTo>
                  <a:lnTo>
                    <a:pt x="6345" y="20631"/>
                  </a:lnTo>
                  <a:cubicBezTo>
                    <a:pt x="6491" y="20701"/>
                    <a:pt x="6621" y="20761"/>
                    <a:pt x="6632" y="20766"/>
                  </a:cubicBezTo>
                  <a:cubicBezTo>
                    <a:pt x="6637" y="20772"/>
                    <a:pt x="6735" y="20668"/>
                    <a:pt x="6843" y="20543"/>
                  </a:cubicBezTo>
                  <a:lnTo>
                    <a:pt x="7370" y="19932"/>
                  </a:lnTo>
                  <a:cubicBezTo>
                    <a:pt x="7478" y="19807"/>
                    <a:pt x="7694" y="19742"/>
                    <a:pt x="7851" y="19791"/>
                  </a:cubicBezTo>
                  <a:lnTo>
                    <a:pt x="9136" y="20116"/>
                  </a:lnTo>
                  <a:cubicBezTo>
                    <a:pt x="9298" y="20149"/>
                    <a:pt x="9459" y="20306"/>
                    <a:pt x="9497" y="20468"/>
                  </a:cubicBezTo>
                  <a:lnTo>
                    <a:pt x="9680" y="21259"/>
                  </a:lnTo>
                  <a:cubicBezTo>
                    <a:pt x="9718" y="21422"/>
                    <a:pt x="9756" y="21552"/>
                    <a:pt x="9761" y="21552"/>
                  </a:cubicBezTo>
                  <a:cubicBezTo>
                    <a:pt x="9767" y="21552"/>
                    <a:pt x="9911" y="21562"/>
                    <a:pt x="10073" y="21573"/>
                  </a:cubicBezTo>
                  <a:lnTo>
                    <a:pt x="10500" y="21595"/>
                  </a:lnTo>
                  <a:cubicBezTo>
                    <a:pt x="10662" y="21600"/>
                    <a:pt x="10931" y="21600"/>
                    <a:pt x="11098" y="21595"/>
                  </a:cubicBezTo>
                  <a:lnTo>
                    <a:pt x="11525" y="21573"/>
                  </a:lnTo>
                  <a:cubicBezTo>
                    <a:pt x="11687" y="21562"/>
                    <a:pt x="11828" y="21552"/>
                    <a:pt x="11839" y="21552"/>
                  </a:cubicBezTo>
                  <a:cubicBezTo>
                    <a:pt x="11849" y="21552"/>
                    <a:pt x="11882" y="21416"/>
                    <a:pt x="11920" y="21259"/>
                  </a:cubicBezTo>
                  <a:lnTo>
                    <a:pt x="12103" y="20468"/>
                  </a:lnTo>
                  <a:cubicBezTo>
                    <a:pt x="12141" y="20306"/>
                    <a:pt x="12302" y="20149"/>
                    <a:pt x="12464" y="20116"/>
                  </a:cubicBezTo>
                  <a:lnTo>
                    <a:pt x="13749" y="19791"/>
                  </a:lnTo>
                  <a:cubicBezTo>
                    <a:pt x="13906" y="19742"/>
                    <a:pt x="14120" y="19807"/>
                    <a:pt x="14228" y="19932"/>
                  </a:cubicBezTo>
                  <a:lnTo>
                    <a:pt x="14757" y="20543"/>
                  </a:lnTo>
                  <a:cubicBezTo>
                    <a:pt x="14865" y="20668"/>
                    <a:pt x="14957" y="20767"/>
                    <a:pt x="14968" y="20766"/>
                  </a:cubicBezTo>
                  <a:cubicBezTo>
                    <a:pt x="14974" y="20761"/>
                    <a:pt x="15102" y="20701"/>
                    <a:pt x="15253" y="20631"/>
                  </a:cubicBezTo>
                  <a:lnTo>
                    <a:pt x="16543" y="19937"/>
                  </a:lnTo>
                  <a:cubicBezTo>
                    <a:pt x="16683" y="19850"/>
                    <a:pt x="16802" y="19780"/>
                    <a:pt x="16813" y="19774"/>
                  </a:cubicBezTo>
                  <a:cubicBezTo>
                    <a:pt x="16818" y="19769"/>
                    <a:pt x="16792" y="19633"/>
                    <a:pt x="16749" y="19476"/>
                  </a:cubicBezTo>
                  <a:lnTo>
                    <a:pt x="16538" y="18673"/>
                  </a:lnTo>
                  <a:cubicBezTo>
                    <a:pt x="16495" y="18516"/>
                    <a:pt x="16565" y="18301"/>
                    <a:pt x="16695" y="18192"/>
                  </a:cubicBezTo>
                  <a:lnTo>
                    <a:pt x="17622" y="17336"/>
                  </a:lnTo>
                  <a:cubicBezTo>
                    <a:pt x="17736" y="17216"/>
                    <a:pt x="17957" y="17173"/>
                    <a:pt x="18108" y="17232"/>
                  </a:cubicBezTo>
                  <a:lnTo>
                    <a:pt x="18868" y="17535"/>
                  </a:lnTo>
                  <a:cubicBezTo>
                    <a:pt x="19019" y="17595"/>
                    <a:pt x="19150" y="17639"/>
                    <a:pt x="19155" y="17634"/>
                  </a:cubicBezTo>
                  <a:cubicBezTo>
                    <a:pt x="19160" y="17628"/>
                    <a:pt x="19247" y="17515"/>
                    <a:pt x="19344" y="17380"/>
                  </a:cubicBezTo>
                  <a:lnTo>
                    <a:pt x="20175" y="16127"/>
                  </a:lnTo>
                  <a:cubicBezTo>
                    <a:pt x="20262" y="15986"/>
                    <a:pt x="20332" y="15861"/>
                    <a:pt x="20337" y="15856"/>
                  </a:cubicBezTo>
                  <a:cubicBezTo>
                    <a:pt x="20342" y="15850"/>
                    <a:pt x="20256" y="15743"/>
                    <a:pt x="20143" y="15624"/>
                  </a:cubicBezTo>
                  <a:lnTo>
                    <a:pt x="19570" y="14989"/>
                  </a:lnTo>
                  <a:cubicBezTo>
                    <a:pt x="19462" y="14869"/>
                    <a:pt x="19419" y="14642"/>
                    <a:pt x="19479" y="14491"/>
                  </a:cubicBezTo>
                  <a:lnTo>
                    <a:pt x="19862" y="13390"/>
                  </a:lnTo>
                  <a:cubicBezTo>
                    <a:pt x="19910" y="13233"/>
                    <a:pt x="20082" y="13088"/>
                    <a:pt x="20244" y="13072"/>
                  </a:cubicBezTo>
                  <a:lnTo>
                    <a:pt x="21081" y="12978"/>
                  </a:lnTo>
                  <a:cubicBezTo>
                    <a:pt x="21243" y="12962"/>
                    <a:pt x="21379" y="12940"/>
                    <a:pt x="21384" y="12929"/>
                  </a:cubicBezTo>
                  <a:cubicBezTo>
                    <a:pt x="21384" y="12918"/>
                    <a:pt x="21404" y="12784"/>
                    <a:pt x="21431" y="12616"/>
                  </a:cubicBezTo>
                  <a:lnTo>
                    <a:pt x="21583" y="11072"/>
                  </a:lnTo>
                  <a:cubicBezTo>
                    <a:pt x="21594" y="10909"/>
                    <a:pt x="21600" y="10767"/>
                    <a:pt x="21600" y="10757"/>
                  </a:cubicBezTo>
                  <a:cubicBezTo>
                    <a:pt x="21584" y="10757"/>
                    <a:pt x="21460" y="10702"/>
                    <a:pt x="21303" y="10648"/>
                  </a:cubicBezTo>
                  <a:lnTo>
                    <a:pt x="20477" y="10345"/>
                  </a:lnTo>
                  <a:cubicBezTo>
                    <a:pt x="20321" y="10291"/>
                    <a:pt x="20180" y="10106"/>
                    <a:pt x="20163" y="9944"/>
                  </a:cubicBezTo>
                  <a:lnTo>
                    <a:pt x="20013" y="8914"/>
                  </a:lnTo>
                  <a:cubicBezTo>
                    <a:pt x="19981" y="8752"/>
                    <a:pt x="20067" y="8546"/>
                    <a:pt x="20202" y="8454"/>
                  </a:cubicBezTo>
                  <a:lnTo>
                    <a:pt x="20926" y="7966"/>
                  </a:lnTo>
                  <a:cubicBezTo>
                    <a:pt x="21060" y="7874"/>
                    <a:pt x="21174" y="7792"/>
                    <a:pt x="21168" y="7781"/>
                  </a:cubicBezTo>
                  <a:cubicBezTo>
                    <a:pt x="21168" y="7770"/>
                    <a:pt x="21119" y="7640"/>
                    <a:pt x="21065" y="7483"/>
                  </a:cubicBezTo>
                  <a:lnTo>
                    <a:pt x="20472" y="6000"/>
                  </a:lnTo>
                  <a:cubicBezTo>
                    <a:pt x="20402" y="5848"/>
                    <a:pt x="20342" y="5723"/>
                    <a:pt x="20337" y="5712"/>
                  </a:cubicBezTo>
                  <a:cubicBezTo>
                    <a:pt x="20332" y="5701"/>
                    <a:pt x="20197" y="5717"/>
                    <a:pt x="20035" y="5739"/>
                  </a:cubicBezTo>
                  <a:lnTo>
                    <a:pt x="19133" y="5858"/>
                  </a:lnTo>
                  <a:cubicBezTo>
                    <a:pt x="18971" y="5879"/>
                    <a:pt x="18761" y="5788"/>
                    <a:pt x="18674" y="5648"/>
                  </a:cubicBezTo>
                  <a:lnTo>
                    <a:pt x="18135" y="4899"/>
                  </a:lnTo>
                  <a:cubicBezTo>
                    <a:pt x="18032" y="4769"/>
                    <a:pt x="18017" y="4548"/>
                    <a:pt x="18093" y="4401"/>
                  </a:cubicBezTo>
                  <a:lnTo>
                    <a:pt x="18518" y="3609"/>
                  </a:lnTo>
                  <a:cubicBezTo>
                    <a:pt x="18593" y="3462"/>
                    <a:pt x="18653" y="3338"/>
                    <a:pt x="18647" y="3333"/>
                  </a:cubicBezTo>
                  <a:cubicBezTo>
                    <a:pt x="18642" y="3327"/>
                    <a:pt x="18540" y="3230"/>
                    <a:pt x="18422" y="3116"/>
                  </a:cubicBezTo>
                  <a:lnTo>
                    <a:pt x="17186" y="2044"/>
                  </a:lnTo>
                  <a:cubicBezTo>
                    <a:pt x="17056" y="1941"/>
                    <a:pt x="16943" y="1853"/>
                    <a:pt x="16938" y="1848"/>
                  </a:cubicBezTo>
                  <a:cubicBezTo>
                    <a:pt x="16932" y="1842"/>
                    <a:pt x="16813" y="1918"/>
                    <a:pt x="16683" y="2010"/>
                  </a:cubicBezTo>
                  <a:lnTo>
                    <a:pt x="15934" y="2547"/>
                  </a:lnTo>
                  <a:cubicBezTo>
                    <a:pt x="15800" y="2644"/>
                    <a:pt x="15572" y="2655"/>
                    <a:pt x="15432" y="2574"/>
                  </a:cubicBezTo>
                  <a:lnTo>
                    <a:pt x="14682" y="2190"/>
                  </a:lnTo>
                  <a:cubicBezTo>
                    <a:pt x="14531" y="2119"/>
                    <a:pt x="14411" y="1929"/>
                    <a:pt x="14417" y="1761"/>
                  </a:cubicBezTo>
                  <a:lnTo>
                    <a:pt x="14429" y="840"/>
                  </a:lnTo>
                  <a:cubicBezTo>
                    <a:pt x="14429" y="677"/>
                    <a:pt x="14428" y="537"/>
                    <a:pt x="14417" y="537"/>
                  </a:cubicBezTo>
                  <a:cubicBezTo>
                    <a:pt x="14411" y="531"/>
                    <a:pt x="14272" y="494"/>
                    <a:pt x="14115" y="445"/>
                  </a:cubicBezTo>
                  <a:lnTo>
                    <a:pt x="12508" y="54"/>
                  </a:lnTo>
                  <a:cubicBezTo>
                    <a:pt x="12346" y="22"/>
                    <a:pt x="12205" y="0"/>
                    <a:pt x="12200" y="0"/>
                  </a:cubicBezTo>
                  <a:cubicBezTo>
                    <a:pt x="12189" y="0"/>
                    <a:pt x="12125" y="120"/>
                    <a:pt x="12049" y="266"/>
                  </a:cubicBezTo>
                  <a:lnTo>
                    <a:pt x="11628" y="1096"/>
                  </a:lnTo>
                  <a:cubicBezTo>
                    <a:pt x="11552" y="1242"/>
                    <a:pt x="11358" y="1355"/>
                    <a:pt x="11196" y="1350"/>
                  </a:cubicBezTo>
                  <a:lnTo>
                    <a:pt x="10387" y="1350"/>
                  </a:lnTo>
                  <a:cubicBezTo>
                    <a:pt x="10225" y="1355"/>
                    <a:pt x="10025" y="1242"/>
                    <a:pt x="9955" y="1096"/>
                  </a:cubicBezTo>
                  <a:lnTo>
                    <a:pt x="9534" y="266"/>
                  </a:lnTo>
                  <a:cubicBezTo>
                    <a:pt x="9458" y="120"/>
                    <a:pt x="9394" y="0"/>
                    <a:pt x="9384" y="0"/>
                  </a:cubicBezTo>
                  <a:close/>
                  <a:moveTo>
                    <a:pt x="10792" y="5820"/>
                  </a:moveTo>
                  <a:cubicBezTo>
                    <a:pt x="13533" y="5820"/>
                    <a:pt x="15761" y="8053"/>
                    <a:pt x="15761" y="10811"/>
                  </a:cubicBezTo>
                  <a:cubicBezTo>
                    <a:pt x="15761" y="13569"/>
                    <a:pt x="13533" y="15801"/>
                    <a:pt x="10792" y="15801"/>
                  </a:cubicBezTo>
                  <a:cubicBezTo>
                    <a:pt x="8051" y="15801"/>
                    <a:pt x="5822" y="13569"/>
                    <a:pt x="5822" y="10811"/>
                  </a:cubicBezTo>
                  <a:cubicBezTo>
                    <a:pt x="5822" y="8053"/>
                    <a:pt x="8045" y="5820"/>
                    <a:pt x="10792" y="5820"/>
                  </a:cubicBezTo>
                  <a:close/>
                  <a:moveTo>
                    <a:pt x="10792" y="7592"/>
                  </a:moveTo>
                  <a:cubicBezTo>
                    <a:pt x="9016" y="7592"/>
                    <a:pt x="7581" y="9033"/>
                    <a:pt x="7581" y="10816"/>
                  </a:cubicBezTo>
                  <a:cubicBezTo>
                    <a:pt x="7581" y="12593"/>
                    <a:pt x="9016" y="14040"/>
                    <a:pt x="10792" y="14040"/>
                  </a:cubicBezTo>
                  <a:cubicBezTo>
                    <a:pt x="12567" y="14040"/>
                    <a:pt x="14002" y="12599"/>
                    <a:pt x="14002" y="10816"/>
                  </a:cubicBezTo>
                  <a:cubicBezTo>
                    <a:pt x="14002" y="9033"/>
                    <a:pt x="12567" y="7592"/>
                    <a:pt x="10792" y="7592"/>
                  </a:cubicBezTo>
                  <a:close/>
                </a:path>
              </a:pathLst>
            </a:custGeom>
            <a:solidFill>
              <a:srgbClr val="000000"/>
            </a:solidFill>
            <a:ln w="3937"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116" name="Shape">
              <a:extLst>
                <a:ext uri="{FF2B5EF4-FFF2-40B4-BE49-F238E27FC236}">
                  <a16:creationId xmlns:a16="http://schemas.microsoft.com/office/drawing/2014/main" id="{26BD6187-7BB2-534C-E690-BA28A4284A92}"/>
                </a:ext>
              </a:extLst>
            </p:cNvPr>
            <p:cNvSpPr/>
            <p:nvPr/>
          </p:nvSpPr>
          <p:spPr>
            <a:xfrm>
              <a:off x="19651758" y="13208916"/>
              <a:ext cx="591566" cy="1186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03" y="0"/>
                  </a:moveTo>
                  <a:cubicBezTo>
                    <a:pt x="7967" y="0"/>
                    <a:pt x="5720" y="2939"/>
                    <a:pt x="4858" y="7062"/>
                  </a:cubicBezTo>
                  <a:cubicBezTo>
                    <a:pt x="4628" y="6992"/>
                    <a:pt x="4391" y="6953"/>
                    <a:pt x="4150" y="6953"/>
                  </a:cubicBezTo>
                  <a:cubicBezTo>
                    <a:pt x="1857" y="6953"/>
                    <a:pt x="0" y="10233"/>
                    <a:pt x="0" y="14278"/>
                  </a:cubicBezTo>
                  <a:cubicBezTo>
                    <a:pt x="0" y="18323"/>
                    <a:pt x="1857" y="21600"/>
                    <a:pt x="4150" y="21600"/>
                  </a:cubicBezTo>
                  <a:cubicBezTo>
                    <a:pt x="4193" y="21600"/>
                    <a:pt x="4237" y="21597"/>
                    <a:pt x="4280" y="21594"/>
                  </a:cubicBezTo>
                  <a:lnTo>
                    <a:pt x="10532" y="21597"/>
                  </a:lnTo>
                  <a:cubicBezTo>
                    <a:pt x="10555" y="21598"/>
                    <a:pt x="10579" y="21600"/>
                    <a:pt x="10603" y="21600"/>
                  </a:cubicBezTo>
                  <a:cubicBezTo>
                    <a:pt x="10626" y="21600"/>
                    <a:pt x="10648" y="21598"/>
                    <a:pt x="10672" y="21597"/>
                  </a:cubicBezTo>
                  <a:lnTo>
                    <a:pt x="18141" y="21600"/>
                  </a:lnTo>
                  <a:cubicBezTo>
                    <a:pt x="20051" y="21600"/>
                    <a:pt x="21600" y="18868"/>
                    <a:pt x="21600" y="15496"/>
                  </a:cubicBezTo>
                  <a:cubicBezTo>
                    <a:pt x="21600" y="12124"/>
                    <a:pt x="20051" y="9389"/>
                    <a:pt x="18141" y="9389"/>
                  </a:cubicBezTo>
                  <a:cubicBezTo>
                    <a:pt x="17627" y="9389"/>
                    <a:pt x="17139" y="9589"/>
                    <a:pt x="16701" y="9943"/>
                  </a:cubicBezTo>
                  <a:cubicBezTo>
                    <a:pt x="16453" y="4379"/>
                    <a:pt x="13819" y="0"/>
                    <a:pt x="10603" y="0"/>
                  </a:cubicBezTo>
                  <a:close/>
                </a:path>
              </a:pathLst>
            </a:custGeom>
            <a:solidFill>
              <a:srgbClr val="D5D5D5"/>
            </a:solidFill>
            <a:ln w="15748">
              <a:solidFill>
                <a:srgbClr val="5E5E5E"/>
              </a:solidFill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117" name="Shape">
              <a:extLst>
                <a:ext uri="{FF2B5EF4-FFF2-40B4-BE49-F238E27FC236}">
                  <a16:creationId xmlns:a16="http://schemas.microsoft.com/office/drawing/2014/main" id="{2ED84A11-9016-948C-E298-ED4DBBC67278}"/>
                </a:ext>
              </a:extLst>
            </p:cNvPr>
            <p:cNvSpPr/>
            <p:nvPr/>
          </p:nvSpPr>
          <p:spPr>
            <a:xfrm>
              <a:off x="20094742" y="13052109"/>
              <a:ext cx="591566" cy="1186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03" y="0"/>
                  </a:moveTo>
                  <a:cubicBezTo>
                    <a:pt x="7967" y="0"/>
                    <a:pt x="5720" y="2939"/>
                    <a:pt x="4858" y="7062"/>
                  </a:cubicBezTo>
                  <a:cubicBezTo>
                    <a:pt x="4628" y="6992"/>
                    <a:pt x="4391" y="6953"/>
                    <a:pt x="4150" y="6953"/>
                  </a:cubicBezTo>
                  <a:cubicBezTo>
                    <a:pt x="1857" y="6953"/>
                    <a:pt x="0" y="10233"/>
                    <a:pt x="0" y="14278"/>
                  </a:cubicBezTo>
                  <a:cubicBezTo>
                    <a:pt x="0" y="18323"/>
                    <a:pt x="1857" y="21600"/>
                    <a:pt x="4150" y="21600"/>
                  </a:cubicBezTo>
                  <a:cubicBezTo>
                    <a:pt x="4193" y="21600"/>
                    <a:pt x="4237" y="21597"/>
                    <a:pt x="4280" y="21594"/>
                  </a:cubicBezTo>
                  <a:lnTo>
                    <a:pt x="10532" y="21597"/>
                  </a:lnTo>
                  <a:cubicBezTo>
                    <a:pt x="10555" y="21598"/>
                    <a:pt x="10579" y="21600"/>
                    <a:pt x="10603" y="21600"/>
                  </a:cubicBezTo>
                  <a:cubicBezTo>
                    <a:pt x="10626" y="21600"/>
                    <a:pt x="10648" y="21598"/>
                    <a:pt x="10672" y="21597"/>
                  </a:cubicBezTo>
                  <a:lnTo>
                    <a:pt x="18141" y="21600"/>
                  </a:lnTo>
                  <a:cubicBezTo>
                    <a:pt x="20051" y="21600"/>
                    <a:pt x="21600" y="18868"/>
                    <a:pt x="21600" y="15496"/>
                  </a:cubicBezTo>
                  <a:cubicBezTo>
                    <a:pt x="21600" y="12124"/>
                    <a:pt x="20051" y="9389"/>
                    <a:pt x="18141" y="9389"/>
                  </a:cubicBezTo>
                  <a:cubicBezTo>
                    <a:pt x="17627" y="9389"/>
                    <a:pt x="17139" y="9589"/>
                    <a:pt x="16701" y="9943"/>
                  </a:cubicBezTo>
                  <a:cubicBezTo>
                    <a:pt x="16453" y="4379"/>
                    <a:pt x="13819" y="0"/>
                    <a:pt x="10603" y="0"/>
                  </a:cubicBezTo>
                  <a:close/>
                </a:path>
              </a:pathLst>
            </a:custGeom>
            <a:solidFill>
              <a:srgbClr val="D5D5D5"/>
            </a:solidFill>
            <a:ln w="15748">
              <a:solidFill>
                <a:srgbClr val="5E5E5E"/>
              </a:solidFill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118" name="TextBox 155">
              <a:extLst>
                <a:ext uri="{FF2B5EF4-FFF2-40B4-BE49-F238E27FC236}">
                  <a16:creationId xmlns:a16="http://schemas.microsoft.com/office/drawing/2014/main" id="{8C86BFB0-2E6E-89FA-3430-A61E26309D89}"/>
                </a:ext>
              </a:extLst>
            </p:cNvPr>
            <p:cNvSpPr txBox="1"/>
            <p:nvPr/>
          </p:nvSpPr>
          <p:spPr>
            <a:xfrm>
              <a:off x="19582415" y="12443405"/>
              <a:ext cx="1040670" cy="646331"/>
            </a:xfrm>
            <a:prstGeom prst="rect">
              <a:avLst/>
            </a:prstGeom>
            <a:noFill/>
          </p:spPr>
          <p:txBody>
            <a:bodyPr wrap="none" lIns="28346" tIns="14173" rIns="28346" bIns="14173" rtlCol="0">
              <a:spAutoFit/>
            </a:bodyPr>
            <a:lstStyle/>
            <a:p>
              <a:r>
                <a:rPr lang="en-US" sz="892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</a:t>
              </a:r>
              <a:r>
                <a:rPr lang="en-US" sz="892" baseline="-25000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2</a:t>
              </a:r>
              <a:r>
                <a:rPr lang="en-US" sz="892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</a:t>
              </a:r>
              <a:endParaRPr lang="en-US" sz="892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119" name="Line">
              <a:extLst>
                <a:ext uri="{FF2B5EF4-FFF2-40B4-BE49-F238E27FC236}">
                  <a16:creationId xmlns:a16="http://schemas.microsoft.com/office/drawing/2014/main" id="{A6C98EAA-DAC8-6888-5DF2-AAD0F8BA7E8F}"/>
                </a:ext>
              </a:extLst>
            </p:cNvPr>
            <p:cNvSpPr/>
            <p:nvPr/>
          </p:nvSpPr>
          <p:spPr>
            <a:xfrm flipV="1">
              <a:off x="17991272" y="11912197"/>
              <a:ext cx="371402" cy="1785851"/>
            </a:xfrm>
            <a:prstGeom prst="line">
              <a:avLst/>
            </a:prstGeom>
            <a:ln w="23622">
              <a:solidFill>
                <a:schemeClr val="accent1">
                  <a:lumMod val="60000"/>
                  <a:lumOff val="40000"/>
                </a:schemeClr>
              </a:solidFill>
              <a:miter lim="400000"/>
              <a:tailEnd type="triangle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120" name="Line">
              <a:extLst>
                <a:ext uri="{FF2B5EF4-FFF2-40B4-BE49-F238E27FC236}">
                  <a16:creationId xmlns:a16="http://schemas.microsoft.com/office/drawing/2014/main" id="{F16F51C3-7409-0A08-E934-A3C0A46F7C8C}"/>
                </a:ext>
              </a:extLst>
            </p:cNvPr>
            <p:cNvSpPr/>
            <p:nvPr/>
          </p:nvSpPr>
          <p:spPr>
            <a:xfrm>
              <a:off x="20394542" y="13522959"/>
              <a:ext cx="227073" cy="1122041"/>
            </a:xfrm>
            <a:prstGeom prst="line">
              <a:avLst/>
            </a:prstGeom>
            <a:ln w="23622">
              <a:solidFill>
                <a:schemeClr val="accent2"/>
              </a:solidFill>
              <a:miter lim="400000"/>
              <a:tailEnd type="triangle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121" name="Line">
              <a:extLst>
                <a:ext uri="{FF2B5EF4-FFF2-40B4-BE49-F238E27FC236}">
                  <a16:creationId xmlns:a16="http://schemas.microsoft.com/office/drawing/2014/main" id="{A6C09A94-BF8A-8F47-AD5F-6AC4B7E9D759}"/>
                </a:ext>
              </a:extLst>
            </p:cNvPr>
            <p:cNvSpPr/>
            <p:nvPr/>
          </p:nvSpPr>
          <p:spPr>
            <a:xfrm>
              <a:off x="20770203" y="12488375"/>
              <a:ext cx="272052" cy="2141691"/>
            </a:xfrm>
            <a:prstGeom prst="line">
              <a:avLst/>
            </a:prstGeom>
            <a:ln w="23622">
              <a:solidFill>
                <a:schemeClr val="accent2"/>
              </a:solidFill>
              <a:miter lim="400000"/>
              <a:tailEnd type="triangle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122" name="TextBox 161">
              <a:extLst>
                <a:ext uri="{FF2B5EF4-FFF2-40B4-BE49-F238E27FC236}">
                  <a16:creationId xmlns:a16="http://schemas.microsoft.com/office/drawing/2014/main" id="{DED4A437-9114-6561-13C0-BAFC9E96073C}"/>
                </a:ext>
              </a:extLst>
            </p:cNvPr>
            <p:cNvSpPr txBox="1"/>
            <p:nvPr/>
          </p:nvSpPr>
          <p:spPr>
            <a:xfrm>
              <a:off x="20590442" y="11652234"/>
              <a:ext cx="707245" cy="646331"/>
            </a:xfrm>
            <a:prstGeom prst="rect">
              <a:avLst/>
            </a:prstGeom>
            <a:noFill/>
          </p:spPr>
          <p:txBody>
            <a:bodyPr wrap="none" lIns="28346" tIns="14173" rIns="28346" bIns="14173" rtlCol="0">
              <a:spAutoFit/>
            </a:bodyPr>
            <a:lstStyle/>
            <a:p>
              <a:r>
                <a:rPr lang="en-US" sz="892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</a:t>
              </a:r>
              <a:r>
                <a:rPr lang="en-US" sz="892" baseline="-25000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3</a:t>
              </a:r>
            </a:p>
          </p:txBody>
        </p:sp>
        <p:sp>
          <p:nvSpPr>
            <p:cNvPr id="5123" name="Freeform 167">
              <a:extLst>
                <a:ext uri="{FF2B5EF4-FFF2-40B4-BE49-F238E27FC236}">
                  <a16:creationId xmlns:a16="http://schemas.microsoft.com/office/drawing/2014/main" id="{00D18AD4-4E8C-F510-E91A-28441E59C924}"/>
                </a:ext>
              </a:extLst>
            </p:cNvPr>
            <p:cNvSpPr/>
            <p:nvPr/>
          </p:nvSpPr>
          <p:spPr>
            <a:xfrm rot="6023509" flipH="1" flipV="1">
              <a:off x="18084225" y="13463345"/>
              <a:ext cx="285003" cy="897805"/>
            </a:xfrm>
            <a:custGeom>
              <a:avLst/>
              <a:gdLst>
                <a:gd name="connsiteX0" fmla="*/ 407633 w 663665"/>
                <a:gd name="connsiteY0" fmla="*/ 1975104 h 1975104"/>
                <a:gd name="connsiteX1" fmla="*/ 5297 w 663665"/>
                <a:gd name="connsiteY1" fmla="*/ 914400 h 1975104"/>
                <a:gd name="connsiteX2" fmla="*/ 663665 w 663665"/>
                <a:gd name="connsiteY2" fmla="*/ 0 h 1975104"/>
                <a:gd name="connsiteX0" fmla="*/ 407633 w 407633"/>
                <a:gd name="connsiteY0" fmla="*/ 1910526 h 1910526"/>
                <a:gd name="connsiteX1" fmla="*/ 5297 w 407633"/>
                <a:gd name="connsiteY1" fmla="*/ 849822 h 1910526"/>
                <a:gd name="connsiteX2" fmla="*/ 383296 w 407633"/>
                <a:gd name="connsiteY2" fmla="*/ 0 h 1910526"/>
                <a:gd name="connsiteX0" fmla="*/ 407633 w 447997"/>
                <a:gd name="connsiteY0" fmla="*/ 1652216 h 1652216"/>
                <a:gd name="connsiteX1" fmla="*/ 5297 w 447997"/>
                <a:gd name="connsiteY1" fmla="*/ 591512 h 1652216"/>
                <a:gd name="connsiteX2" fmla="*/ 447997 w 447997"/>
                <a:gd name="connsiteY2" fmla="*/ 0 h 1652216"/>
                <a:gd name="connsiteX0" fmla="*/ 471290 w 471290"/>
                <a:gd name="connsiteY0" fmla="*/ 2427147 h 2427147"/>
                <a:gd name="connsiteX1" fmla="*/ 4254 w 471290"/>
                <a:gd name="connsiteY1" fmla="*/ 591512 h 2427147"/>
                <a:gd name="connsiteX2" fmla="*/ 446954 w 471290"/>
                <a:gd name="connsiteY2" fmla="*/ 0 h 2427147"/>
                <a:gd name="connsiteX0" fmla="*/ 468669 w 535827"/>
                <a:gd name="connsiteY0" fmla="*/ 2427147 h 2427147"/>
                <a:gd name="connsiteX1" fmla="*/ 1633 w 535827"/>
                <a:gd name="connsiteY1" fmla="*/ 591512 h 2427147"/>
                <a:gd name="connsiteX2" fmla="*/ 444333 w 535827"/>
                <a:gd name="connsiteY2" fmla="*/ 0 h 2427147"/>
                <a:gd name="connsiteX0" fmla="*/ 352773 w 428642"/>
                <a:gd name="connsiteY0" fmla="*/ 2427147 h 2427147"/>
                <a:gd name="connsiteX1" fmla="*/ 1897 w 428642"/>
                <a:gd name="connsiteY1" fmla="*/ 561306 h 2427147"/>
                <a:gd name="connsiteX2" fmla="*/ 328437 w 428642"/>
                <a:gd name="connsiteY2" fmla="*/ 0 h 2427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8642" h="2427147">
                  <a:moveTo>
                    <a:pt x="352773" y="2427147"/>
                  </a:moveTo>
                  <a:cubicBezTo>
                    <a:pt x="653744" y="2181960"/>
                    <a:pt x="-40775" y="890490"/>
                    <a:pt x="1897" y="561306"/>
                  </a:cubicBezTo>
                  <a:cubicBezTo>
                    <a:pt x="44569" y="232122"/>
                    <a:pt x="20589" y="292608"/>
                    <a:pt x="328437" y="0"/>
                  </a:cubicBezTo>
                </a:path>
              </a:pathLst>
            </a:custGeom>
            <a:noFill/>
            <a:ln w="11811">
              <a:solidFill>
                <a:srgbClr val="C0000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28346" tIns="14173" rIns="28346" bIns="14173" rtlCol="0" anchor="ctr"/>
            <a:lstStyle/>
            <a:p>
              <a:pPr algn="ctr"/>
              <a:endParaRPr lang="en-US" dirty="0"/>
            </a:p>
          </p:txBody>
        </p:sp>
        <p:sp>
          <p:nvSpPr>
            <p:cNvPr id="5124" name="Freeform 168">
              <a:extLst>
                <a:ext uri="{FF2B5EF4-FFF2-40B4-BE49-F238E27FC236}">
                  <a16:creationId xmlns:a16="http://schemas.microsoft.com/office/drawing/2014/main" id="{08226338-9321-FCA1-D0B7-BFBA7D57517D}"/>
                </a:ext>
              </a:extLst>
            </p:cNvPr>
            <p:cNvSpPr/>
            <p:nvPr/>
          </p:nvSpPr>
          <p:spPr>
            <a:xfrm rot="3141268">
              <a:off x="19286517" y="11675807"/>
              <a:ext cx="691671" cy="2027233"/>
            </a:xfrm>
            <a:custGeom>
              <a:avLst/>
              <a:gdLst>
                <a:gd name="connsiteX0" fmla="*/ 407633 w 663665"/>
                <a:gd name="connsiteY0" fmla="*/ 1975104 h 1975104"/>
                <a:gd name="connsiteX1" fmla="*/ 5297 w 663665"/>
                <a:gd name="connsiteY1" fmla="*/ 914400 h 1975104"/>
                <a:gd name="connsiteX2" fmla="*/ 663665 w 663665"/>
                <a:gd name="connsiteY2" fmla="*/ 0 h 1975104"/>
                <a:gd name="connsiteX0" fmla="*/ 407633 w 407633"/>
                <a:gd name="connsiteY0" fmla="*/ 1910526 h 1910526"/>
                <a:gd name="connsiteX1" fmla="*/ 5297 w 407633"/>
                <a:gd name="connsiteY1" fmla="*/ 849822 h 1910526"/>
                <a:gd name="connsiteX2" fmla="*/ 383296 w 407633"/>
                <a:gd name="connsiteY2" fmla="*/ 0 h 1910526"/>
                <a:gd name="connsiteX0" fmla="*/ 407633 w 447997"/>
                <a:gd name="connsiteY0" fmla="*/ 1652216 h 1652216"/>
                <a:gd name="connsiteX1" fmla="*/ 5297 w 447997"/>
                <a:gd name="connsiteY1" fmla="*/ 591512 h 1652216"/>
                <a:gd name="connsiteX2" fmla="*/ 447997 w 447997"/>
                <a:gd name="connsiteY2" fmla="*/ 0 h 1652216"/>
                <a:gd name="connsiteX0" fmla="*/ 471290 w 471290"/>
                <a:gd name="connsiteY0" fmla="*/ 2427147 h 2427147"/>
                <a:gd name="connsiteX1" fmla="*/ 4254 w 471290"/>
                <a:gd name="connsiteY1" fmla="*/ 591512 h 2427147"/>
                <a:gd name="connsiteX2" fmla="*/ 446954 w 471290"/>
                <a:gd name="connsiteY2" fmla="*/ 0 h 2427147"/>
                <a:gd name="connsiteX0" fmla="*/ 468669 w 535827"/>
                <a:gd name="connsiteY0" fmla="*/ 2427147 h 2427147"/>
                <a:gd name="connsiteX1" fmla="*/ 1633 w 535827"/>
                <a:gd name="connsiteY1" fmla="*/ 591512 h 2427147"/>
                <a:gd name="connsiteX2" fmla="*/ 444333 w 535827"/>
                <a:gd name="connsiteY2" fmla="*/ 0 h 2427147"/>
                <a:gd name="connsiteX0" fmla="*/ 352773 w 428642"/>
                <a:gd name="connsiteY0" fmla="*/ 2427147 h 2427147"/>
                <a:gd name="connsiteX1" fmla="*/ 1897 w 428642"/>
                <a:gd name="connsiteY1" fmla="*/ 561306 h 2427147"/>
                <a:gd name="connsiteX2" fmla="*/ 328437 w 428642"/>
                <a:gd name="connsiteY2" fmla="*/ 0 h 2427147"/>
                <a:gd name="connsiteX0" fmla="*/ 250178 w 335898"/>
                <a:gd name="connsiteY0" fmla="*/ 2427147 h 2427147"/>
                <a:gd name="connsiteX1" fmla="*/ 2216 w 335898"/>
                <a:gd name="connsiteY1" fmla="*/ 729742 h 2427147"/>
                <a:gd name="connsiteX2" fmla="*/ 225842 w 335898"/>
                <a:gd name="connsiteY2" fmla="*/ 0 h 2427147"/>
                <a:gd name="connsiteX0" fmla="*/ 247962 w 338247"/>
                <a:gd name="connsiteY0" fmla="*/ 2427147 h 2427147"/>
                <a:gd name="connsiteX1" fmla="*/ 0 w 338247"/>
                <a:gd name="connsiteY1" fmla="*/ 729742 h 2427147"/>
                <a:gd name="connsiteX2" fmla="*/ 223626 w 338247"/>
                <a:gd name="connsiteY2" fmla="*/ 0 h 2427147"/>
                <a:gd name="connsiteX0" fmla="*/ 256158 w 346443"/>
                <a:gd name="connsiteY0" fmla="*/ 2427147 h 2427147"/>
                <a:gd name="connsiteX1" fmla="*/ 8196 w 346443"/>
                <a:gd name="connsiteY1" fmla="*/ 729742 h 2427147"/>
                <a:gd name="connsiteX2" fmla="*/ 231822 w 346443"/>
                <a:gd name="connsiteY2" fmla="*/ 0 h 2427147"/>
                <a:gd name="connsiteX0" fmla="*/ 255579 w 345962"/>
                <a:gd name="connsiteY0" fmla="*/ 2427147 h 2427147"/>
                <a:gd name="connsiteX1" fmla="*/ 8435 w 345962"/>
                <a:gd name="connsiteY1" fmla="*/ 744227 h 2427147"/>
                <a:gd name="connsiteX2" fmla="*/ 231243 w 345962"/>
                <a:gd name="connsiteY2" fmla="*/ 0 h 2427147"/>
                <a:gd name="connsiteX0" fmla="*/ 255579 w 350663"/>
                <a:gd name="connsiteY0" fmla="*/ 2427147 h 2427147"/>
                <a:gd name="connsiteX1" fmla="*/ 8435 w 350663"/>
                <a:gd name="connsiteY1" fmla="*/ 744227 h 2427147"/>
                <a:gd name="connsiteX2" fmla="*/ 231243 w 350663"/>
                <a:gd name="connsiteY2" fmla="*/ 0 h 2427147"/>
                <a:gd name="connsiteX0" fmla="*/ 247144 w 342228"/>
                <a:gd name="connsiteY0" fmla="*/ 2427147 h 2427147"/>
                <a:gd name="connsiteX1" fmla="*/ 0 w 342228"/>
                <a:gd name="connsiteY1" fmla="*/ 744227 h 2427147"/>
                <a:gd name="connsiteX2" fmla="*/ 222808 w 342228"/>
                <a:gd name="connsiteY2" fmla="*/ 0 h 2427147"/>
                <a:gd name="connsiteX0" fmla="*/ 380813 w 461050"/>
                <a:gd name="connsiteY0" fmla="*/ 2427147 h 2427147"/>
                <a:gd name="connsiteX1" fmla="*/ 0 w 461050"/>
                <a:gd name="connsiteY1" fmla="*/ 886751 h 2427147"/>
                <a:gd name="connsiteX2" fmla="*/ 356477 w 461050"/>
                <a:gd name="connsiteY2" fmla="*/ 0 h 2427147"/>
                <a:gd name="connsiteX0" fmla="*/ 380813 w 459673"/>
                <a:gd name="connsiteY0" fmla="*/ 2427147 h 2427147"/>
                <a:gd name="connsiteX1" fmla="*/ 0 w 459673"/>
                <a:gd name="connsiteY1" fmla="*/ 886751 h 2427147"/>
                <a:gd name="connsiteX2" fmla="*/ 356477 w 459673"/>
                <a:gd name="connsiteY2" fmla="*/ 0 h 2427147"/>
                <a:gd name="connsiteX0" fmla="*/ 232323 w 327434"/>
                <a:gd name="connsiteY0" fmla="*/ 2427147 h 2427147"/>
                <a:gd name="connsiteX1" fmla="*/ 0 w 327434"/>
                <a:gd name="connsiteY1" fmla="*/ 835575 h 2427147"/>
                <a:gd name="connsiteX2" fmla="*/ 207987 w 327434"/>
                <a:gd name="connsiteY2" fmla="*/ 0 h 2427147"/>
                <a:gd name="connsiteX0" fmla="*/ 232536 w 327647"/>
                <a:gd name="connsiteY0" fmla="*/ 2427147 h 2427147"/>
                <a:gd name="connsiteX1" fmla="*/ 213 w 327647"/>
                <a:gd name="connsiteY1" fmla="*/ 835575 h 2427147"/>
                <a:gd name="connsiteX2" fmla="*/ 208200 w 327647"/>
                <a:gd name="connsiteY2" fmla="*/ 0 h 2427147"/>
                <a:gd name="connsiteX0" fmla="*/ 243110 w 336838"/>
                <a:gd name="connsiteY0" fmla="*/ 2427147 h 2427147"/>
                <a:gd name="connsiteX1" fmla="*/ 139 w 336838"/>
                <a:gd name="connsiteY1" fmla="*/ 949259 h 2427147"/>
                <a:gd name="connsiteX2" fmla="*/ 218774 w 336838"/>
                <a:gd name="connsiteY2" fmla="*/ 0 h 2427147"/>
                <a:gd name="connsiteX0" fmla="*/ 243110 w 334178"/>
                <a:gd name="connsiteY0" fmla="*/ 2427147 h 2427147"/>
                <a:gd name="connsiteX1" fmla="*/ 139 w 334178"/>
                <a:gd name="connsiteY1" fmla="*/ 949259 h 2427147"/>
                <a:gd name="connsiteX2" fmla="*/ 218774 w 334178"/>
                <a:gd name="connsiteY2" fmla="*/ 0 h 2427147"/>
                <a:gd name="connsiteX0" fmla="*/ 243033 w 334101"/>
                <a:gd name="connsiteY0" fmla="*/ 2427147 h 2427147"/>
                <a:gd name="connsiteX1" fmla="*/ 62 w 334101"/>
                <a:gd name="connsiteY1" fmla="*/ 949259 h 2427147"/>
                <a:gd name="connsiteX2" fmla="*/ 218697 w 334101"/>
                <a:gd name="connsiteY2" fmla="*/ 0 h 2427147"/>
                <a:gd name="connsiteX0" fmla="*/ 248108 w 339176"/>
                <a:gd name="connsiteY0" fmla="*/ 2427147 h 2427147"/>
                <a:gd name="connsiteX1" fmla="*/ 5137 w 339176"/>
                <a:gd name="connsiteY1" fmla="*/ 949259 h 2427147"/>
                <a:gd name="connsiteX2" fmla="*/ 223772 w 339176"/>
                <a:gd name="connsiteY2" fmla="*/ 0 h 2427147"/>
                <a:gd name="connsiteX0" fmla="*/ 242971 w 334039"/>
                <a:gd name="connsiteY0" fmla="*/ 2427147 h 2427147"/>
                <a:gd name="connsiteX1" fmla="*/ 0 w 334039"/>
                <a:gd name="connsiteY1" fmla="*/ 949259 h 2427147"/>
                <a:gd name="connsiteX2" fmla="*/ 218635 w 334039"/>
                <a:gd name="connsiteY2" fmla="*/ 0 h 2427147"/>
                <a:gd name="connsiteX0" fmla="*/ 242971 w 339682"/>
                <a:gd name="connsiteY0" fmla="*/ 2427147 h 2427147"/>
                <a:gd name="connsiteX1" fmla="*/ 0 w 339682"/>
                <a:gd name="connsiteY1" fmla="*/ 949259 h 2427147"/>
                <a:gd name="connsiteX2" fmla="*/ 218635 w 339682"/>
                <a:gd name="connsiteY2" fmla="*/ 0 h 2427147"/>
                <a:gd name="connsiteX0" fmla="*/ 249122 w 345833"/>
                <a:gd name="connsiteY0" fmla="*/ 2427147 h 2427147"/>
                <a:gd name="connsiteX1" fmla="*/ 6151 w 345833"/>
                <a:gd name="connsiteY1" fmla="*/ 949259 h 2427147"/>
                <a:gd name="connsiteX2" fmla="*/ 224786 w 345833"/>
                <a:gd name="connsiteY2" fmla="*/ 0 h 2427147"/>
                <a:gd name="connsiteX0" fmla="*/ 308833 w 398065"/>
                <a:gd name="connsiteY0" fmla="*/ 2335353 h 2335353"/>
                <a:gd name="connsiteX1" fmla="*/ 6151 w 398065"/>
                <a:gd name="connsiteY1" fmla="*/ 949259 h 2335353"/>
                <a:gd name="connsiteX2" fmla="*/ 224786 w 398065"/>
                <a:gd name="connsiteY2" fmla="*/ 0 h 2335353"/>
                <a:gd name="connsiteX0" fmla="*/ 308833 w 348545"/>
                <a:gd name="connsiteY0" fmla="*/ 2335353 h 2335353"/>
                <a:gd name="connsiteX1" fmla="*/ 6151 w 348545"/>
                <a:gd name="connsiteY1" fmla="*/ 949259 h 2335353"/>
                <a:gd name="connsiteX2" fmla="*/ 224786 w 348545"/>
                <a:gd name="connsiteY2" fmla="*/ 0 h 2335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8545" h="2335353">
                  <a:moveTo>
                    <a:pt x="308833" y="2335353"/>
                  </a:moveTo>
                  <a:cubicBezTo>
                    <a:pt x="477576" y="2226538"/>
                    <a:pt x="57125" y="1525730"/>
                    <a:pt x="6151" y="949259"/>
                  </a:cubicBezTo>
                  <a:cubicBezTo>
                    <a:pt x="-18451" y="707243"/>
                    <a:pt x="26081" y="172047"/>
                    <a:pt x="224786" y="0"/>
                  </a:cubicBezTo>
                </a:path>
              </a:pathLst>
            </a:custGeom>
            <a:noFill/>
            <a:ln w="11811">
              <a:solidFill>
                <a:srgbClr val="C0000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28346" tIns="14173" rIns="28346" bIns="14173" rtlCol="0" anchor="ctr"/>
            <a:lstStyle/>
            <a:p>
              <a:pPr algn="ctr"/>
              <a:endParaRPr lang="en-US" dirty="0"/>
            </a:p>
          </p:txBody>
        </p:sp>
        <p:sp>
          <p:nvSpPr>
            <p:cNvPr id="5125" name="Freeform 169">
              <a:extLst>
                <a:ext uri="{FF2B5EF4-FFF2-40B4-BE49-F238E27FC236}">
                  <a16:creationId xmlns:a16="http://schemas.microsoft.com/office/drawing/2014/main" id="{E28CFC08-C3E8-4F88-B789-B05E99CCAE13}"/>
                </a:ext>
              </a:extLst>
            </p:cNvPr>
            <p:cNvSpPr/>
            <p:nvPr/>
          </p:nvSpPr>
          <p:spPr>
            <a:xfrm rot="3611288">
              <a:off x="19152215" y="12773414"/>
              <a:ext cx="424917" cy="934074"/>
            </a:xfrm>
            <a:custGeom>
              <a:avLst/>
              <a:gdLst>
                <a:gd name="connsiteX0" fmla="*/ 407633 w 663665"/>
                <a:gd name="connsiteY0" fmla="*/ 1975104 h 1975104"/>
                <a:gd name="connsiteX1" fmla="*/ 5297 w 663665"/>
                <a:gd name="connsiteY1" fmla="*/ 914400 h 1975104"/>
                <a:gd name="connsiteX2" fmla="*/ 663665 w 663665"/>
                <a:gd name="connsiteY2" fmla="*/ 0 h 1975104"/>
                <a:gd name="connsiteX0" fmla="*/ 407633 w 407633"/>
                <a:gd name="connsiteY0" fmla="*/ 1910526 h 1910526"/>
                <a:gd name="connsiteX1" fmla="*/ 5297 w 407633"/>
                <a:gd name="connsiteY1" fmla="*/ 849822 h 1910526"/>
                <a:gd name="connsiteX2" fmla="*/ 383296 w 407633"/>
                <a:gd name="connsiteY2" fmla="*/ 0 h 1910526"/>
                <a:gd name="connsiteX0" fmla="*/ 407633 w 447997"/>
                <a:gd name="connsiteY0" fmla="*/ 1652216 h 1652216"/>
                <a:gd name="connsiteX1" fmla="*/ 5297 w 447997"/>
                <a:gd name="connsiteY1" fmla="*/ 591512 h 1652216"/>
                <a:gd name="connsiteX2" fmla="*/ 447997 w 447997"/>
                <a:gd name="connsiteY2" fmla="*/ 0 h 1652216"/>
                <a:gd name="connsiteX0" fmla="*/ 471290 w 471290"/>
                <a:gd name="connsiteY0" fmla="*/ 2427147 h 2427147"/>
                <a:gd name="connsiteX1" fmla="*/ 4254 w 471290"/>
                <a:gd name="connsiteY1" fmla="*/ 591512 h 2427147"/>
                <a:gd name="connsiteX2" fmla="*/ 446954 w 471290"/>
                <a:gd name="connsiteY2" fmla="*/ 0 h 2427147"/>
                <a:gd name="connsiteX0" fmla="*/ 468669 w 535827"/>
                <a:gd name="connsiteY0" fmla="*/ 2427147 h 2427147"/>
                <a:gd name="connsiteX1" fmla="*/ 1633 w 535827"/>
                <a:gd name="connsiteY1" fmla="*/ 591512 h 2427147"/>
                <a:gd name="connsiteX2" fmla="*/ 444333 w 535827"/>
                <a:gd name="connsiteY2" fmla="*/ 0 h 2427147"/>
                <a:gd name="connsiteX0" fmla="*/ 352773 w 428642"/>
                <a:gd name="connsiteY0" fmla="*/ 2427147 h 2427147"/>
                <a:gd name="connsiteX1" fmla="*/ 1897 w 428642"/>
                <a:gd name="connsiteY1" fmla="*/ 561306 h 2427147"/>
                <a:gd name="connsiteX2" fmla="*/ 328437 w 428642"/>
                <a:gd name="connsiteY2" fmla="*/ 0 h 2427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8642" h="2427147">
                  <a:moveTo>
                    <a:pt x="352773" y="2427147"/>
                  </a:moveTo>
                  <a:cubicBezTo>
                    <a:pt x="653744" y="2181960"/>
                    <a:pt x="-40775" y="890490"/>
                    <a:pt x="1897" y="561306"/>
                  </a:cubicBezTo>
                  <a:cubicBezTo>
                    <a:pt x="44569" y="232122"/>
                    <a:pt x="20589" y="292608"/>
                    <a:pt x="328437" y="0"/>
                  </a:cubicBezTo>
                </a:path>
              </a:pathLst>
            </a:custGeom>
            <a:noFill/>
            <a:ln w="11811">
              <a:solidFill>
                <a:srgbClr val="C0000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28346" tIns="14173" rIns="28346" bIns="14173"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126" name="Straight Connector 171">
              <a:extLst>
                <a:ext uri="{FF2B5EF4-FFF2-40B4-BE49-F238E27FC236}">
                  <a16:creationId xmlns:a16="http://schemas.microsoft.com/office/drawing/2014/main" id="{4FA56957-375B-056D-FF27-3C32EC5948B4}"/>
                </a:ext>
              </a:extLst>
            </p:cNvPr>
            <p:cNvCxnSpPr/>
            <p:nvPr/>
          </p:nvCxnSpPr>
          <p:spPr>
            <a:xfrm>
              <a:off x="17723068" y="13729042"/>
              <a:ext cx="397798" cy="0"/>
            </a:xfrm>
            <a:prstGeom prst="line">
              <a:avLst/>
            </a:prstGeom>
            <a:ln w="11811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27" name="Freeform 180">
              <a:extLst>
                <a:ext uri="{FF2B5EF4-FFF2-40B4-BE49-F238E27FC236}">
                  <a16:creationId xmlns:a16="http://schemas.microsoft.com/office/drawing/2014/main" id="{25E0900B-8A88-CCD6-9024-F42F0B9EA2B8}"/>
                </a:ext>
              </a:extLst>
            </p:cNvPr>
            <p:cNvSpPr/>
            <p:nvPr/>
          </p:nvSpPr>
          <p:spPr>
            <a:xfrm rot="20209053" flipV="1">
              <a:off x="17312040" y="14003542"/>
              <a:ext cx="150495" cy="672847"/>
            </a:xfrm>
            <a:custGeom>
              <a:avLst/>
              <a:gdLst>
                <a:gd name="connsiteX0" fmla="*/ 407633 w 663665"/>
                <a:gd name="connsiteY0" fmla="*/ 1975104 h 1975104"/>
                <a:gd name="connsiteX1" fmla="*/ 5297 w 663665"/>
                <a:gd name="connsiteY1" fmla="*/ 914400 h 1975104"/>
                <a:gd name="connsiteX2" fmla="*/ 663665 w 663665"/>
                <a:gd name="connsiteY2" fmla="*/ 0 h 1975104"/>
                <a:gd name="connsiteX0" fmla="*/ 407633 w 407633"/>
                <a:gd name="connsiteY0" fmla="*/ 1910526 h 1910526"/>
                <a:gd name="connsiteX1" fmla="*/ 5297 w 407633"/>
                <a:gd name="connsiteY1" fmla="*/ 849822 h 1910526"/>
                <a:gd name="connsiteX2" fmla="*/ 383296 w 407633"/>
                <a:gd name="connsiteY2" fmla="*/ 0 h 1910526"/>
                <a:gd name="connsiteX0" fmla="*/ 407633 w 447997"/>
                <a:gd name="connsiteY0" fmla="*/ 1652216 h 1652216"/>
                <a:gd name="connsiteX1" fmla="*/ 5297 w 447997"/>
                <a:gd name="connsiteY1" fmla="*/ 591512 h 1652216"/>
                <a:gd name="connsiteX2" fmla="*/ 447997 w 447997"/>
                <a:gd name="connsiteY2" fmla="*/ 0 h 1652216"/>
                <a:gd name="connsiteX0" fmla="*/ 471290 w 471290"/>
                <a:gd name="connsiteY0" fmla="*/ 2427147 h 2427147"/>
                <a:gd name="connsiteX1" fmla="*/ 4254 w 471290"/>
                <a:gd name="connsiteY1" fmla="*/ 591512 h 2427147"/>
                <a:gd name="connsiteX2" fmla="*/ 446954 w 471290"/>
                <a:gd name="connsiteY2" fmla="*/ 0 h 2427147"/>
                <a:gd name="connsiteX0" fmla="*/ 468669 w 535827"/>
                <a:gd name="connsiteY0" fmla="*/ 2427147 h 2427147"/>
                <a:gd name="connsiteX1" fmla="*/ 1633 w 535827"/>
                <a:gd name="connsiteY1" fmla="*/ 591512 h 2427147"/>
                <a:gd name="connsiteX2" fmla="*/ 444333 w 535827"/>
                <a:gd name="connsiteY2" fmla="*/ 0 h 2427147"/>
                <a:gd name="connsiteX0" fmla="*/ 352773 w 428642"/>
                <a:gd name="connsiteY0" fmla="*/ 2427147 h 2427147"/>
                <a:gd name="connsiteX1" fmla="*/ 1897 w 428642"/>
                <a:gd name="connsiteY1" fmla="*/ 561306 h 2427147"/>
                <a:gd name="connsiteX2" fmla="*/ 328437 w 428642"/>
                <a:gd name="connsiteY2" fmla="*/ 0 h 2427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8642" h="2427147">
                  <a:moveTo>
                    <a:pt x="352773" y="2427147"/>
                  </a:moveTo>
                  <a:cubicBezTo>
                    <a:pt x="653744" y="2181960"/>
                    <a:pt x="-40775" y="890490"/>
                    <a:pt x="1897" y="561306"/>
                  </a:cubicBezTo>
                  <a:cubicBezTo>
                    <a:pt x="44569" y="232122"/>
                    <a:pt x="20589" y="292608"/>
                    <a:pt x="328437" y="0"/>
                  </a:cubicBezTo>
                </a:path>
              </a:pathLst>
            </a:custGeom>
            <a:noFill/>
            <a:ln w="11811">
              <a:solidFill>
                <a:srgbClr val="C00000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28346" tIns="14173" rIns="28346" bIns="14173" rtlCol="0" anchor="ctr"/>
            <a:lstStyle/>
            <a:p>
              <a:pPr algn="ctr"/>
              <a:endParaRPr lang="en-US" dirty="0"/>
            </a:p>
          </p:txBody>
        </p:sp>
        <p:sp>
          <p:nvSpPr>
            <p:cNvPr id="5128" name="Gear">
              <a:extLst>
                <a:ext uri="{FF2B5EF4-FFF2-40B4-BE49-F238E27FC236}">
                  <a16:creationId xmlns:a16="http://schemas.microsoft.com/office/drawing/2014/main" id="{04E6B84F-C345-B967-EE68-93D8505C8D2A}"/>
                </a:ext>
              </a:extLst>
            </p:cNvPr>
            <p:cNvSpPr/>
            <p:nvPr/>
          </p:nvSpPr>
          <p:spPr>
            <a:xfrm>
              <a:off x="18612232" y="13469739"/>
              <a:ext cx="637759" cy="6349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9" extrusionOk="0">
                  <a:moveTo>
                    <a:pt x="9384" y="0"/>
                  </a:moveTo>
                  <a:cubicBezTo>
                    <a:pt x="9373" y="0"/>
                    <a:pt x="9237" y="27"/>
                    <a:pt x="9075" y="54"/>
                  </a:cubicBezTo>
                  <a:lnTo>
                    <a:pt x="7468" y="445"/>
                  </a:lnTo>
                  <a:cubicBezTo>
                    <a:pt x="7312" y="494"/>
                    <a:pt x="7177" y="531"/>
                    <a:pt x="7166" y="537"/>
                  </a:cubicBezTo>
                  <a:cubicBezTo>
                    <a:pt x="7161" y="542"/>
                    <a:pt x="7154" y="677"/>
                    <a:pt x="7154" y="840"/>
                  </a:cubicBezTo>
                  <a:lnTo>
                    <a:pt x="7166" y="1761"/>
                  </a:lnTo>
                  <a:cubicBezTo>
                    <a:pt x="7166" y="1924"/>
                    <a:pt x="7047" y="2119"/>
                    <a:pt x="6902" y="2190"/>
                  </a:cubicBezTo>
                  <a:lnTo>
                    <a:pt x="6151" y="2574"/>
                  </a:lnTo>
                  <a:cubicBezTo>
                    <a:pt x="6006" y="2655"/>
                    <a:pt x="5778" y="2644"/>
                    <a:pt x="5649" y="2547"/>
                  </a:cubicBezTo>
                  <a:lnTo>
                    <a:pt x="4900" y="2010"/>
                  </a:lnTo>
                  <a:cubicBezTo>
                    <a:pt x="4765" y="1913"/>
                    <a:pt x="4651" y="1842"/>
                    <a:pt x="4645" y="1848"/>
                  </a:cubicBezTo>
                  <a:cubicBezTo>
                    <a:pt x="4640" y="1853"/>
                    <a:pt x="4527" y="1941"/>
                    <a:pt x="4398" y="2044"/>
                  </a:cubicBezTo>
                  <a:lnTo>
                    <a:pt x="3162" y="3116"/>
                  </a:lnTo>
                  <a:cubicBezTo>
                    <a:pt x="3043" y="3230"/>
                    <a:pt x="2941" y="3327"/>
                    <a:pt x="2936" y="3333"/>
                  </a:cubicBezTo>
                  <a:cubicBezTo>
                    <a:pt x="2930" y="3338"/>
                    <a:pt x="2990" y="3462"/>
                    <a:pt x="3065" y="3609"/>
                  </a:cubicBezTo>
                  <a:lnTo>
                    <a:pt x="3490" y="4401"/>
                  </a:lnTo>
                  <a:cubicBezTo>
                    <a:pt x="3566" y="4548"/>
                    <a:pt x="3551" y="4769"/>
                    <a:pt x="3448" y="4899"/>
                  </a:cubicBezTo>
                  <a:lnTo>
                    <a:pt x="2909" y="5648"/>
                  </a:lnTo>
                  <a:cubicBezTo>
                    <a:pt x="2817" y="5783"/>
                    <a:pt x="2612" y="5879"/>
                    <a:pt x="2450" y="5858"/>
                  </a:cubicBezTo>
                  <a:lnTo>
                    <a:pt x="1548" y="5739"/>
                  </a:lnTo>
                  <a:cubicBezTo>
                    <a:pt x="1386" y="5717"/>
                    <a:pt x="1251" y="5707"/>
                    <a:pt x="1246" y="5712"/>
                  </a:cubicBezTo>
                  <a:cubicBezTo>
                    <a:pt x="1241" y="5717"/>
                    <a:pt x="1181" y="5848"/>
                    <a:pt x="1111" y="6000"/>
                  </a:cubicBezTo>
                  <a:lnTo>
                    <a:pt x="518" y="7483"/>
                  </a:lnTo>
                  <a:cubicBezTo>
                    <a:pt x="464" y="7640"/>
                    <a:pt x="420" y="7776"/>
                    <a:pt x="415" y="7781"/>
                  </a:cubicBezTo>
                  <a:cubicBezTo>
                    <a:pt x="415" y="7792"/>
                    <a:pt x="523" y="7874"/>
                    <a:pt x="658" y="7966"/>
                  </a:cubicBezTo>
                  <a:lnTo>
                    <a:pt x="1381" y="8454"/>
                  </a:lnTo>
                  <a:cubicBezTo>
                    <a:pt x="1516" y="8546"/>
                    <a:pt x="1602" y="8752"/>
                    <a:pt x="1570" y="8914"/>
                  </a:cubicBezTo>
                  <a:lnTo>
                    <a:pt x="1420" y="9944"/>
                  </a:lnTo>
                  <a:cubicBezTo>
                    <a:pt x="1404" y="10106"/>
                    <a:pt x="1263" y="10291"/>
                    <a:pt x="1106" y="10345"/>
                  </a:cubicBezTo>
                  <a:lnTo>
                    <a:pt x="280" y="10648"/>
                  </a:lnTo>
                  <a:cubicBezTo>
                    <a:pt x="123" y="10702"/>
                    <a:pt x="0" y="10758"/>
                    <a:pt x="0" y="10769"/>
                  </a:cubicBezTo>
                  <a:cubicBezTo>
                    <a:pt x="0" y="10779"/>
                    <a:pt x="6" y="10919"/>
                    <a:pt x="17" y="11082"/>
                  </a:cubicBezTo>
                  <a:lnTo>
                    <a:pt x="167" y="12626"/>
                  </a:lnTo>
                  <a:cubicBezTo>
                    <a:pt x="194" y="12789"/>
                    <a:pt x="210" y="12930"/>
                    <a:pt x="216" y="12941"/>
                  </a:cubicBezTo>
                  <a:cubicBezTo>
                    <a:pt x="216" y="12952"/>
                    <a:pt x="350" y="12974"/>
                    <a:pt x="518" y="12990"/>
                  </a:cubicBezTo>
                  <a:lnTo>
                    <a:pt x="1354" y="13082"/>
                  </a:lnTo>
                  <a:cubicBezTo>
                    <a:pt x="1516" y="13098"/>
                    <a:pt x="1688" y="13245"/>
                    <a:pt x="1737" y="13402"/>
                  </a:cubicBezTo>
                  <a:lnTo>
                    <a:pt x="2121" y="14501"/>
                  </a:lnTo>
                  <a:cubicBezTo>
                    <a:pt x="2181" y="14653"/>
                    <a:pt x="2142" y="14881"/>
                    <a:pt x="2028" y="15000"/>
                  </a:cubicBezTo>
                  <a:lnTo>
                    <a:pt x="1457" y="15624"/>
                  </a:lnTo>
                  <a:cubicBezTo>
                    <a:pt x="1349" y="15743"/>
                    <a:pt x="1258" y="15850"/>
                    <a:pt x="1263" y="15856"/>
                  </a:cubicBezTo>
                  <a:cubicBezTo>
                    <a:pt x="1268" y="15861"/>
                    <a:pt x="1338" y="15986"/>
                    <a:pt x="1425" y="16127"/>
                  </a:cubicBezTo>
                  <a:lnTo>
                    <a:pt x="2256" y="17380"/>
                  </a:lnTo>
                  <a:cubicBezTo>
                    <a:pt x="2353" y="17510"/>
                    <a:pt x="2440" y="17623"/>
                    <a:pt x="2445" y="17634"/>
                  </a:cubicBezTo>
                  <a:cubicBezTo>
                    <a:pt x="2450" y="17639"/>
                    <a:pt x="2579" y="17595"/>
                    <a:pt x="2730" y="17535"/>
                  </a:cubicBezTo>
                  <a:lnTo>
                    <a:pt x="3490" y="17232"/>
                  </a:lnTo>
                  <a:cubicBezTo>
                    <a:pt x="3641" y="17173"/>
                    <a:pt x="3863" y="17216"/>
                    <a:pt x="3976" y="17336"/>
                  </a:cubicBezTo>
                  <a:lnTo>
                    <a:pt x="4905" y="18192"/>
                  </a:lnTo>
                  <a:cubicBezTo>
                    <a:pt x="5029" y="18295"/>
                    <a:pt x="5100" y="18511"/>
                    <a:pt x="5062" y="18673"/>
                  </a:cubicBezTo>
                  <a:lnTo>
                    <a:pt x="4851" y="19476"/>
                  </a:lnTo>
                  <a:cubicBezTo>
                    <a:pt x="4808" y="19633"/>
                    <a:pt x="4780" y="19769"/>
                    <a:pt x="4785" y="19774"/>
                  </a:cubicBezTo>
                  <a:cubicBezTo>
                    <a:pt x="4791" y="19780"/>
                    <a:pt x="4915" y="19850"/>
                    <a:pt x="5055" y="19937"/>
                  </a:cubicBezTo>
                  <a:lnTo>
                    <a:pt x="6345" y="20631"/>
                  </a:lnTo>
                  <a:cubicBezTo>
                    <a:pt x="6491" y="20701"/>
                    <a:pt x="6621" y="20761"/>
                    <a:pt x="6632" y="20766"/>
                  </a:cubicBezTo>
                  <a:cubicBezTo>
                    <a:pt x="6637" y="20772"/>
                    <a:pt x="6735" y="20668"/>
                    <a:pt x="6843" y="20543"/>
                  </a:cubicBezTo>
                  <a:lnTo>
                    <a:pt x="7370" y="19932"/>
                  </a:lnTo>
                  <a:cubicBezTo>
                    <a:pt x="7478" y="19807"/>
                    <a:pt x="7694" y="19742"/>
                    <a:pt x="7851" y="19791"/>
                  </a:cubicBezTo>
                  <a:lnTo>
                    <a:pt x="9136" y="20116"/>
                  </a:lnTo>
                  <a:cubicBezTo>
                    <a:pt x="9298" y="20149"/>
                    <a:pt x="9459" y="20306"/>
                    <a:pt x="9497" y="20468"/>
                  </a:cubicBezTo>
                  <a:lnTo>
                    <a:pt x="9680" y="21259"/>
                  </a:lnTo>
                  <a:cubicBezTo>
                    <a:pt x="9718" y="21422"/>
                    <a:pt x="9756" y="21552"/>
                    <a:pt x="9761" y="21552"/>
                  </a:cubicBezTo>
                  <a:cubicBezTo>
                    <a:pt x="9767" y="21552"/>
                    <a:pt x="9911" y="21562"/>
                    <a:pt x="10073" y="21573"/>
                  </a:cubicBezTo>
                  <a:lnTo>
                    <a:pt x="10500" y="21595"/>
                  </a:lnTo>
                  <a:cubicBezTo>
                    <a:pt x="10662" y="21600"/>
                    <a:pt x="10931" y="21600"/>
                    <a:pt x="11098" y="21595"/>
                  </a:cubicBezTo>
                  <a:lnTo>
                    <a:pt x="11525" y="21573"/>
                  </a:lnTo>
                  <a:cubicBezTo>
                    <a:pt x="11687" y="21562"/>
                    <a:pt x="11828" y="21552"/>
                    <a:pt x="11839" y="21552"/>
                  </a:cubicBezTo>
                  <a:cubicBezTo>
                    <a:pt x="11849" y="21552"/>
                    <a:pt x="11882" y="21416"/>
                    <a:pt x="11920" y="21259"/>
                  </a:cubicBezTo>
                  <a:lnTo>
                    <a:pt x="12103" y="20468"/>
                  </a:lnTo>
                  <a:cubicBezTo>
                    <a:pt x="12141" y="20306"/>
                    <a:pt x="12302" y="20149"/>
                    <a:pt x="12464" y="20116"/>
                  </a:cubicBezTo>
                  <a:lnTo>
                    <a:pt x="13749" y="19791"/>
                  </a:lnTo>
                  <a:cubicBezTo>
                    <a:pt x="13906" y="19742"/>
                    <a:pt x="14120" y="19807"/>
                    <a:pt x="14228" y="19932"/>
                  </a:cubicBezTo>
                  <a:lnTo>
                    <a:pt x="14757" y="20543"/>
                  </a:lnTo>
                  <a:cubicBezTo>
                    <a:pt x="14865" y="20668"/>
                    <a:pt x="14957" y="20767"/>
                    <a:pt x="14968" y="20766"/>
                  </a:cubicBezTo>
                  <a:cubicBezTo>
                    <a:pt x="14974" y="20761"/>
                    <a:pt x="15102" y="20701"/>
                    <a:pt x="15253" y="20631"/>
                  </a:cubicBezTo>
                  <a:lnTo>
                    <a:pt x="16543" y="19937"/>
                  </a:lnTo>
                  <a:cubicBezTo>
                    <a:pt x="16683" y="19850"/>
                    <a:pt x="16802" y="19780"/>
                    <a:pt x="16813" y="19774"/>
                  </a:cubicBezTo>
                  <a:cubicBezTo>
                    <a:pt x="16818" y="19769"/>
                    <a:pt x="16792" y="19633"/>
                    <a:pt x="16749" y="19476"/>
                  </a:cubicBezTo>
                  <a:lnTo>
                    <a:pt x="16538" y="18673"/>
                  </a:lnTo>
                  <a:cubicBezTo>
                    <a:pt x="16495" y="18516"/>
                    <a:pt x="16565" y="18301"/>
                    <a:pt x="16695" y="18192"/>
                  </a:cubicBezTo>
                  <a:lnTo>
                    <a:pt x="17622" y="17336"/>
                  </a:lnTo>
                  <a:cubicBezTo>
                    <a:pt x="17736" y="17216"/>
                    <a:pt x="17957" y="17173"/>
                    <a:pt x="18108" y="17232"/>
                  </a:cubicBezTo>
                  <a:lnTo>
                    <a:pt x="18868" y="17535"/>
                  </a:lnTo>
                  <a:cubicBezTo>
                    <a:pt x="19019" y="17595"/>
                    <a:pt x="19150" y="17639"/>
                    <a:pt x="19155" y="17634"/>
                  </a:cubicBezTo>
                  <a:cubicBezTo>
                    <a:pt x="19160" y="17628"/>
                    <a:pt x="19247" y="17515"/>
                    <a:pt x="19344" y="17380"/>
                  </a:cubicBezTo>
                  <a:lnTo>
                    <a:pt x="20175" y="16127"/>
                  </a:lnTo>
                  <a:cubicBezTo>
                    <a:pt x="20262" y="15986"/>
                    <a:pt x="20332" y="15861"/>
                    <a:pt x="20337" y="15856"/>
                  </a:cubicBezTo>
                  <a:cubicBezTo>
                    <a:pt x="20342" y="15850"/>
                    <a:pt x="20256" y="15743"/>
                    <a:pt x="20143" y="15624"/>
                  </a:cubicBezTo>
                  <a:lnTo>
                    <a:pt x="19570" y="14989"/>
                  </a:lnTo>
                  <a:cubicBezTo>
                    <a:pt x="19462" y="14869"/>
                    <a:pt x="19419" y="14642"/>
                    <a:pt x="19479" y="14491"/>
                  </a:cubicBezTo>
                  <a:lnTo>
                    <a:pt x="19862" y="13390"/>
                  </a:lnTo>
                  <a:cubicBezTo>
                    <a:pt x="19910" y="13233"/>
                    <a:pt x="20082" y="13088"/>
                    <a:pt x="20244" y="13072"/>
                  </a:cubicBezTo>
                  <a:lnTo>
                    <a:pt x="21081" y="12978"/>
                  </a:lnTo>
                  <a:cubicBezTo>
                    <a:pt x="21243" y="12962"/>
                    <a:pt x="21379" y="12940"/>
                    <a:pt x="21384" y="12929"/>
                  </a:cubicBezTo>
                  <a:cubicBezTo>
                    <a:pt x="21384" y="12918"/>
                    <a:pt x="21404" y="12784"/>
                    <a:pt x="21431" y="12616"/>
                  </a:cubicBezTo>
                  <a:lnTo>
                    <a:pt x="21583" y="11072"/>
                  </a:lnTo>
                  <a:cubicBezTo>
                    <a:pt x="21594" y="10909"/>
                    <a:pt x="21600" y="10767"/>
                    <a:pt x="21600" y="10757"/>
                  </a:cubicBezTo>
                  <a:cubicBezTo>
                    <a:pt x="21584" y="10757"/>
                    <a:pt x="21460" y="10702"/>
                    <a:pt x="21303" y="10648"/>
                  </a:cubicBezTo>
                  <a:lnTo>
                    <a:pt x="20477" y="10345"/>
                  </a:lnTo>
                  <a:cubicBezTo>
                    <a:pt x="20321" y="10291"/>
                    <a:pt x="20180" y="10106"/>
                    <a:pt x="20163" y="9944"/>
                  </a:cubicBezTo>
                  <a:lnTo>
                    <a:pt x="20013" y="8914"/>
                  </a:lnTo>
                  <a:cubicBezTo>
                    <a:pt x="19981" y="8752"/>
                    <a:pt x="20067" y="8546"/>
                    <a:pt x="20202" y="8454"/>
                  </a:cubicBezTo>
                  <a:lnTo>
                    <a:pt x="20926" y="7966"/>
                  </a:lnTo>
                  <a:cubicBezTo>
                    <a:pt x="21060" y="7874"/>
                    <a:pt x="21174" y="7792"/>
                    <a:pt x="21168" y="7781"/>
                  </a:cubicBezTo>
                  <a:cubicBezTo>
                    <a:pt x="21168" y="7770"/>
                    <a:pt x="21119" y="7640"/>
                    <a:pt x="21065" y="7483"/>
                  </a:cubicBezTo>
                  <a:lnTo>
                    <a:pt x="20472" y="6000"/>
                  </a:lnTo>
                  <a:cubicBezTo>
                    <a:pt x="20402" y="5848"/>
                    <a:pt x="20342" y="5723"/>
                    <a:pt x="20337" y="5712"/>
                  </a:cubicBezTo>
                  <a:cubicBezTo>
                    <a:pt x="20332" y="5701"/>
                    <a:pt x="20197" y="5717"/>
                    <a:pt x="20035" y="5739"/>
                  </a:cubicBezTo>
                  <a:lnTo>
                    <a:pt x="19133" y="5858"/>
                  </a:lnTo>
                  <a:cubicBezTo>
                    <a:pt x="18971" y="5879"/>
                    <a:pt x="18761" y="5788"/>
                    <a:pt x="18674" y="5648"/>
                  </a:cubicBezTo>
                  <a:lnTo>
                    <a:pt x="18135" y="4899"/>
                  </a:lnTo>
                  <a:cubicBezTo>
                    <a:pt x="18032" y="4769"/>
                    <a:pt x="18017" y="4548"/>
                    <a:pt x="18093" y="4401"/>
                  </a:cubicBezTo>
                  <a:lnTo>
                    <a:pt x="18518" y="3609"/>
                  </a:lnTo>
                  <a:cubicBezTo>
                    <a:pt x="18593" y="3462"/>
                    <a:pt x="18653" y="3338"/>
                    <a:pt x="18647" y="3333"/>
                  </a:cubicBezTo>
                  <a:cubicBezTo>
                    <a:pt x="18642" y="3327"/>
                    <a:pt x="18540" y="3230"/>
                    <a:pt x="18422" y="3116"/>
                  </a:cubicBezTo>
                  <a:lnTo>
                    <a:pt x="17186" y="2044"/>
                  </a:lnTo>
                  <a:cubicBezTo>
                    <a:pt x="17056" y="1941"/>
                    <a:pt x="16943" y="1853"/>
                    <a:pt x="16938" y="1848"/>
                  </a:cubicBezTo>
                  <a:cubicBezTo>
                    <a:pt x="16932" y="1842"/>
                    <a:pt x="16813" y="1918"/>
                    <a:pt x="16683" y="2010"/>
                  </a:cubicBezTo>
                  <a:lnTo>
                    <a:pt x="15934" y="2547"/>
                  </a:lnTo>
                  <a:cubicBezTo>
                    <a:pt x="15800" y="2644"/>
                    <a:pt x="15572" y="2655"/>
                    <a:pt x="15432" y="2574"/>
                  </a:cubicBezTo>
                  <a:lnTo>
                    <a:pt x="14682" y="2190"/>
                  </a:lnTo>
                  <a:cubicBezTo>
                    <a:pt x="14531" y="2119"/>
                    <a:pt x="14411" y="1929"/>
                    <a:pt x="14417" y="1761"/>
                  </a:cubicBezTo>
                  <a:lnTo>
                    <a:pt x="14429" y="840"/>
                  </a:lnTo>
                  <a:cubicBezTo>
                    <a:pt x="14429" y="677"/>
                    <a:pt x="14428" y="537"/>
                    <a:pt x="14417" y="537"/>
                  </a:cubicBezTo>
                  <a:cubicBezTo>
                    <a:pt x="14411" y="531"/>
                    <a:pt x="14272" y="494"/>
                    <a:pt x="14115" y="445"/>
                  </a:cubicBezTo>
                  <a:lnTo>
                    <a:pt x="12508" y="54"/>
                  </a:lnTo>
                  <a:cubicBezTo>
                    <a:pt x="12346" y="22"/>
                    <a:pt x="12205" y="0"/>
                    <a:pt x="12200" y="0"/>
                  </a:cubicBezTo>
                  <a:cubicBezTo>
                    <a:pt x="12189" y="0"/>
                    <a:pt x="12125" y="120"/>
                    <a:pt x="12049" y="266"/>
                  </a:cubicBezTo>
                  <a:lnTo>
                    <a:pt x="11628" y="1096"/>
                  </a:lnTo>
                  <a:cubicBezTo>
                    <a:pt x="11552" y="1242"/>
                    <a:pt x="11358" y="1355"/>
                    <a:pt x="11196" y="1350"/>
                  </a:cubicBezTo>
                  <a:lnTo>
                    <a:pt x="10387" y="1350"/>
                  </a:lnTo>
                  <a:cubicBezTo>
                    <a:pt x="10225" y="1355"/>
                    <a:pt x="10025" y="1242"/>
                    <a:pt x="9955" y="1096"/>
                  </a:cubicBezTo>
                  <a:lnTo>
                    <a:pt x="9534" y="266"/>
                  </a:lnTo>
                  <a:cubicBezTo>
                    <a:pt x="9458" y="120"/>
                    <a:pt x="9394" y="0"/>
                    <a:pt x="9384" y="0"/>
                  </a:cubicBezTo>
                  <a:close/>
                  <a:moveTo>
                    <a:pt x="10792" y="5820"/>
                  </a:moveTo>
                  <a:cubicBezTo>
                    <a:pt x="13533" y="5820"/>
                    <a:pt x="15761" y="8053"/>
                    <a:pt x="15761" y="10811"/>
                  </a:cubicBezTo>
                  <a:cubicBezTo>
                    <a:pt x="15761" y="13569"/>
                    <a:pt x="13533" y="15801"/>
                    <a:pt x="10792" y="15801"/>
                  </a:cubicBezTo>
                  <a:cubicBezTo>
                    <a:pt x="8051" y="15801"/>
                    <a:pt x="5822" y="13569"/>
                    <a:pt x="5822" y="10811"/>
                  </a:cubicBezTo>
                  <a:cubicBezTo>
                    <a:pt x="5822" y="8053"/>
                    <a:pt x="8045" y="5820"/>
                    <a:pt x="10792" y="5820"/>
                  </a:cubicBezTo>
                  <a:close/>
                  <a:moveTo>
                    <a:pt x="10792" y="7592"/>
                  </a:moveTo>
                  <a:cubicBezTo>
                    <a:pt x="9016" y="7592"/>
                    <a:pt x="7581" y="9033"/>
                    <a:pt x="7581" y="10816"/>
                  </a:cubicBezTo>
                  <a:cubicBezTo>
                    <a:pt x="7581" y="12593"/>
                    <a:pt x="9016" y="14040"/>
                    <a:pt x="10792" y="14040"/>
                  </a:cubicBezTo>
                  <a:cubicBezTo>
                    <a:pt x="12567" y="14040"/>
                    <a:pt x="14002" y="12599"/>
                    <a:pt x="14002" y="10816"/>
                  </a:cubicBezTo>
                  <a:cubicBezTo>
                    <a:pt x="14002" y="9033"/>
                    <a:pt x="12567" y="7592"/>
                    <a:pt x="10792" y="7592"/>
                  </a:cubicBezTo>
                  <a:close/>
                </a:path>
              </a:pathLst>
            </a:custGeom>
            <a:solidFill>
              <a:srgbClr val="000000"/>
            </a:solidFill>
            <a:ln w="3937"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129" name="TextBox 183">
              <a:extLst>
                <a:ext uri="{FF2B5EF4-FFF2-40B4-BE49-F238E27FC236}">
                  <a16:creationId xmlns:a16="http://schemas.microsoft.com/office/drawing/2014/main" id="{152A74CD-0D65-800C-508E-69935CD3F90F}"/>
                </a:ext>
              </a:extLst>
            </p:cNvPr>
            <p:cNvSpPr txBox="1"/>
            <p:nvPr/>
          </p:nvSpPr>
          <p:spPr>
            <a:xfrm>
              <a:off x="17266209" y="12810473"/>
              <a:ext cx="886781" cy="646331"/>
            </a:xfrm>
            <a:prstGeom prst="rect">
              <a:avLst/>
            </a:prstGeom>
            <a:noFill/>
          </p:spPr>
          <p:txBody>
            <a:bodyPr wrap="none" lIns="28346" tIns="14173" rIns="28346" bIns="14173" rtlCol="0">
              <a:spAutoFit/>
            </a:bodyPr>
            <a:lstStyle/>
            <a:p>
              <a:r>
                <a:rPr lang="en-US" sz="892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Aer</a:t>
              </a:r>
              <a:endParaRPr lang="en-US" sz="892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130" name="Line">
              <a:extLst>
                <a:ext uri="{FF2B5EF4-FFF2-40B4-BE49-F238E27FC236}">
                  <a16:creationId xmlns:a16="http://schemas.microsoft.com/office/drawing/2014/main" id="{8C7FA5F9-6FF5-339B-3B8A-C71AFDE2EA5F}"/>
                </a:ext>
              </a:extLst>
            </p:cNvPr>
            <p:cNvSpPr/>
            <p:nvPr/>
          </p:nvSpPr>
          <p:spPr>
            <a:xfrm flipV="1">
              <a:off x="15718883" y="11821922"/>
              <a:ext cx="440370" cy="2185208"/>
            </a:xfrm>
            <a:prstGeom prst="line">
              <a:avLst/>
            </a:prstGeom>
            <a:ln w="23622">
              <a:solidFill>
                <a:schemeClr val="accent2"/>
              </a:solidFill>
              <a:miter lim="400000"/>
              <a:tailEnd type="triangle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131" name="-">
              <a:extLst>
                <a:ext uri="{FF2B5EF4-FFF2-40B4-BE49-F238E27FC236}">
                  <a16:creationId xmlns:a16="http://schemas.microsoft.com/office/drawing/2014/main" id="{2C4ACBC2-FDC9-DEEF-B131-BB23ED161283}"/>
                </a:ext>
              </a:extLst>
            </p:cNvPr>
            <p:cNvSpPr txBox="1"/>
            <p:nvPr/>
          </p:nvSpPr>
          <p:spPr>
            <a:xfrm>
              <a:off x="15578815" y="13990649"/>
              <a:ext cx="250069" cy="666849"/>
            </a:xfrm>
            <a:prstGeom prst="rect">
              <a:avLst/>
            </a:prstGeom>
            <a:ln w="3937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874" tIns="7874" rIns="7874" bIns="7874" anchor="ctr">
              <a:spAutoFit/>
            </a:bodyPr>
            <a:lstStyle>
              <a:lvl1pPr>
                <a:defRPr>
                  <a:solidFill>
                    <a:srgbClr val="000000"/>
                  </a:solidFill>
                </a:defRPr>
              </a:lvl1pPr>
            </a:lstStyle>
            <a:p>
              <a:pPr algn="ctr" defTabSz="1219169" hangingPunct="0"/>
              <a:r>
                <a:rPr sz="992" kern="0" dirty="0">
                  <a:latin typeface="Helvetica Neue"/>
                  <a:ea typeface="Helvetica Neue"/>
                  <a:cs typeface="Helvetica Neue"/>
                  <a:sym typeface="Helvetica Neue"/>
                </a:rPr>
                <a:t>-</a:t>
              </a:r>
            </a:p>
          </p:txBody>
        </p:sp>
        <p:sp>
          <p:nvSpPr>
            <p:cNvPr id="5132" name="Arrow 2">
              <a:extLst>
                <a:ext uri="{FF2B5EF4-FFF2-40B4-BE49-F238E27FC236}">
                  <a16:creationId xmlns:a16="http://schemas.microsoft.com/office/drawing/2014/main" id="{4B93CCAA-DF2C-3C56-F3E4-C8D855AEDB87}"/>
                </a:ext>
              </a:extLst>
            </p:cNvPr>
            <p:cNvSpPr/>
            <p:nvPr/>
          </p:nvSpPr>
          <p:spPr>
            <a:xfrm>
              <a:off x="15313131" y="14035818"/>
              <a:ext cx="813585" cy="6551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749" y="0"/>
                  </a:moveTo>
                  <a:cubicBezTo>
                    <a:pt x="8457" y="0"/>
                    <a:pt x="6373" y="1103"/>
                    <a:pt x="4819" y="2903"/>
                  </a:cubicBezTo>
                  <a:lnTo>
                    <a:pt x="6744" y="6147"/>
                  </a:lnTo>
                  <a:cubicBezTo>
                    <a:pt x="7744" y="4819"/>
                    <a:pt x="9169" y="3989"/>
                    <a:pt x="10749" y="3989"/>
                  </a:cubicBezTo>
                  <a:cubicBezTo>
                    <a:pt x="13751" y="3989"/>
                    <a:pt x="16189" y="6985"/>
                    <a:pt x="16232" y="10700"/>
                  </a:cubicBezTo>
                  <a:lnTo>
                    <a:pt x="14265" y="10700"/>
                  </a:lnTo>
                  <a:lnTo>
                    <a:pt x="17933" y="16883"/>
                  </a:lnTo>
                  <a:lnTo>
                    <a:pt x="21600" y="10700"/>
                  </a:lnTo>
                  <a:lnTo>
                    <a:pt x="19444" y="10700"/>
                  </a:lnTo>
                  <a:cubicBezTo>
                    <a:pt x="19401" y="4782"/>
                    <a:pt x="15525" y="0"/>
                    <a:pt x="10749" y="0"/>
                  </a:cubicBezTo>
                  <a:close/>
                  <a:moveTo>
                    <a:pt x="3667" y="4515"/>
                  </a:moveTo>
                  <a:lnTo>
                    <a:pt x="0" y="10700"/>
                  </a:lnTo>
                  <a:lnTo>
                    <a:pt x="2054" y="10700"/>
                  </a:lnTo>
                  <a:cubicBezTo>
                    <a:pt x="2053" y="10733"/>
                    <a:pt x="2054" y="10767"/>
                    <a:pt x="2054" y="10801"/>
                  </a:cubicBezTo>
                  <a:cubicBezTo>
                    <a:pt x="2054" y="16766"/>
                    <a:pt x="5946" y="21600"/>
                    <a:pt x="10749" y="21600"/>
                  </a:cubicBezTo>
                  <a:cubicBezTo>
                    <a:pt x="13080" y="21600"/>
                    <a:pt x="15197" y="20461"/>
                    <a:pt x="16759" y="18607"/>
                  </a:cubicBezTo>
                  <a:lnTo>
                    <a:pt x="14814" y="15375"/>
                  </a:lnTo>
                  <a:cubicBezTo>
                    <a:pt x="13811" y="16749"/>
                    <a:pt x="12360" y="17611"/>
                    <a:pt x="10749" y="17611"/>
                  </a:cubicBezTo>
                  <a:cubicBezTo>
                    <a:pt x="7720" y="17611"/>
                    <a:pt x="5266" y="14563"/>
                    <a:pt x="5266" y="10801"/>
                  </a:cubicBezTo>
                  <a:cubicBezTo>
                    <a:pt x="5266" y="10767"/>
                    <a:pt x="5265" y="10733"/>
                    <a:pt x="5266" y="10700"/>
                  </a:cubicBezTo>
                  <a:lnTo>
                    <a:pt x="7335" y="10700"/>
                  </a:lnTo>
                  <a:lnTo>
                    <a:pt x="3667" y="4515"/>
                  </a:lnTo>
                  <a:close/>
                </a:path>
              </a:pathLst>
            </a:custGeom>
            <a:solidFill>
              <a:srgbClr val="C00000"/>
            </a:solidFill>
            <a:ln w="3937"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133" name="Gear">
              <a:extLst>
                <a:ext uri="{FF2B5EF4-FFF2-40B4-BE49-F238E27FC236}">
                  <a16:creationId xmlns:a16="http://schemas.microsoft.com/office/drawing/2014/main" id="{ABC97C62-8DEB-F428-1E28-62F5BDF4BDCC}"/>
                </a:ext>
              </a:extLst>
            </p:cNvPr>
            <p:cNvSpPr/>
            <p:nvPr/>
          </p:nvSpPr>
          <p:spPr>
            <a:xfrm>
              <a:off x="15067117" y="14809653"/>
              <a:ext cx="637759" cy="6349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9" extrusionOk="0">
                  <a:moveTo>
                    <a:pt x="9384" y="0"/>
                  </a:moveTo>
                  <a:cubicBezTo>
                    <a:pt x="9373" y="0"/>
                    <a:pt x="9237" y="27"/>
                    <a:pt x="9075" y="54"/>
                  </a:cubicBezTo>
                  <a:lnTo>
                    <a:pt x="7468" y="445"/>
                  </a:lnTo>
                  <a:cubicBezTo>
                    <a:pt x="7312" y="494"/>
                    <a:pt x="7177" y="531"/>
                    <a:pt x="7166" y="537"/>
                  </a:cubicBezTo>
                  <a:cubicBezTo>
                    <a:pt x="7161" y="542"/>
                    <a:pt x="7154" y="677"/>
                    <a:pt x="7154" y="840"/>
                  </a:cubicBezTo>
                  <a:lnTo>
                    <a:pt x="7166" y="1761"/>
                  </a:lnTo>
                  <a:cubicBezTo>
                    <a:pt x="7166" y="1924"/>
                    <a:pt x="7047" y="2119"/>
                    <a:pt x="6902" y="2190"/>
                  </a:cubicBezTo>
                  <a:lnTo>
                    <a:pt x="6151" y="2574"/>
                  </a:lnTo>
                  <a:cubicBezTo>
                    <a:pt x="6006" y="2655"/>
                    <a:pt x="5778" y="2644"/>
                    <a:pt x="5649" y="2547"/>
                  </a:cubicBezTo>
                  <a:lnTo>
                    <a:pt x="4900" y="2010"/>
                  </a:lnTo>
                  <a:cubicBezTo>
                    <a:pt x="4765" y="1913"/>
                    <a:pt x="4651" y="1842"/>
                    <a:pt x="4645" y="1848"/>
                  </a:cubicBezTo>
                  <a:cubicBezTo>
                    <a:pt x="4640" y="1853"/>
                    <a:pt x="4527" y="1941"/>
                    <a:pt x="4398" y="2044"/>
                  </a:cubicBezTo>
                  <a:lnTo>
                    <a:pt x="3162" y="3116"/>
                  </a:lnTo>
                  <a:cubicBezTo>
                    <a:pt x="3043" y="3230"/>
                    <a:pt x="2941" y="3327"/>
                    <a:pt x="2936" y="3333"/>
                  </a:cubicBezTo>
                  <a:cubicBezTo>
                    <a:pt x="2930" y="3338"/>
                    <a:pt x="2990" y="3462"/>
                    <a:pt x="3065" y="3609"/>
                  </a:cubicBezTo>
                  <a:lnTo>
                    <a:pt x="3490" y="4401"/>
                  </a:lnTo>
                  <a:cubicBezTo>
                    <a:pt x="3566" y="4548"/>
                    <a:pt x="3551" y="4769"/>
                    <a:pt x="3448" y="4899"/>
                  </a:cubicBezTo>
                  <a:lnTo>
                    <a:pt x="2909" y="5648"/>
                  </a:lnTo>
                  <a:cubicBezTo>
                    <a:pt x="2817" y="5783"/>
                    <a:pt x="2612" y="5879"/>
                    <a:pt x="2450" y="5858"/>
                  </a:cubicBezTo>
                  <a:lnTo>
                    <a:pt x="1548" y="5739"/>
                  </a:lnTo>
                  <a:cubicBezTo>
                    <a:pt x="1386" y="5717"/>
                    <a:pt x="1251" y="5707"/>
                    <a:pt x="1246" y="5712"/>
                  </a:cubicBezTo>
                  <a:cubicBezTo>
                    <a:pt x="1241" y="5717"/>
                    <a:pt x="1181" y="5848"/>
                    <a:pt x="1111" y="6000"/>
                  </a:cubicBezTo>
                  <a:lnTo>
                    <a:pt x="518" y="7483"/>
                  </a:lnTo>
                  <a:cubicBezTo>
                    <a:pt x="464" y="7640"/>
                    <a:pt x="420" y="7776"/>
                    <a:pt x="415" y="7781"/>
                  </a:cubicBezTo>
                  <a:cubicBezTo>
                    <a:pt x="415" y="7792"/>
                    <a:pt x="523" y="7874"/>
                    <a:pt x="658" y="7966"/>
                  </a:cubicBezTo>
                  <a:lnTo>
                    <a:pt x="1381" y="8454"/>
                  </a:lnTo>
                  <a:cubicBezTo>
                    <a:pt x="1516" y="8546"/>
                    <a:pt x="1602" y="8752"/>
                    <a:pt x="1570" y="8914"/>
                  </a:cubicBezTo>
                  <a:lnTo>
                    <a:pt x="1420" y="9944"/>
                  </a:lnTo>
                  <a:cubicBezTo>
                    <a:pt x="1404" y="10106"/>
                    <a:pt x="1263" y="10291"/>
                    <a:pt x="1106" y="10345"/>
                  </a:cubicBezTo>
                  <a:lnTo>
                    <a:pt x="280" y="10648"/>
                  </a:lnTo>
                  <a:cubicBezTo>
                    <a:pt x="123" y="10702"/>
                    <a:pt x="0" y="10758"/>
                    <a:pt x="0" y="10769"/>
                  </a:cubicBezTo>
                  <a:cubicBezTo>
                    <a:pt x="0" y="10779"/>
                    <a:pt x="6" y="10919"/>
                    <a:pt x="17" y="11082"/>
                  </a:cubicBezTo>
                  <a:lnTo>
                    <a:pt x="167" y="12626"/>
                  </a:lnTo>
                  <a:cubicBezTo>
                    <a:pt x="194" y="12789"/>
                    <a:pt x="210" y="12930"/>
                    <a:pt x="216" y="12941"/>
                  </a:cubicBezTo>
                  <a:cubicBezTo>
                    <a:pt x="216" y="12952"/>
                    <a:pt x="350" y="12974"/>
                    <a:pt x="518" y="12990"/>
                  </a:cubicBezTo>
                  <a:lnTo>
                    <a:pt x="1354" y="13082"/>
                  </a:lnTo>
                  <a:cubicBezTo>
                    <a:pt x="1516" y="13098"/>
                    <a:pt x="1688" y="13245"/>
                    <a:pt x="1737" y="13402"/>
                  </a:cubicBezTo>
                  <a:lnTo>
                    <a:pt x="2121" y="14501"/>
                  </a:lnTo>
                  <a:cubicBezTo>
                    <a:pt x="2181" y="14653"/>
                    <a:pt x="2142" y="14881"/>
                    <a:pt x="2028" y="15000"/>
                  </a:cubicBezTo>
                  <a:lnTo>
                    <a:pt x="1457" y="15624"/>
                  </a:lnTo>
                  <a:cubicBezTo>
                    <a:pt x="1349" y="15743"/>
                    <a:pt x="1258" y="15850"/>
                    <a:pt x="1263" y="15856"/>
                  </a:cubicBezTo>
                  <a:cubicBezTo>
                    <a:pt x="1268" y="15861"/>
                    <a:pt x="1338" y="15986"/>
                    <a:pt x="1425" y="16127"/>
                  </a:cubicBezTo>
                  <a:lnTo>
                    <a:pt x="2256" y="17380"/>
                  </a:lnTo>
                  <a:cubicBezTo>
                    <a:pt x="2353" y="17510"/>
                    <a:pt x="2440" y="17623"/>
                    <a:pt x="2445" y="17634"/>
                  </a:cubicBezTo>
                  <a:cubicBezTo>
                    <a:pt x="2450" y="17639"/>
                    <a:pt x="2579" y="17595"/>
                    <a:pt x="2730" y="17535"/>
                  </a:cubicBezTo>
                  <a:lnTo>
                    <a:pt x="3490" y="17232"/>
                  </a:lnTo>
                  <a:cubicBezTo>
                    <a:pt x="3641" y="17173"/>
                    <a:pt x="3863" y="17216"/>
                    <a:pt x="3976" y="17336"/>
                  </a:cubicBezTo>
                  <a:lnTo>
                    <a:pt x="4905" y="18192"/>
                  </a:lnTo>
                  <a:cubicBezTo>
                    <a:pt x="5029" y="18295"/>
                    <a:pt x="5100" y="18511"/>
                    <a:pt x="5062" y="18673"/>
                  </a:cubicBezTo>
                  <a:lnTo>
                    <a:pt x="4851" y="19476"/>
                  </a:lnTo>
                  <a:cubicBezTo>
                    <a:pt x="4808" y="19633"/>
                    <a:pt x="4780" y="19769"/>
                    <a:pt x="4785" y="19774"/>
                  </a:cubicBezTo>
                  <a:cubicBezTo>
                    <a:pt x="4791" y="19780"/>
                    <a:pt x="4915" y="19850"/>
                    <a:pt x="5055" y="19937"/>
                  </a:cubicBezTo>
                  <a:lnTo>
                    <a:pt x="6345" y="20631"/>
                  </a:lnTo>
                  <a:cubicBezTo>
                    <a:pt x="6491" y="20701"/>
                    <a:pt x="6621" y="20761"/>
                    <a:pt x="6632" y="20766"/>
                  </a:cubicBezTo>
                  <a:cubicBezTo>
                    <a:pt x="6637" y="20772"/>
                    <a:pt x="6735" y="20668"/>
                    <a:pt x="6843" y="20543"/>
                  </a:cubicBezTo>
                  <a:lnTo>
                    <a:pt x="7370" y="19932"/>
                  </a:lnTo>
                  <a:cubicBezTo>
                    <a:pt x="7478" y="19807"/>
                    <a:pt x="7694" y="19742"/>
                    <a:pt x="7851" y="19791"/>
                  </a:cubicBezTo>
                  <a:lnTo>
                    <a:pt x="9136" y="20116"/>
                  </a:lnTo>
                  <a:cubicBezTo>
                    <a:pt x="9298" y="20149"/>
                    <a:pt x="9459" y="20306"/>
                    <a:pt x="9497" y="20468"/>
                  </a:cubicBezTo>
                  <a:lnTo>
                    <a:pt x="9680" y="21259"/>
                  </a:lnTo>
                  <a:cubicBezTo>
                    <a:pt x="9718" y="21422"/>
                    <a:pt x="9756" y="21552"/>
                    <a:pt x="9761" y="21552"/>
                  </a:cubicBezTo>
                  <a:cubicBezTo>
                    <a:pt x="9767" y="21552"/>
                    <a:pt x="9911" y="21562"/>
                    <a:pt x="10073" y="21573"/>
                  </a:cubicBezTo>
                  <a:lnTo>
                    <a:pt x="10500" y="21595"/>
                  </a:lnTo>
                  <a:cubicBezTo>
                    <a:pt x="10662" y="21600"/>
                    <a:pt x="10931" y="21600"/>
                    <a:pt x="11098" y="21595"/>
                  </a:cubicBezTo>
                  <a:lnTo>
                    <a:pt x="11525" y="21573"/>
                  </a:lnTo>
                  <a:cubicBezTo>
                    <a:pt x="11687" y="21562"/>
                    <a:pt x="11828" y="21552"/>
                    <a:pt x="11839" y="21552"/>
                  </a:cubicBezTo>
                  <a:cubicBezTo>
                    <a:pt x="11849" y="21552"/>
                    <a:pt x="11882" y="21416"/>
                    <a:pt x="11920" y="21259"/>
                  </a:cubicBezTo>
                  <a:lnTo>
                    <a:pt x="12103" y="20468"/>
                  </a:lnTo>
                  <a:cubicBezTo>
                    <a:pt x="12141" y="20306"/>
                    <a:pt x="12302" y="20149"/>
                    <a:pt x="12464" y="20116"/>
                  </a:cubicBezTo>
                  <a:lnTo>
                    <a:pt x="13749" y="19791"/>
                  </a:lnTo>
                  <a:cubicBezTo>
                    <a:pt x="13906" y="19742"/>
                    <a:pt x="14120" y="19807"/>
                    <a:pt x="14228" y="19932"/>
                  </a:cubicBezTo>
                  <a:lnTo>
                    <a:pt x="14757" y="20543"/>
                  </a:lnTo>
                  <a:cubicBezTo>
                    <a:pt x="14865" y="20668"/>
                    <a:pt x="14957" y="20767"/>
                    <a:pt x="14968" y="20766"/>
                  </a:cubicBezTo>
                  <a:cubicBezTo>
                    <a:pt x="14974" y="20761"/>
                    <a:pt x="15102" y="20701"/>
                    <a:pt x="15253" y="20631"/>
                  </a:cubicBezTo>
                  <a:lnTo>
                    <a:pt x="16543" y="19937"/>
                  </a:lnTo>
                  <a:cubicBezTo>
                    <a:pt x="16683" y="19850"/>
                    <a:pt x="16802" y="19780"/>
                    <a:pt x="16813" y="19774"/>
                  </a:cubicBezTo>
                  <a:cubicBezTo>
                    <a:pt x="16818" y="19769"/>
                    <a:pt x="16792" y="19633"/>
                    <a:pt x="16749" y="19476"/>
                  </a:cubicBezTo>
                  <a:lnTo>
                    <a:pt x="16538" y="18673"/>
                  </a:lnTo>
                  <a:cubicBezTo>
                    <a:pt x="16495" y="18516"/>
                    <a:pt x="16565" y="18301"/>
                    <a:pt x="16695" y="18192"/>
                  </a:cubicBezTo>
                  <a:lnTo>
                    <a:pt x="17622" y="17336"/>
                  </a:lnTo>
                  <a:cubicBezTo>
                    <a:pt x="17736" y="17216"/>
                    <a:pt x="17957" y="17173"/>
                    <a:pt x="18108" y="17232"/>
                  </a:cubicBezTo>
                  <a:lnTo>
                    <a:pt x="18868" y="17535"/>
                  </a:lnTo>
                  <a:cubicBezTo>
                    <a:pt x="19019" y="17595"/>
                    <a:pt x="19150" y="17639"/>
                    <a:pt x="19155" y="17634"/>
                  </a:cubicBezTo>
                  <a:cubicBezTo>
                    <a:pt x="19160" y="17628"/>
                    <a:pt x="19247" y="17515"/>
                    <a:pt x="19344" y="17380"/>
                  </a:cubicBezTo>
                  <a:lnTo>
                    <a:pt x="20175" y="16127"/>
                  </a:lnTo>
                  <a:cubicBezTo>
                    <a:pt x="20262" y="15986"/>
                    <a:pt x="20332" y="15861"/>
                    <a:pt x="20337" y="15856"/>
                  </a:cubicBezTo>
                  <a:cubicBezTo>
                    <a:pt x="20342" y="15850"/>
                    <a:pt x="20256" y="15743"/>
                    <a:pt x="20143" y="15624"/>
                  </a:cubicBezTo>
                  <a:lnTo>
                    <a:pt x="19570" y="14989"/>
                  </a:lnTo>
                  <a:cubicBezTo>
                    <a:pt x="19462" y="14869"/>
                    <a:pt x="19419" y="14642"/>
                    <a:pt x="19479" y="14491"/>
                  </a:cubicBezTo>
                  <a:lnTo>
                    <a:pt x="19862" y="13390"/>
                  </a:lnTo>
                  <a:cubicBezTo>
                    <a:pt x="19910" y="13233"/>
                    <a:pt x="20082" y="13088"/>
                    <a:pt x="20244" y="13072"/>
                  </a:cubicBezTo>
                  <a:lnTo>
                    <a:pt x="21081" y="12978"/>
                  </a:lnTo>
                  <a:cubicBezTo>
                    <a:pt x="21243" y="12962"/>
                    <a:pt x="21379" y="12940"/>
                    <a:pt x="21384" y="12929"/>
                  </a:cubicBezTo>
                  <a:cubicBezTo>
                    <a:pt x="21384" y="12918"/>
                    <a:pt x="21404" y="12784"/>
                    <a:pt x="21431" y="12616"/>
                  </a:cubicBezTo>
                  <a:lnTo>
                    <a:pt x="21583" y="11072"/>
                  </a:lnTo>
                  <a:cubicBezTo>
                    <a:pt x="21594" y="10909"/>
                    <a:pt x="21600" y="10767"/>
                    <a:pt x="21600" y="10757"/>
                  </a:cubicBezTo>
                  <a:cubicBezTo>
                    <a:pt x="21584" y="10757"/>
                    <a:pt x="21460" y="10702"/>
                    <a:pt x="21303" y="10648"/>
                  </a:cubicBezTo>
                  <a:lnTo>
                    <a:pt x="20477" y="10345"/>
                  </a:lnTo>
                  <a:cubicBezTo>
                    <a:pt x="20321" y="10291"/>
                    <a:pt x="20180" y="10106"/>
                    <a:pt x="20163" y="9944"/>
                  </a:cubicBezTo>
                  <a:lnTo>
                    <a:pt x="20013" y="8914"/>
                  </a:lnTo>
                  <a:cubicBezTo>
                    <a:pt x="19981" y="8752"/>
                    <a:pt x="20067" y="8546"/>
                    <a:pt x="20202" y="8454"/>
                  </a:cubicBezTo>
                  <a:lnTo>
                    <a:pt x="20926" y="7966"/>
                  </a:lnTo>
                  <a:cubicBezTo>
                    <a:pt x="21060" y="7874"/>
                    <a:pt x="21174" y="7792"/>
                    <a:pt x="21168" y="7781"/>
                  </a:cubicBezTo>
                  <a:cubicBezTo>
                    <a:pt x="21168" y="7770"/>
                    <a:pt x="21119" y="7640"/>
                    <a:pt x="21065" y="7483"/>
                  </a:cubicBezTo>
                  <a:lnTo>
                    <a:pt x="20472" y="6000"/>
                  </a:lnTo>
                  <a:cubicBezTo>
                    <a:pt x="20402" y="5848"/>
                    <a:pt x="20342" y="5723"/>
                    <a:pt x="20337" y="5712"/>
                  </a:cubicBezTo>
                  <a:cubicBezTo>
                    <a:pt x="20332" y="5701"/>
                    <a:pt x="20197" y="5717"/>
                    <a:pt x="20035" y="5739"/>
                  </a:cubicBezTo>
                  <a:lnTo>
                    <a:pt x="19133" y="5858"/>
                  </a:lnTo>
                  <a:cubicBezTo>
                    <a:pt x="18971" y="5879"/>
                    <a:pt x="18761" y="5788"/>
                    <a:pt x="18674" y="5648"/>
                  </a:cubicBezTo>
                  <a:lnTo>
                    <a:pt x="18135" y="4899"/>
                  </a:lnTo>
                  <a:cubicBezTo>
                    <a:pt x="18032" y="4769"/>
                    <a:pt x="18017" y="4548"/>
                    <a:pt x="18093" y="4401"/>
                  </a:cubicBezTo>
                  <a:lnTo>
                    <a:pt x="18518" y="3609"/>
                  </a:lnTo>
                  <a:cubicBezTo>
                    <a:pt x="18593" y="3462"/>
                    <a:pt x="18653" y="3338"/>
                    <a:pt x="18647" y="3333"/>
                  </a:cubicBezTo>
                  <a:cubicBezTo>
                    <a:pt x="18642" y="3327"/>
                    <a:pt x="18540" y="3230"/>
                    <a:pt x="18422" y="3116"/>
                  </a:cubicBezTo>
                  <a:lnTo>
                    <a:pt x="17186" y="2044"/>
                  </a:lnTo>
                  <a:cubicBezTo>
                    <a:pt x="17056" y="1941"/>
                    <a:pt x="16943" y="1853"/>
                    <a:pt x="16938" y="1848"/>
                  </a:cubicBezTo>
                  <a:cubicBezTo>
                    <a:pt x="16932" y="1842"/>
                    <a:pt x="16813" y="1918"/>
                    <a:pt x="16683" y="2010"/>
                  </a:cubicBezTo>
                  <a:lnTo>
                    <a:pt x="15934" y="2547"/>
                  </a:lnTo>
                  <a:cubicBezTo>
                    <a:pt x="15800" y="2644"/>
                    <a:pt x="15572" y="2655"/>
                    <a:pt x="15432" y="2574"/>
                  </a:cubicBezTo>
                  <a:lnTo>
                    <a:pt x="14682" y="2190"/>
                  </a:lnTo>
                  <a:cubicBezTo>
                    <a:pt x="14531" y="2119"/>
                    <a:pt x="14411" y="1929"/>
                    <a:pt x="14417" y="1761"/>
                  </a:cubicBezTo>
                  <a:lnTo>
                    <a:pt x="14429" y="840"/>
                  </a:lnTo>
                  <a:cubicBezTo>
                    <a:pt x="14429" y="677"/>
                    <a:pt x="14428" y="537"/>
                    <a:pt x="14417" y="537"/>
                  </a:cubicBezTo>
                  <a:cubicBezTo>
                    <a:pt x="14411" y="531"/>
                    <a:pt x="14272" y="494"/>
                    <a:pt x="14115" y="445"/>
                  </a:cubicBezTo>
                  <a:lnTo>
                    <a:pt x="12508" y="54"/>
                  </a:lnTo>
                  <a:cubicBezTo>
                    <a:pt x="12346" y="22"/>
                    <a:pt x="12205" y="0"/>
                    <a:pt x="12200" y="0"/>
                  </a:cubicBezTo>
                  <a:cubicBezTo>
                    <a:pt x="12189" y="0"/>
                    <a:pt x="12125" y="120"/>
                    <a:pt x="12049" y="266"/>
                  </a:cubicBezTo>
                  <a:lnTo>
                    <a:pt x="11628" y="1096"/>
                  </a:lnTo>
                  <a:cubicBezTo>
                    <a:pt x="11552" y="1242"/>
                    <a:pt x="11358" y="1355"/>
                    <a:pt x="11196" y="1350"/>
                  </a:cubicBezTo>
                  <a:lnTo>
                    <a:pt x="10387" y="1350"/>
                  </a:lnTo>
                  <a:cubicBezTo>
                    <a:pt x="10225" y="1355"/>
                    <a:pt x="10025" y="1242"/>
                    <a:pt x="9955" y="1096"/>
                  </a:cubicBezTo>
                  <a:lnTo>
                    <a:pt x="9534" y="266"/>
                  </a:lnTo>
                  <a:cubicBezTo>
                    <a:pt x="9458" y="120"/>
                    <a:pt x="9394" y="0"/>
                    <a:pt x="9384" y="0"/>
                  </a:cubicBezTo>
                  <a:close/>
                  <a:moveTo>
                    <a:pt x="10792" y="5820"/>
                  </a:moveTo>
                  <a:cubicBezTo>
                    <a:pt x="13533" y="5820"/>
                    <a:pt x="15761" y="8053"/>
                    <a:pt x="15761" y="10811"/>
                  </a:cubicBezTo>
                  <a:cubicBezTo>
                    <a:pt x="15761" y="13569"/>
                    <a:pt x="13533" y="15801"/>
                    <a:pt x="10792" y="15801"/>
                  </a:cubicBezTo>
                  <a:cubicBezTo>
                    <a:pt x="8051" y="15801"/>
                    <a:pt x="5822" y="13569"/>
                    <a:pt x="5822" y="10811"/>
                  </a:cubicBezTo>
                  <a:cubicBezTo>
                    <a:pt x="5822" y="8053"/>
                    <a:pt x="8045" y="5820"/>
                    <a:pt x="10792" y="5820"/>
                  </a:cubicBezTo>
                  <a:close/>
                  <a:moveTo>
                    <a:pt x="10792" y="7592"/>
                  </a:moveTo>
                  <a:cubicBezTo>
                    <a:pt x="9016" y="7592"/>
                    <a:pt x="7581" y="9033"/>
                    <a:pt x="7581" y="10816"/>
                  </a:cubicBezTo>
                  <a:cubicBezTo>
                    <a:pt x="7581" y="12593"/>
                    <a:pt x="9016" y="14040"/>
                    <a:pt x="10792" y="14040"/>
                  </a:cubicBezTo>
                  <a:cubicBezTo>
                    <a:pt x="12567" y="14040"/>
                    <a:pt x="14002" y="12599"/>
                    <a:pt x="14002" y="10816"/>
                  </a:cubicBezTo>
                  <a:cubicBezTo>
                    <a:pt x="14002" y="9033"/>
                    <a:pt x="12567" y="7592"/>
                    <a:pt x="10792" y="7592"/>
                  </a:cubicBezTo>
                  <a:close/>
                </a:path>
              </a:pathLst>
            </a:custGeom>
            <a:solidFill>
              <a:srgbClr val="000000"/>
            </a:solidFill>
            <a:ln w="3937"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134" name="Gear">
              <a:extLst>
                <a:ext uri="{FF2B5EF4-FFF2-40B4-BE49-F238E27FC236}">
                  <a16:creationId xmlns:a16="http://schemas.microsoft.com/office/drawing/2014/main" id="{D22B0B60-FECA-60D3-C94B-13F024A14901}"/>
                </a:ext>
              </a:extLst>
            </p:cNvPr>
            <p:cNvSpPr/>
            <p:nvPr/>
          </p:nvSpPr>
          <p:spPr>
            <a:xfrm>
              <a:off x="20458593" y="12182005"/>
              <a:ext cx="637759" cy="6349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9" extrusionOk="0">
                  <a:moveTo>
                    <a:pt x="9384" y="0"/>
                  </a:moveTo>
                  <a:cubicBezTo>
                    <a:pt x="9373" y="0"/>
                    <a:pt x="9237" y="27"/>
                    <a:pt x="9075" y="54"/>
                  </a:cubicBezTo>
                  <a:lnTo>
                    <a:pt x="7468" y="445"/>
                  </a:lnTo>
                  <a:cubicBezTo>
                    <a:pt x="7312" y="494"/>
                    <a:pt x="7177" y="531"/>
                    <a:pt x="7166" y="537"/>
                  </a:cubicBezTo>
                  <a:cubicBezTo>
                    <a:pt x="7161" y="542"/>
                    <a:pt x="7154" y="677"/>
                    <a:pt x="7154" y="840"/>
                  </a:cubicBezTo>
                  <a:lnTo>
                    <a:pt x="7166" y="1761"/>
                  </a:lnTo>
                  <a:cubicBezTo>
                    <a:pt x="7166" y="1924"/>
                    <a:pt x="7047" y="2119"/>
                    <a:pt x="6902" y="2190"/>
                  </a:cubicBezTo>
                  <a:lnTo>
                    <a:pt x="6151" y="2574"/>
                  </a:lnTo>
                  <a:cubicBezTo>
                    <a:pt x="6006" y="2655"/>
                    <a:pt x="5778" y="2644"/>
                    <a:pt x="5649" y="2547"/>
                  </a:cubicBezTo>
                  <a:lnTo>
                    <a:pt x="4900" y="2010"/>
                  </a:lnTo>
                  <a:cubicBezTo>
                    <a:pt x="4765" y="1913"/>
                    <a:pt x="4651" y="1842"/>
                    <a:pt x="4645" y="1848"/>
                  </a:cubicBezTo>
                  <a:cubicBezTo>
                    <a:pt x="4640" y="1853"/>
                    <a:pt x="4527" y="1941"/>
                    <a:pt x="4398" y="2044"/>
                  </a:cubicBezTo>
                  <a:lnTo>
                    <a:pt x="3162" y="3116"/>
                  </a:lnTo>
                  <a:cubicBezTo>
                    <a:pt x="3043" y="3230"/>
                    <a:pt x="2941" y="3327"/>
                    <a:pt x="2936" y="3333"/>
                  </a:cubicBezTo>
                  <a:cubicBezTo>
                    <a:pt x="2930" y="3338"/>
                    <a:pt x="2990" y="3462"/>
                    <a:pt x="3065" y="3609"/>
                  </a:cubicBezTo>
                  <a:lnTo>
                    <a:pt x="3490" y="4401"/>
                  </a:lnTo>
                  <a:cubicBezTo>
                    <a:pt x="3566" y="4548"/>
                    <a:pt x="3551" y="4769"/>
                    <a:pt x="3448" y="4899"/>
                  </a:cubicBezTo>
                  <a:lnTo>
                    <a:pt x="2909" y="5648"/>
                  </a:lnTo>
                  <a:cubicBezTo>
                    <a:pt x="2817" y="5783"/>
                    <a:pt x="2612" y="5879"/>
                    <a:pt x="2450" y="5858"/>
                  </a:cubicBezTo>
                  <a:lnTo>
                    <a:pt x="1548" y="5739"/>
                  </a:lnTo>
                  <a:cubicBezTo>
                    <a:pt x="1386" y="5717"/>
                    <a:pt x="1251" y="5707"/>
                    <a:pt x="1246" y="5712"/>
                  </a:cubicBezTo>
                  <a:cubicBezTo>
                    <a:pt x="1241" y="5717"/>
                    <a:pt x="1181" y="5848"/>
                    <a:pt x="1111" y="6000"/>
                  </a:cubicBezTo>
                  <a:lnTo>
                    <a:pt x="518" y="7483"/>
                  </a:lnTo>
                  <a:cubicBezTo>
                    <a:pt x="464" y="7640"/>
                    <a:pt x="420" y="7776"/>
                    <a:pt x="415" y="7781"/>
                  </a:cubicBezTo>
                  <a:cubicBezTo>
                    <a:pt x="415" y="7792"/>
                    <a:pt x="523" y="7874"/>
                    <a:pt x="658" y="7966"/>
                  </a:cubicBezTo>
                  <a:lnTo>
                    <a:pt x="1381" y="8454"/>
                  </a:lnTo>
                  <a:cubicBezTo>
                    <a:pt x="1516" y="8546"/>
                    <a:pt x="1602" y="8752"/>
                    <a:pt x="1570" y="8914"/>
                  </a:cubicBezTo>
                  <a:lnTo>
                    <a:pt x="1420" y="9944"/>
                  </a:lnTo>
                  <a:cubicBezTo>
                    <a:pt x="1404" y="10106"/>
                    <a:pt x="1263" y="10291"/>
                    <a:pt x="1106" y="10345"/>
                  </a:cubicBezTo>
                  <a:lnTo>
                    <a:pt x="280" y="10648"/>
                  </a:lnTo>
                  <a:cubicBezTo>
                    <a:pt x="123" y="10702"/>
                    <a:pt x="0" y="10758"/>
                    <a:pt x="0" y="10769"/>
                  </a:cubicBezTo>
                  <a:cubicBezTo>
                    <a:pt x="0" y="10779"/>
                    <a:pt x="6" y="10919"/>
                    <a:pt x="17" y="11082"/>
                  </a:cubicBezTo>
                  <a:lnTo>
                    <a:pt x="167" y="12626"/>
                  </a:lnTo>
                  <a:cubicBezTo>
                    <a:pt x="194" y="12789"/>
                    <a:pt x="210" y="12930"/>
                    <a:pt x="216" y="12941"/>
                  </a:cubicBezTo>
                  <a:cubicBezTo>
                    <a:pt x="216" y="12952"/>
                    <a:pt x="350" y="12974"/>
                    <a:pt x="518" y="12990"/>
                  </a:cubicBezTo>
                  <a:lnTo>
                    <a:pt x="1354" y="13082"/>
                  </a:lnTo>
                  <a:cubicBezTo>
                    <a:pt x="1516" y="13098"/>
                    <a:pt x="1688" y="13245"/>
                    <a:pt x="1737" y="13402"/>
                  </a:cubicBezTo>
                  <a:lnTo>
                    <a:pt x="2121" y="14501"/>
                  </a:lnTo>
                  <a:cubicBezTo>
                    <a:pt x="2181" y="14653"/>
                    <a:pt x="2142" y="14881"/>
                    <a:pt x="2028" y="15000"/>
                  </a:cubicBezTo>
                  <a:lnTo>
                    <a:pt x="1457" y="15624"/>
                  </a:lnTo>
                  <a:cubicBezTo>
                    <a:pt x="1349" y="15743"/>
                    <a:pt x="1258" y="15850"/>
                    <a:pt x="1263" y="15856"/>
                  </a:cubicBezTo>
                  <a:cubicBezTo>
                    <a:pt x="1268" y="15861"/>
                    <a:pt x="1338" y="15986"/>
                    <a:pt x="1425" y="16127"/>
                  </a:cubicBezTo>
                  <a:lnTo>
                    <a:pt x="2256" y="17380"/>
                  </a:lnTo>
                  <a:cubicBezTo>
                    <a:pt x="2353" y="17510"/>
                    <a:pt x="2440" y="17623"/>
                    <a:pt x="2445" y="17634"/>
                  </a:cubicBezTo>
                  <a:cubicBezTo>
                    <a:pt x="2450" y="17639"/>
                    <a:pt x="2579" y="17595"/>
                    <a:pt x="2730" y="17535"/>
                  </a:cubicBezTo>
                  <a:lnTo>
                    <a:pt x="3490" y="17232"/>
                  </a:lnTo>
                  <a:cubicBezTo>
                    <a:pt x="3641" y="17173"/>
                    <a:pt x="3863" y="17216"/>
                    <a:pt x="3976" y="17336"/>
                  </a:cubicBezTo>
                  <a:lnTo>
                    <a:pt x="4905" y="18192"/>
                  </a:lnTo>
                  <a:cubicBezTo>
                    <a:pt x="5029" y="18295"/>
                    <a:pt x="5100" y="18511"/>
                    <a:pt x="5062" y="18673"/>
                  </a:cubicBezTo>
                  <a:lnTo>
                    <a:pt x="4851" y="19476"/>
                  </a:lnTo>
                  <a:cubicBezTo>
                    <a:pt x="4808" y="19633"/>
                    <a:pt x="4780" y="19769"/>
                    <a:pt x="4785" y="19774"/>
                  </a:cubicBezTo>
                  <a:cubicBezTo>
                    <a:pt x="4791" y="19780"/>
                    <a:pt x="4915" y="19850"/>
                    <a:pt x="5055" y="19937"/>
                  </a:cubicBezTo>
                  <a:lnTo>
                    <a:pt x="6345" y="20631"/>
                  </a:lnTo>
                  <a:cubicBezTo>
                    <a:pt x="6491" y="20701"/>
                    <a:pt x="6621" y="20761"/>
                    <a:pt x="6632" y="20766"/>
                  </a:cubicBezTo>
                  <a:cubicBezTo>
                    <a:pt x="6637" y="20772"/>
                    <a:pt x="6735" y="20668"/>
                    <a:pt x="6843" y="20543"/>
                  </a:cubicBezTo>
                  <a:lnTo>
                    <a:pt x="7370" y="19932"/>
                  </a:lnTo>
                  <a:cubicBezTo>
                    <a:pt x="7478" y="19807"/>
                    <a:pt x="7694" y="19742"/>
                    <a:pt x="7851" y="19791"/>
                  </a:cubicBezTo>
                  <a:lnTo>
                    <a:pt x="9136" y="20116"/>
                  </a:lnTo>
                  <a:cubicBezTo>
                    <a:pt x="9298" y="20149"/>
                    <a:pt x="9459" y="20306"/>
                    <a:pt x="9497" y="20468"/>
                  </a:cubicBezTo>
                  <a:lnTo>
                    <a:pt x="9680" y="21259"/>
                  </a:lnTo>
                  <a:cubicBezTo>
                    <a:pt x="9718" y="21422"/>
                    <a:pt x="9756" y="21552"/>
                    <a:pt x="9761" y="21552"/>
                  </a:cubicBezTo>
                  <a:cubicBezTo>
                    <a:pt x="9767" y="21552"/>
                    <a:pt x="9911" y="21562"/>
                    <a:pt x="10073" y="21573"/>
                  </a:cubicBezTo>
                  <a:lnTo>
                    <a:pt x="10500" y="21595"/>
                  </a:lnTo>
                  <a:cubicBezTo>
                    <a:pt x="10662" y="21600"/>
                    <a:pt x="10931" y="21600"/>
                    <a:pt x="11098" y="21595"/>
                  </a:cubicBezTo>
                  <a:lnTo>
                    <a:pt x="11525" y="21573"/>
                  </a:lnTo>
                  <a:cubicBezTo>
                    <a:pt x="11687" y="21562"/>
                    <a:pt x="11828" y="21552"/>
                    <a:pt x="11839" y="21552"/>
                  </a:cubicBezTo>
                  <a:cubicBezTo>
                    <a:pt x="11849" y="21552"/>
                    <a:pt x="11882" y="21416"/>
                    <a:pt x="11920" y="21259"/>
                  </a:cubicBezTo>
                  <a:lnTo>
                    <a:pt x="12103" y="20468"/>
                  </a:lnTo>
                  <a:cubicBezTo>
                    <a:pt x="12141" y="20306"/>
                    <a:pt x="12302" y="20149"/>
                    <a:pt x="12464" y="20116"/>
                  </a:cubicBezTo>
                  <a:lnTo>
                    <a:pt x="13749" y="19791"/>
                  </a:lnTo>
                  <a:cubicBezTo>
                    <a:pt x="13906" y="19742"/>
                    <a:pt x="14120" y="19807"/>
                    <a:pt x="14228" y="19932"/>
                  </a:cubicBezTo>
                  <a:lnTo>
                    <a:pt x="14757" y="20543"/>
                  </a:lnTo>
                  <a:cubicBezTo>
                    <a:pt x="14865" y="20668"/>
                    <a:pt x="14957" y="20767"/>
                    <a:pt x="14968" y="20766"/>
                  </a:cubicBezTo>
                  <a:cubicBezTo>
                    <a:pt x="14974" y="20761"/>
                    <a:pt x="15102" y="20701"/>
                    <a:pt x="15253" y="20631"/>
                  </a:cubicBezTo>
                  <a:lnTo>
                    <a:pt x="16543" y="19937"/>
                  </a:lnTo>
                  <a:cubicBezTo>
                    <a:pt x="16683" y="19850"/>
                    <a:pt x="16802" y="19780"/>
                    <a:pt x="16813" y="19774"/>
                  </a:cubicBezTo>
                  <a:cubicBezTo>
                    <a:pt x="16818" y="19769"/>
                    <a:pt x="16792" y="19633"/>
                    <a:pt x="16749" y="19476"/>
                  </a:cubicBezTo>
                  <a:lnTo>
                    <a:pt x="16538" y="18673"/>
                  </a:lnTo>
                  <a:cubicBezTo>
                    <a:pt x="16495" y="18516"/>
                    <a:pt x="16565" y="18301"/>
                    <a:pt x="16695" y="18192"/>
                  </a:cubicBezTo>
                  <a:lnTo>
                    <a:pt x="17622" y="17336"/>
                  </a:lnTo>
                  <a:cubicBezTo>
                    <a:pt x="17736" y="17216"/>
                    <a:pt x="17957" y="17173"/>
                    <a:pt x="18108" y="17232"/>
                  </a:cubicBezTo>
                  <a:lnTo>
                    <a:pt x="18868" y="17535"/>
                  </a:lnTo>
                  <a:cubicBezTo>
                    <a:pt x="19019" y="17595"/>
                    <a:pt x="19150" y="17639"/>
                    <a:pt x="19155" y="17634"/>
                  </a:cubicBezTo>
                  <a:cubicBezTo>
                    <a:pt x="19160" y="17628"/>
                    <a:pt x="19247" y="17515"/>
                    <a:pt x="19344" y="17380"/>
                  </a:cubicBezTo>
                  <a:lnTo>
                    <a:pt x="20175" y="16127"/>
                  </a:lnTo>
                  <a:cubicBezTo>
                    <a:pt x="20262" y="15986"/>
                    <a:pt x="20332" y="15861"/>
                    <a:pt x="20337" y="15856"/>
                  </a:cubicBezTo>
                  <a:cubicBezTo>
                    <a:pt x="20342" y="15850"/>
                    <a:pt x="20256" y="15743"/>
                    <a:pt x="20143" y="15624"/>
                  </a:cubicBezTo>
                  <a:lnTo>
                    <a:pt x="19570" y="14989"/>
                  </a:lnTo>
                  <a:cubicBezTo>
                    <a:pt x="19462" y="14869"/>
                    <a:pt x="19419" y="14642"/>
                    <a:pt x="19479" y="14491"/>
                  </a:cubicBezTo>
                  <a:lnTo>
                    <a:pt x="19862" y="13390"/>
                  </a:lnTo>
                  <a:cubicBezTo>
                    <a:pt x="19910" y="13233"/>
                    <a:pt x="20082" y="13088"/>
                    <a:pt x="20244" y="13072"/>
                  </a:cubicBezTo>
                  <a:lnTo>
                    <a:pt x="21081" y="12978"/>
                  </a:lnTo>
                  <a:cubicBezTo>
                    <a:pt x="21243" y="12962"/>
                    <a:pt x="21379" y="12940"/>
                    <a:pt x="21384" y="12929"/>
                  </a:cubicBezTo>
                  <a:cubicBezTo>
                    <a:pt x="21384" y="12918"/>
                    <a:pt x="21404" y="12784"/>
                    <a:pt x="21431" y="12616"/>
                  </a:cubicBezTo>
                  <a:lnTo>
                    <a:pt x="21583" y="11072"/>
                  </a:lnTo>
                  <a:cubicBezTo>
                    <a:pt x="21594" y="10909"/>
                    <a:pt x="21600" y="10767"/>
                    <a:pt x="21600" y="10757"/>
                  </a:cubicBezTo>
                  <a:cubicBezTo>
                    <a:pt x="21584" y="10757"/>
                    <a:pt x="21460" y="10702"/>
                    <a:pt x="21303" y="10648"/>
                  </a:cubicBezTo>
                  <a:lnTo>
                    <a:pt x="20477" y="10345"/>
                  </a:lnTo>
                  <a:cubicBezTo>
                    <a:pt x="20321" y="10291"/>
                    <a:pt x="20180" y="10106"/>
                    <a:pt x="20163" y="9944"/>
                  </a:cubicBezTo>
                  <a:lnTo>
                    <a:pt x="20013" y="8914"/>
                  </a:lnTo>
                  <a:cubicBezTo>
                    <a:pt x="19981" y="8752"/>
                    <a:pt x="20067" y="8546"/>
                    <a:pt x="20202" y="8454"/>
                  </a:cubicBezTo>
                  <a:lnTo>
                    <a:pt x="20926" y="7966"/>
                  </a:lnTo>
                  <a:cubicBezTo>
                    <a:pt x="21060" y="7874"/>
                    <a:pt x="21174" y="7792"/>
                    <a:pt x="21168" y="7781"/>
                  </a:cubicBezTo>
                  <a:cubicBezTo>
                    <a:pt x="21168" y="7770"/>
                    <a:pt x="21119" y="7640"/>
                    <a:pt x="21065" y="7483"/>
                  </a:cubicBezTo>
                  <a:lnTo>
                    <a:pt x="20472" y="6000"/>
                  </a:lnTo>
                  <a:cubicBezTo>
                    <a:pt x="20402" y="5848"/>
                    <a:pt x="20342" y="5723"/>
                    <a:pt x="20337" y="5712"/>
                  </a:cubicBezTo>
                  <a:cubicBezTo>
                    <a:pt x="20332" y="5701"/>
                    <a:pt x="20197" y="5717"/>
                    <a:pt x="20035" y="5739"/>
                  </a:cubicBezTo>
                  <a:lnTo>
                    <a:pt x="19133" y="5858"/>
                  </a:lnTo>
                  <a:cubicBezTo>
                    <a:pt x="18971" y="5879"/>
                    <a:pt x="18761" y="5788"/>
                    <a:pt x="18674" y="5648"/>
                  </a:cubicBezTo>
                  <a:lnTo>
                    <a:pt x="18135" y="4899"/>
                  </a:lnTo>
                  <a:cubicBezTo>
                    <a:pt x="18032" y="4769"/>
                    <a:pt x="18017" y="4548"/>
                    <a:pt x="18093" y="4401"/>
                  </a:cubicBezTo>
                  <a:lnTo>
                    <a:pt x="18518" y="3609"/>
                  </a:lnTo>
                  <a:cubicBezTo>
                    <a:pt x="18593" y="3462"/>
                    <a:pt x="18653" y="3338"/>
                    <a:pt x="18647" y="3333"/>
                  </a:cubicBezTo>
                  <a:cubicBezTo>
                    <a:pt x="18642" y="3327"/>
                    <a:pt x="18540" y="3230"/>
                    <a:pt x="18422" y="3116"/>
                  </a:cubicBezTo>
                  <a:lnTo>
                    <a:pt x="17186" y="2044"/>
                  </a:lnTo>
                  <a:cubicBezTo>
                    <a:pt x="17056" y="1941"/>
                    <a:pt x="16943" y="1853"/>
                    <a:pt x="16938" y="1848"/>
                  </a:cubicBezTo>
                  <a:cubicBezTo>
                    <a:pt x="16932" y="1842"/>
                    <a:pt x="16813" y="1918"/>
                    <a:pt x="16683" y="2010"/>
                  </a:cubicBezTo>
                  <a:lnTo>
                    <a:pt x="15934" y="2547"/>
                  </a:lnTo>
                  <a:cubicBezTo>
                    <a:pt x="15800" y="2644"/>
                    <a:pt x="15572" y="2655"/>
                    <a:pt x="15432" y="2574"/>
                  </a:cubicBezTo>
                  <a:lnTo>
                    <a:pt x="14682" y="2190"/>
                  </a:lnTo>
                  <a:cubicBezTo>
                    <a:pt x="14531" y="2119"/>
                    <a:pt x="14411" y="1929"/>
                    <a:pt x="14417" y="1761"/>
                  </a:cubicBezTo>
                  <a:lnTo>
                    <a:pt x="14429" y="840"/>
                  </a:lnTo>
                  <a:cubicBezTo>
                    <a:pt x="14429" y="677"/>
                    <a:pt x="14428" y="537"/>
                    <a:pt x="14417" y="537"/>
                  </a:cubicBezTo>
                  <a:cubicBezTo>
                    <a:pt x="14411" y="531"/>
                    <a:pt x="14272" y="494"/>
                    <a:pt x="14115" y="445"/>
                  </a:cubicBezTo>
                  <a:lnTo>
                    <a:pt x="12508" y="54"/>
                  </a:lnTo>
                  <a:cubicBezTo>
                    <a:pt x="12346" y="22"/>
                    <a:pt x="12205" y="0"/>
                    <a:pt x="12200" y="0"/>
                  </a:cubicBezTo>
                  <a:cubicBezTo>
                    <a:pt x="12189" y="0"/>
                    <a:pt x="12125" y="120"/>
                    <a:pt x="12049" y="266"/>
                  </a:cubicBezTo>
                  <a:lnTo>
                    <a:pt x="11628" y="1096"/>
                  </a:lnTo>
                  <a:cubicBezTo>
                    <a:pt x="11552" y="1242"/>
                    <a:pt x="11358" y="1355"/>
                    <a:pt x="11196" y="1350"/>
                  </a:cubicBezTo>
                  <a:lnTo>
                    <a:pt x="10387" y="1350"/>
                  </a:lnTo>
                  <a:cubicBezTo>
                    <a:pt x="10225" y="1355"/>
                    <a:pt x="10025" y="1242"/>
                    <a:pt x="9955" y="1096"/>
                  </a:cubicBezTo>
                  <a:lnTo>
                    <a:pt x="9534" y="266"/>
                  </a:lnTo>
                  <a:cubicBezTo>
                    <a:pt x="9458" y="120"/>
                    <a:pt x="9394" y="0"/>
                    <a:pt x="9384" y="0"/>
                  </a:cubicBezTo>
                  <a:close/>
                  <a:moveTo>
                    <a:pt x="10792" y="5820"/>
                  </a:moveTo>
                  <a:cubicBezTo>
                    <a:pt x="13533" y="5820"/>
                    <a:pt x="15761" y="8053"/>
                    <a:pt x="15761" y="10811"/>
                  </a:cubicBezTo>
                  <a:cubicBezTo>
                    <a:pt x="15761" y="13569"/>
                    <a:pt x="13533" y="15801"/>
                    <a:pt x="10792" y="15801"/>
                  </a:cubicBezTo>
                  <a:cubicBezTo>
                    <a:pt x="8051" y="15801"/>
                    <a:pt x="5822" y="13569"/>
                    <a:pt x="5822" y="10811"/>
                  </a:cubicBezTo>
                  <a:cubicBezTo>
                    <a:pt x="5822" y="8053"/>
                    <a:pt x="8045" y="5820"/>
                    <a:pt x="10792" y="5820"/>
                  </a:cubicBezTo>
                  <a:close/>
                  <a:moveTo>
                    <a:pt x="10792" y="7592"/>
                  </a:moveTo>
                  <a:cubicBezTo>
                    <a:pt x="9016" y="7592"/>
                    <a:pt x="7581" y="9033"/>
                    <a:pt x="7581" y="10816"/>
                  </a:cubicBezTo>
                  <a:cubicBezTo>
                    <a:pt x="7581" y="12593"/>
                    <a:pt x="9016" y="14040"/>
                    <a:pt x="10792" y="14040"/>
                  </a:cubicBezTo>
                  <a:cubicBezTo>
                    <a:pt x="12567" y="14040"/>
                    <a:pt x="14002" y="12599"/>
                    <a:pt x="14002" y="10816"/>
                  </a:cubicBezTo>
                  <a:cubicBezTo>
                    <a:pt x="14002" y="9033"/>
                    <a:pt x="12567" y="7592"/>
                    <a:pt x="10792" y="7592"/>
                  </a:cubicBezTo>
                  <a:close/>
                </a:path>
              </a:pathLst>
            </a:custGeom>
            <a:solidFill>
              <a:srgbClr val="000000"/>
            </a:solidFill>
            <a:ln w="3937"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135" name="Gear">
              <a:extLst>
                <a:ext uri="{FF2B5EF4-FFF2-40B4-BE49-F238E27FC236}">
                  <a16:creationId xmlns:a16="http://schemas.microsoft.com/office/drawing/2014/main" id="{3786EE9F-8DCF-F7E6-58A0-3B31676412A1}"/>
                </a:ext>
              </a:extLst>
            </p:cNvPr>
            <p:cNvSpPr/>
            <p:nvPr/>
          </p:nvSpPr>
          <p:spPr>
            <a:xfrm>
              <a:off x="20098609" y="13181563"/>
              <a:ext cx="637759" cy="6349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9" extrusionOk="0">
                  <a:moveTo>
                    <a:pt x="9384" y="0"/>
                  </a:moveTo>
                  <a:cubicBezTo>
                    <a:pt x="9373" y="0"/>
                    <a:pt x="9237" y="27"/>
                    <a:pt x="9075" y="54"/>
                  </a:cubicBezTo>
                  <a:lnTo>
                    <a:pt x="7468" y="445"/>
                  </a:lnTo>
                  <a:cubicBezTo>
                    <a:pt x="7312" y="494"/>
                    <a:pt x="7177" y="531"/>
                    <a:pt x="7166" y="537"/>
                  </a:cubicBezTo>
                  <a:cubicBezTo>
                    <a:pt x="7161" y="542"/>
                    <a:pt x="7154" y="677"/>
                    <a:pt x="7154" y="840"/>
                  </a:cubicBezTo>
                  <a:lnTo>
                    <a:pt x="7166" y="1761"/>
                  </a:lnTo>
                  <a:cubicBezTo>
                    <a:pt x="7166" y="1924"/>
                    <a:pt x="7047" y="2119"/>
                    <a:pt x="6902" y="2190"/>
                  </a:cubicBezTo>
                  <a:lnTo>
                    <a:pt x="6151" y="2574"/>
                  </a:lnTo>
                  <a:cubicBezTo>
                    <a:pt x="6006" y="2655"/>
                    <a:pt x="5778" y="2644"/>
                    <a:pt x="5649" y="2547"/>
                  </a:cubicBezTo>
                  <a:lnTo>
                    <a:pt x="4900" y="2010"/>
                  </a:lnTo>
                  <a:cubicBezTo>
                    <a:pt x="4765" y="1913"/>
                    <a:pt x="4651" y="1842"/>
                    <a:pt x="4645" y="1848"/>
                  </a:cubicBezTo>
                  <a:cubicBezTo>
                    <a:pt x="4640" y="1853"/>
                    <a:pt x="4527" y="1941"/>
                    <a:pt x="4398" y="2044"/>
                  </a:cubicBezTo>
                  <a:lnTo>
                    <a:pt x="3162" y="3116"/>
                  </a:lnTo>
                  <a:cubicBezTo>
                    <a:pt x="3043" y="3230"/>
                    <a:pt x="2941" y="3327"/>
                    <a:pt x="2936" y="3333"/>
                  </a:cubicBezTo>
                  <a:cubicBezTo>
                    <a:pt x="2930" y="3338"/>
                    <a:pt x="2990" y="3462"/>
                    <a:pt x="3065" y="3609"/>
                  </a:cubicBezTo>
                  <a:lnTo>
                    <a:pt x="3490" y="4401"/>
                  </a:lnTo>
                  <a:cubicBezTo>
                    <a:pt x="3566" y="4548"/>
                    <a:pt x="3551" y="4769"/>
                    <a:pt x="3448" y="4899"/>
                  </a:cubicBezTo>
                  <a:lnTo>
                    <a:pt x="2909" y="5648"/>
                  </a:lnTo>
                  <a:cubicBezTo>
                    <a:pt x="2817" y="5783"/>
                    <a:pt x="2612" y="5879"/>
                    <a:pt x="2450" y="5858"/>
                  </a:cubicBezTo>
                  <a:lnTo>
                    <a:pt x="1548" y="5739"/>
                  </a:lnTo>
                  <a:cubicBezTo>
                    <a:pt x="1386" y="5717"/>
                    <a:pt x="1251" y="5707"/>
                    <a:pt x="1246" y="5712"/>
                  </a:cubicBezTo>
                  <a:cubicBezTo>
                    <a:pt x="1241" y="5717"/>
                    <a:pt x="1181" y="5848"/>
                    <a:pt x="1111" y="6000"/>
                  </a:cubicBezTo>
                  <a:lnTo>
                    <a:pt x="518" y="7483"/>
                  </a:lnTo>
                  <a:cubicBezTo>
                    <a:pt x="464" y="7640"/>
                    <a:pt x="420" y="7776"/>
                    <a:pt x="415" y="7781"/>
                  </a:cubicBezTo>
                  <a:cubicBezTo>
                    <a:pt x="415" y="7792"/>
                    <a:pt x="523" y="7874"/>
                    <a:pt x="658" y="7966"/>
                  </a:cubicBezTo>
                  <a:lnTo>
                    <a:pt x="1381" y="8454"/>
                  </a:lnTo>
                  <a:cubicBezTo>
                    <a:pt x="1516" y="8546"/>
                    <a:pt x="1602" y="8752"/>
                    <a:pt x="1570" y="8914"/>
                  </a:cubicBezTo>
                  <a:lnTo>
                    <a:pt x="1420" y="9944"/>
                  </a:lnTo>
                  <a:cubicBezTo>
                    <a:pt x="1404" y="10106"/>
                    <a:pt x="1263" y="10291"/>
                    <a:pt x="1106" y="10345"/>
                  </a:cubicBezTo>
                  <a:lnTo>
                    <a:pt x="280" y="10648"/>
                  </a:lnTo>
                  <a:cubicBezTo>
                    <a:pt x="123" y="10702"/>
                    <a:pt x="0" y="10758"/>
                    <a:pt x="0" y="10769"/>
                  </a:cubicBezTo>
                  <a:cubicBezTo>
                    <a:pt x="0" y="10779"/>
                    <a:pt x="6" y="10919"/>
                    <a:pt x="17" y="11082"/>
                  </a:cubicBezTo>
                  <a:lnTo>
                    <a:pt x="167" y="12626"/>
                  </a:lnTo>
                  <a:cubicBezTo>
                    <a:pt x="194" y="12789"/>
                    <a:pt x="210" y="12930"/>
                    <a:pt x="216" y="12941"/>
                  </a:cubicBezTo>
                  <a:cubicBezTo>
                    <a:pt x="216" y="12952"/>
                    <a:pt x="350" y="12974"/>
                    <a:pt x="518" y="12990"/>
                  </a:cubicBezTo>
                  <a:lnTo>
                    <a:pt x="1354" y="13082"/>
                  </a:lnTo>
                  <a:cubicBezTo>
                    <a:pt x="1516" y="13098"/>
                    <a:pt x="1688" y="13245"/>
                    <a:pt x="1737" y="13402"/>
                  </a:cubicBezTo>
                  <a:lnTo>
                    <a:pt x="2121" y="14501"/>
                  </a:lnTo>
                  <a:cubicBezTo>
                    <a:pt x="2181" y="14653"/>
                    <a:pt x="2142" y="14881"/>
                    <a:pt x="2028" y="15000"/>
                  </a:cubicBezTo>
                  <a:lnTo>
                    <a:pt x="1457" y="15624"/>
                  </a:lnTo>
                  <a:cubicBezTo>
                    <a:pt x="1349" y="15743"/>
                    <a:pt x="1258" y="15850"/>
                    <a:pt x="1263" y="15856"/>
                  </a:cubicBezTo>
                  <a:cubicBezTo>
                    <a:pt x="1268" y="15861"/>
                    <a:pt x="1338" y="15986"/>
                    <a:pt x="1425" y="16127"/>
                  </a:cubicBezTo>
                  <a:lnTo>
                    <a:pt x="2256" y="17380"/>
                  </a:lnTo>
                  <a:cubicBezTo>
                    <a:pt x="2353" y="17510"/>
                    <a:pt x="2440" y="17623"/>
                    <a:pt x="2445" y="17634"/>
                  </a:cubicBezTo>
                  <a:cubicBezTo>
                    <a:pt x="2450" y="17639"/>
                    <a:pt x="2579" y="17595"/>
                    <a:pt x="2730" y="17535"/>
                  </a:cubicBezTo>
                  <a:lnTo>
                    <a:pt x="3490" y="17232"/>
                  </a:lnTo>
                  <a:cubicBezTo>
                    <a:pt x="3641" y="17173"/>
                    <a:pt x="3863" y="17216"/>
                    <a:pt x="3976" y="17336"/>
                  </a:cubicBezTo>
                  <a:lnTo>
                    <a:pt x="4905" y="18192"/>
                  </a:lnTo>
                  <a:cubicBezTo>
                    <a:pt x="5029" y="18295"/>
                    <a:pt x="5100" y="18511"/>
                    <a:pt x="5062" y="18673"/>
                  </a:cubicBezTo>
                  <a:lnTo>
                    <a:pt x="4851" y="19476"/>
                  </a:lnTo>
                  <a:cubicBezTo>
                    <a:pt x="4808" y="19633"/>
                    <a:pt x="4780" y="19769"/>
                    <a:pt x="4785" y="19774"/>
                  </a:cubicBezTo>
                  <a:cubicBezTo>
                    <a:pt x="4791" y="19780"/>
                    <a:pt x="4915" y="19850"/>
                    <a:pt x="5055" y="19937"/>
                  </a:cubicBezTo>
                  <a:lnTo>
                    <a:pt x="6345" y="20631"/>
                  </a:lnTo>
                  <a:cubicBezTo>
                    <a:pt x="6491" y="20701"/>
                    <a:pt x="6621" y="20761"/>
                    <a:pt x="6632" y="20766"/>
                  </a:cubicBezTo>
                  <a:cubicBezTo>
                    <a:pt x="6637" y="20772"/>
                    <a:pt x="6735" y="20668"/>
                    <a:pt x="6843" y="20543"/>
                  </a:cubicBezTo>
                  <a:lnTo>
                    <a:pt x="7370" y="19932"/>
                  </a:lnTo>
                  <a:cubicBezTo>
                    <a:pt x="7478" y="19807"/>
                    <a:pt x="7694" y="19742"/>
                    <a:pt x="7851" y="19791"/>
                  </a:cubicBezTo>
                  <a:lnTo>
                    <a:pt x="9136" y="20116"/>
                  </a:lnTo>
                  <a:cubicBezTo>
                    <a:pt x="9298" y="20149"/>
                    <a:pt x="9459" y="20306"/>
                    <a:pt x="9497" y="20468"/>
                  </a:cubicBezTo>
                  <a:lnTo>
                    <a:pt x="9680" y="21259"/>
                  </a:lnTo>
                  <a:cubicBezTo>
                    <a:pt x="9718" y="21422"/>
                    <a:pt x="9756" y="21552"/>
                    <a:pt x="9761" y="21552"/>
                  </a:cubicBezTo>
                  <a:cubicBezTo>
                    <a:pt x="9767" y="21552"/>
                    <a:pt x="9911" y="21562"/>
                    <a:pt x="10073" y="21573"/>
                  </a:cubicBezTo>
                  <a:lnTo>
                    <a:pt x="10500" y="21595"/>
                  </a:lnTo>
                  <a:cubicBezTo>
                    <a:pt x="10662" y="21600"/>
                    <a:pt x="10931" y="21600"/>
                    <a:pt x="11098" y="21595"/>
                  </a:cubicBezTo>
                  <a:lnTo>
                    <a:pt x="11525" y="21573"/>
                  </a:lnTo>
                  <a:cubicBezTo>
                    <a:pt x="11687" y="21562"/>
                    <a:pt x="11828" y="21552"/>
                    <a:pt x="11839" y="21552"/>
                  </a:cubicBezTo>
                  <a:cubicBezTo>
                    <a:pt x="11849" y="21552"/>
                    <a:pt x="11882" y="21416"/>
                    <a:pt x="11920" y="21259"/>
                  </a:cubicBezTo>
                  <a:lnTo>
                    <a:pt x="12103" y="20468"/>
                  </a:lnTo>
                  <a:cubicBezTo>
                    <a:pt x="12141" y="20306"/>
                    <a:pt x="12302" y="20149"/>
                    <a:pt x="12464" y="20116"/>
                  </a:cubicBezTo>
                  <a:lnTo>
                    <a:pt x="13749" y="19791"/>
                  </a:lnTo>
                  <a:cubicBezTo>
                    <a:pt x="13906" y="19742"/>
                    <a:pt x="14120" y="19807"/>
                    <a:pt x="14228" y="19932"/>
                  </a:cubicBezTo>
                  <a:lnTo>
                    <a:pt x="14757" y="20543"/>
                  </a:lnTo>
                  <a:cubicBezTo>
                    <a:pt x="14865" y="20668"/>
                    <a:pt x="14957" y="20767"/>
                    <a:pt x="14968" y="20766"/>
                  </a:cubicBezTo>
                  <a:cubicBezTo>
                    <a:pt x="14974" y="20761"/>
                    <a:pt x="15102" y="20701"/>
                    <a:pt x="15253" y="20631"/>
                  </a:cubicBezTo>
                  <a:lnTo>
                    <a:pt x="16543" y="19937"/>
                  </a:lnTo>
                  <a:cubicBezTo>
                    <a:pt x="16683" y="19850"/>
                    <a:pt x="16802" y="19780"/>
                    <a:pt x="16813" y="19774"/>
                  </a:cubicBezTo>
                  <a:cubicBezTo>
                    <a:pt x="16818" y="19769"/>
                    <a:pt x="16792" y="19633"/>
                    <a:pt x="16749" y="19476"/>
                  </a:cubicBezTo>
                  <a:lnTo>
                    <a:pt x="16538" y="18673"/>
                  </a:lnTo>
                  <a:cubicBezTo>
                    <a:pt x="16495" y="18516"/>
                    <a:pt x="16565" y="18301"/>
                    <a:pt x="16695" y="18192"/>
                  </a:cubicBezTo>
                  <a:lnTo>
                    <a:pt x="17622" y="17336"/>
                  </a:lnTo>
                  <a:cubicBezTo>
                    <a:pt x="17736" y="17216"/>
                    <a:pt x="17957" y="17173"/>
                    <a:pt x="18108" y="17232"/>
                  </a:cubicBezTo>
                  <a:lnTo>
                    <a:pt x="18868" y="17535"/>
                  </a:lnTo>
                  <a:cubicBezTo>
                    <a:pt x="19019" y="17595"/>
                    <a:pt x="19150" y="17639"/>
                    <a:pt x="19155" y="17634"/>
                  </a:cubicBezTo>
                  <a:cubicBezTo>
                    <a:pt x="19160" y="17628"/>
                    <a:pt x="19247" y="17515"/>
                    <a:pt x="19344" y="17380"/>
                  </a:cubicBezTo>
                  <a:lnTo>
                    <a:pt x="20175" y="16127"/>
                  </a:lnTo>
                  <a:cubicBezTo>
                    <a:pt x="20262" y="15986"/>
                    <a:pt x="20332" y="15861"/>
                    <a:pt x="20337" y="15856"/>
                  </a:cubicBezTo>
                  <a:cubicBezTo>
                    <a:pt x="20342" y="15850"/>
                    <a:pt x="20256" y="15743"/>
                    <a:pt x="20143" y="15624"/>
                  </a:cubicBezTo>
                  <a:lnTo>
                    <a:pt x="19570" y="14989"/>
                  </a:lnTo>
                  <a:cubicBezTo>
                    <a:pt x="19462" y="14869"/>
                    <a:pt x="19419" y="14642"/>
                    <a:pt x="19479" y="14491"/>
                  </a:cubicBezTo>
                  <a:lnTo>
                    <a:pt x="19862" y="13390"/>
                  </a:lnTo>
                  <a:cubicBezTo>
                    <a:pt x="19910" y="13233"/>
                    <a:pt x="20082" y="13088"/>
                    <a:pt x="20244" y="13072"/>
                  </a:cubicBezTo>
                  <a:lnTo>
                    <a:pt x="21081" y="12978"/>
                  </a:lnTo>
                  <a:cubicBezTo>
                    <a:pt x="21243" y="12962"/>
                    <a:pt x="21379" y="12940"/>
                    <a:pt x="21384" y="12929"/>
                  </a:cubicBezTo>
                  <a:cubicBezTo>
                    <a:pt x="21384" y="12918"/>
                    <a:pt x="21404" y="12784"/>
                    <a:pt x="21431" y="12616"/>
                  </a:cubicBezTo>
                  <a:lnTo>
                    <a:pt x="21583" y="11072"/>
                  </a:lnTo>
                  <a:cubicBezTo>
                    <a:pt x="21594" y="10909"/>
                    <a:pt x="21600" y="10767"/>
                    <a:pt x="21600" y="10757"/>
                  </a:cubicBezTo>
                  <a:cubicBezTo>
                    <a:pt x="21584" y="10757"/>
                    <a:pt x="21460" y="10702"/>
                    <a:pt x="21303" y="10648"/>
                  </a:cubicBezTo>
                  <a:lnTo>
                    <a:pt x="20477" y="10345"/>
                  </a:lnTo>
                  <a:cubicBezTo>
                    <a:pt x="20321" y="10291"/>
                    <a:pt x="20180" y="10106"/>
                    <a:pt x="20163" y="9944"/>
                  </a:cubicBezTo>
                  <a:lnTo>
                    <a:pt x="20013" y="8914"/>
                  </a:lnTo>
                  <a:cubicBezTo>
                    <a:pt x="19981" y="8752"/>
                    <a:pt x="20067" y="8546"/>
                    <a:pt x="20202" y="8454"/>
                  </a:cubicBezTo>
                  <a:lnTo>
                    <a:pt x="20926" y="7966"/>
                  </a:lnTo>
                  <a:cubicBezTo>
                    <a:pt x="21060" y="7874"/>
                    <a:pt x="21174" y="7792"/>
                    <a:pt x="21168" y="7781"/>
                  </a:cubicBezTo>
                  <a:cubicBezTo>
                    <a:pt x="21168" y="7770"/>
                    <a:pt x="21119" y="7640"/>
                    <a:pt x="21065" y="7483"/>
                  </a:cubicBezTo>
                  <a:lnTo>
                    <a:pt x="20472" y="6000"/>
                  </a:lnTo>
                  <a:cubicBezTo>
                    <a:pt x="20402" y="5848"/>
                    <a:pt x="20342" y="5723"/>
                    <a:pt x="20337" y="5712"/>
                  </a:cubicBezTo>
                  <a:cubicBezTo>
                    <a:pt x="20332" y="5701"/>
                    <a:pt x="20197" y="5717"/>
                    <a:pt x="20035" y="5739"/>
                  </a:cubicBezTo>
                  <a:lnTo>
                    <a:pt x="19133" y="5858"/>
                  </a:lnTo>
                  <a:cubicBezTo>
                    <a:pt x="18971" y="5879"/>
                    <a:pt x="18761" y="5788"/>
                    <a:pt x="18674" y="5648"/>
                  </a:cubicBezTo>
                  <a:lnTo>
                    <a:pt x="18135" y="4899"/>
                  </a:lnTo>
                  <a:cubicBezTo>
                    <a:pt x="18032" y="4769"/>
                    <a:pt x="18017" y="4548"/>
                    <a:pt x="18093" y="4401"/>
                  </a:cubicBezTo>
                  <a:lnTo>
                    <a:pt x="18518" y="3609"/>
                  </a:lnTo>
                  <a:cubicBezTo>
                    <a:pt x="18593" y="3462"/>
                    <a:pt x="18653" y="3338"/>
                    <a:pt x="18647" y="3333"/>
                  </a:cubicBezTo>
                  <a:cubicBezTo>
                    <a:pt x="18642" y="3327"/>
                    <a:pt x="18540" y="3230"/>
                    <a:pt x="18422" y="3116"/>
                  </a:cubicBezTo>
                  <a:lnTo>
                    <a:pt x="17186" y="2044"/>
                  </a:lnTo>
                  <a:cubicBezTo>
                    <a:pt x="17056" y="1941"/>
                    <a:pt x="16943" y="1853"/>
                    <a:pt x="16938" y="1848"/>
                  </a:cubicBezTo>
                  <a:cubicBezTo>
                    <a:pt x="16932" y="1842"/>
                    <a:pt x="16813" y="1918"/>
                    <a:pt x="16683" y="2010"/>
                  </a:cubicBezTo>
                  <a:lnTo>
                    <a:pt x="15934" y="2547"/>
                  </a:lnTo>
                  <a:cubicBezTo>
                    <a:pt x="15800" y="2644"/>
                    <a:pt x="15572" y="2655"/>
                    <a:pt x="15432" y="2574"/>
                  </a:cubicBezTo>
                  <a:lnTo>
                    <a:pt x="14682" y="2190"/>
                  </a:lnTo>
                  <a:cubicBezTo>
                    <a:pt x="14531" y="2119"/>
                    <a:pt x="14411" y="1929"/>
                    <a:pt x="14417" y="1761"/>
                  </a:cubicBezTo>
                  <a:lnTo>
                    <a:pt x="14429" y="840"/>
                  </a:lnTo>
                  <a:cubicBezTo>
                    <a:pt x="14429" y="677"/>
                    <a:pt x="14428" y="537"/>
                    <a:pt x="14417" y="537"/>
                  </a:cubicBezTo>
                  <a:cubicBezTo>
                    <a:pt x="14411" y="531"/>
                    <a:pt x="14272" y="494"/>
                    <a:pt x="14115" y="445"/>
                  </a:cubicBezTo>
                  <a:lnTo>
                    <a:pt x="12508" y="54"/>
                  </a:lnTo>
                  <a:cubicBezTo>
                    <a:pt x="12346" y="22"/>
                    <a:pt x="12205" y="0"/>
                    <a:pt x="12200" y="0"/>
                  </a:cubicBezTo>
                  <a:cubicBezTo>
                    <a:pt x="12189" y="0"/>
                    <a:pt x="12125" y="120"/>
                    <a:pt x="12049" y="266"/>
                  </a:cubicBezTo>
                  <a:lnTo>
                    <a:pt x="11628" y="1096"/>
                  </a:lnTo>
                  <a:cubicBezTo>
                    <a:pt x="11552" y="1242"/>
                    <a:pt x="11358" y="1355"/>
                    <a:pt x="11196" y="1350"/>
                  </a:cubicBezTo>
                  <a:lnTo>
                    <a:pt x="10387" y="1350"/>
                  </a:lnTo>
                  <a:cubicBezTo>
                    <a:pt x="10225" y="1355"/>
                    <a:pt x="10025" y="1242"/>
                    <a:pt x="9955" y="1096"/>
                  </a:cubicBezTo>
                  <a:lnTo>
                    <a:pt x="9534" y="266"/>
                  </a:lnTo>
                  <a:cubicBezTo>
                    <a:pt x="9458" y="120"/>
                    <a:pt x="9394" y="0"/>
                    <a:pt x="9384" y="0"/>
                  </a:cubicBezTo>
                  <a:close/>
                  <a:moveTo>
                    <a:pt x="10792" y="5820"/>
                  </a:moveTo>
                  <a:cubicBezTo>
                    <a:pt x="13533" y="5820"/>
                    <a:pt x="15761" y="8053"/>
                    <a:pt x="15761" y="10811"/>
                  </a:cubicBezTo>
                  <a:cubicBezTo>
                    <a:pt x="15761" y="13569"/>
                    <a:pt x="13533" y="15801"/>
                    <a:pt x="10792" y="15801"/>
                  </a:cubicBezTo>
                  <a:cubicBezTo>
                    <a:pt x="8051" y="15801"/>
                    <a:pt x="5822" y="13569"/>
                    <a:pt x="5822" y="10811"/>
                  </a:cubicBezTo>
                  <a:cubicBezTo>
                    <a:pt x="5822" y="8053"/>
                    <a:pt x="8045" y="5820"/>
                    <a:pt x="10792" y="5820"/>
                  </a:cubicBezTo>
                  <a:close/>
                  <a:moveTo>
                    <a:pt x="10792" y="7592"/>
                  </a:moveTo>
                  <a:cubicBezTo>
                    <a:pt x="9016" y="7592"/>
                    <a:pt x="7581" y="9033"/>
                    <a:pt x="7581" y="10816"/>
                  </a:cubicBezTo>
                  <a:cubicBezTo>
                    <a:pt x="7581" y="12593"/>
                    <a:pt x="9016" y="14040"/>
                    <a:pt x="10792" y="14040"/>
                  </a:cubicBezTo>
                  <a:cubicBezTo>
                    <a:pt x="12567" y="14040"/>
                    <a:pt x="14002" y="12599"/>
                    <a:pt x="14002" y="10816"/>
                  </a:cubicBezTo>
                  <a:cubicBezTo>
                    <a:pt x="14002" y="9033"/>
                    <a:pt x="12567" y="7592"/>
                    <a:pt x="10792" y="7592"/>
                  </a:cubicBezTo>
                  <a:close/>
                </a:path>
              </a:pathLst>
            </a:custGeom>
            <a:solidFill>
              <a:srgbClr val="000000"/>
            </a:solidFill>
            <a:ln w="3937"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136" name="-">
              <a:extLst>
                <a:ext uri="{FF2B5EF4-FFF2-40B4-BE49-F238E27FC236}">
                  <a16:creationId xmlns:a16="http://schemas.microsoft.com/office/drawing/2014/main" id="{76AA5586-B0DA-70D2-08CD-3D4695245919}"/>
                </a:ext>
              </a:extLst>
            </p:cNvPr>
            <p:cNvSpPr txBox="1"/>
            <p:nvPr/>
          </p:nvSpPr>
          <p:spPr>
            <a:xfrm>
              <a:off x="23590494" y="13680000"/>
              <a:ext cx="51360" cy="666849"/>
            </a:xfrm>
            <a:prstGeom prst="rect">
              <a:avLst/>
            </a:prstGeom>
            <a:ln w="3937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874" tIns="7874" rIns="7874" bIns="7874" anchor="ctr">
              <a:spAutoFit/>
            </a:bodyPr>
            <a:lstStyle>
              <a:lvl1pPr>
                <a:defRPr>
                  <a:solidFill>
                    <a:srgbClr val="000000"/>
                  </a:solidFill>
                </a:defRPr>
              </a:lvl1pPr>
            </a:lstStyle>
            <a:p>
              <a:pPr algn="ctr" defTabSz="1219169" hangingPunct="0"/>
              <a:endParaRPr sz="992" kern="0" dirty="0"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137" name="Oval 192">
              <a:extLst>
                <a:ext uri="{FF2B5EF4-FFF2-40B4-BE49-F238E27FC236}">
                  <a16:creationId xmlns:a16="http://schemas.microsoft.com/office/drawing/2014/main" id="{FDF117AF-7162-164E-689B-1F239467529C}"/>
                </a:ext>
              </a:extLst>
            </p:cNvPr>
            <p:cNvSpPr/>
            <p:nvPr/>
          </p:nvSpPr>
          <p:spPr>
            <a:xfrm>
              <a:off x="19374027" y="13589566"/>
              <a:ext cx="423268" cy="344814"/>
            </a:xfrm>
            <a:prstGeom prst="ellipse">
              <a:avLst/>
            </a:prstGeom>
            <a:solidFill>
              <a:schemeClr val="lt1">
                <a:alpha val="67000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lIns="28346" tIns="14173" rIns="28346" bIns="14173" rtlCol="0" anchor="ctr"/>
            <a:lstStyle/>
            <a:p>
              <a:pPr algn="ctr"/>
              <a:r>
                <a:rPr lang="en-US" sz="992" kern="0" dirty="0">
                  <a:latin typeface="Helvetica Neue"/>
                  <a:ea typeface="Helvetica Neue"/>
                  <a:cs typeface="Helvetica Neue"/>
                  <a:sym typeface="Helvetica Neue"/>
                </a:rPr>
                <a:t>+</a:t>
              </a:r>
            </a:p>
          </p:txBody>
        </p:sp>
        <p:sp>
          <p:nvSpPr>
            <p:cNvPr id="5138" name="Arrow 2">
              <a:extLst>
                <a:ext uri="{FF2B5EF4-FFF2-40B4-BE49-F238E27FC236}">
                  <a16:creationId xmlns:a16="http://schemas.microsoft.com/office/drawing/2014/main" id="{32D29CD2-BDB5-7DCD-90CF-C6B02F768052}"/>
                </a:ext>
              </a:extLst>
            </p:cNvPr>
            <p:cNvSpPr/>
            <p:nvPr/>
          </p:nvSpPr>
          <p:spPr>
            <a:xfrm>
              <a:off x="19178844" y="13493374"/>
              <a:ext cx="813585" cy="6551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749" y="0"/>
                  </a:moveTo>
                  <a:cubicBezTo>
                    <a:pt x="8457" y="0"/>
                    <a:pt x="6373" y="1103"/>
                    <a:pt x="4819" y="2903"/>
                  </a:cubicBezTo>
                  <a:lnTo>
                    <a:pt x="6744" y="6147"/>
                  </a:lnTo>
                  <a:cubicBezTo>
                    <a:pt x="7744" y="4819"/>
                    <a:pt x="9169" y="3989"/>
                    <a:pt x="10749" y="3989"/>
                  </a:cubicBezTo>
                  <a:cubicBezTo>
                    <a:pt x="13751" y="3989"/>
                    <a:pt x="16189" y="6985"/>
                    <a:pt x="16232" y="10700"/>
                  </a:cubicBezTo>
                  <a:lnTo>
                    <a:pt x="14265" y="10700"/>
                  </a:lnTo>
                  <a:lnTo>
                    <a:pt x="17933" y="16883"/>
                  </a:lnTo>
                  <a:lnTo>
                    <a:pt x="21600" y="10700"/>
                  </a:lnTo>
                  <a:lnTo>
                    <a:pt x="19444" y="10700"/>
                  </a:lnTo>
                  <a:cubicBezTo>
                    <a:pt x="19401" y="4782"/>
                    <a:pt x="15525" y="0"/>
                    <a:pt x="10749" y="0"/>
                  </a:cubicBezTo>
                  <a:close/>
                  <a:moveTo>
                    <a:pt x="3667" y="4515"/>
                  </a:moveTo>
                  <a:lnTo>
                    <a:pt x="0" y="10700"/>
                  </a:lnTo>
                  <a:lnTo>
                    <a:pt x="2054" y="10700"/>
                  </a:lnTo>
                  <a:cubicBezTo>
                    <a:pt x="2053" y="10733"/>
                    <a:pt x="2054" y="10767"/>
                    <a:pt x="2054" y="10801"/>
                  </a:cubicBezTo>
                  <a:cubicBezTo>
                    <a:pt x="2054" y="16766"/>
                    <a:pt x="5946" y="21600"/>
                    <a:pt x="10749" y="21600"/>
                  </a:cubicBezTo>
                  <a:cubicBezTo>
                    <a:pt x="13080" y="21600"/>
                    <a:pt x="15197" y="20461"/>
                    <a:pt x="16759" y="18607"/>
                  </a:cubicBezTo>
                  <a:lnTo>
                    <a:pt x="14814" y="15375"/>
                  </a:lnTo>
                  <a:cubicBezTo>
                    <a:pt x="13811" y="16749"/>
                    <a:pt x="12360" y="17611"/>
                    <a:pt x="10749" y="17611"/>
                  </a:cubicBezTo>
                  <a:cubicBezTo>
                    <a:pt x="7720" y="17611"/>
                    <a:pt x="5266" y="14563"/>
                    <a:pt x="5266" y="10801"/>
                  </a:cubicBezTo>
                  <a:cubicBezTo>
                    <a:pt x="5266" y="10767"/>
                    <a:pt x="5265" y="10733"/>
                    <a:pt x="5266" y="10700"/>
                  </a:cubicBezTo>
                  <a:lnTo>
                    <a:pt x="7335" y="10700"/>
                  </a:lnTo>
                  <a:lnTo>
                    <a:pt x="3667" y="4515"/>
                  </a:lnTo>
                  <a:close/>
                </a:path>
              </a:pathLst>
            </a:custGeom>
            <a:solidFill>
              <a:srgbClr val="C00000"/>
            </a:solidFill>
            <a:ln w="3937"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139" name="Rectangle 193">
              <a:extLst>
                <a:ext uri="{FF2B5EF4-FFF2-40B4-BE49-F238E27FC236}">
                  <a16:creationId xmlns:a16="http://schemas.microsoft.com/office/drawing/2014/main" id="{756016B7-F60B-E595-6074-D1A32979A95F}"/>
                </a:ext>
              </a:extLst>
            </p:cNvPr>
            <p:cNvSpPr/>
            <p:nvPr/>
          </p:nvSpPr>
          <p:spPr>
            <a:xfrm>
              <a:off x="18390526" y="13024966"/>
              <a:ext cx="1270969" cy="447559"/>
            </a:xfrm>
            <a:prstGeom prst="rect">
              <a:avLst/>
            </a:prstGeom>
            <a:solidFill>
              <a:schemeClr val="lt1">
                <a:alpha val="54000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lIns="28346" tIns="14173" rIns="28346" bIns="14173" rtlCol="0" anchor="ctr"/>
            <a:lstStyle/>
            <a:p>
              <a:pPr algn="ctr"/>
              <a:r>
                <a:rPr lang="en-US" sz="892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GHG</a:t>
              </a:r>
            </a:p>
          </p:txBody>
        </p:sp>
        <p:sp>
          <p:nvSpPr>
            <p:cNvPr id="5140" name="Rectangle 88">
              <a:extLst>
                <a:ext uri="{FF2B5EF4-FFF2-40B4-BE49-F238E27FC236}">
                  <a16:creationId xmlns:a16="http://schemas.microsoft.com/office/drawing/2014/main" id="{6029B673-01D9-E14D-1E48-EEB33D5A3EF8}"/>
                </a:ext>
              </a:extLst>
            </p:cNvPr>
            <p:cNvSpPr/>
            <p:nvPr/>
          </p:nvSpPr>
          <p:spPr>
            <a:xfrm>
              <a:off x="19899854" y="16479730"/>
              <a:ext cx="876557" cy="378638"/>
            </a:xfrm>
            <a:prstGeom prst="rect">
              <a:avLst/>
            </a:prstGeom>
            <a:solidFill>
              <a:schemeClr val="lt1">
                <a:alpha val="80774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lIns="28346" tIns="14173" rIns="28346" bIns="14173" rtlCol="0" anchor="ctr"/>
            <a:lstStyle/>
            <a:p>
              <a:pPr algn="ctr"/>
              <a:endParaRPr lang="en-US"/>
            </a:p>
          </p:txBody>
        </p:sp>
        <p:sp>
          <p:nvSpPr>
            <p:cNvPr id="5141" name="Rectangle 89">
              <a:extLst>
                <a:ext uri="{FF2B5EF4-FFF2-40B4-BE49-F238E27FC236}">
                  <a16:creationId xmlns:a16="http://schemas.microsoft.com/office/drawing/2014/main" id="{1341B75F-4F09-DA7F-F8A8-4B99047DE469}"/>
                </a:ext>
              </a:extLst>
            </p:cNvPr>
            <p:cNvSpPr/>
            <p:nvPr/>
          </p:nvSpPr>
          <p:spPr>
            <a:xfrm>
              <a:off x="20771894" y="15367031"/>
              <a:ext cx="876557" cy="378638"/>
            </a:xfrm>
            <a:prstGeom prst="rect">
              <a:avLst/>
            </a:prstGeom>
            <a:solidFill>
              <a:schemeClr val="lt1">
                <a:alpha val="80774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lIns="28346" tIns="14173" rIns="28346" bIns="14173" rtlCol="0" anchor="ctr"/>
            <a:lstStyle/>
            <a:p>
              <a:pPr algn="ctr"/>
              <a:endParaRPr lang="en-US"/>
            </a:p>
          </p:txBody>
        </p:sp>
        <p:sp>
          <p:nvSpPr>
            <p:cNvPr id="5142" name="Water">
              <a:extLst>
                <a:ext uri="{FF2B5EF4-FFF2-40B4-BE49-F238E27FC236}">
                  <a16:creationId xmlns:a16="http://schemas.microsoft.com/office/drawing/2014/main" id="{BF92DECA-8100-5FAF-495D-7BEF0FD9F104}"/>
                </a:ext>
              </a:extLst>
            </p:cNvPr>
            <p:cNvSpPr/>
            <p:nvPr/>
          </p:nvSpPr>
          <p:spPr>
            <a:xfrm>
              <a:off x="20816943" y="15431381"/>
              <a:ext cx="763393" cy="2646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3728"/>
                  </a:lnTo>
                  <a:cubicBezTo>
                    <a:pt x="292" y="3728"/>
                    <a:pt x="665" y="4209"/>
                    <a:pt x="1059" y="4708"/>
                  </a:cubicBezTo>
                  <a:cubicBezTo>
                    <a:pt x="1551" y="5332"/>
                    <a:pt x="2109" y="6053"/>
                    <a:pt x="2703" y="6053"/>
                  </a:cubicBezTo>
                  <a:cubicBezTo>
                    <a:pt x="3287" y="6053"/>
                    <a:pt x="3802" y="5365"/>
                    <a:pt x="4256" y="4757"/>
                  </a:cubicBezTo>
                  <a:cubicBezTo>
                    <a:pt x="4656" y="4226"/>
                    <a:pt x="5034" y="3728"/>
                    <a:pt x="5402" y="3728"/>
                  </a:cubicBezTo>
                  <a:cubicBezTo>
                    <a:pt x="5769" y="3728"/>
                    <a:pt x="6142" y="4226"/>
                    <a:pt x="6542" y="4757"/>
                  </a:cubicBezTo>
                  <a:cubicBezTo>
                    <a:pt x="6996" y="5365"/>
                    <a:pt x="7516" y="6053"/>
                    <a:pt x="8105" y="6053"/>
                  </a:cubicBezTo>
                  <a:cubicBezTo>
                    <a:pt x="8689" y="6053"/>
                    <a:pt x="9186" y="5380"/>
                    <a:pt x="9624" y="4771"/>
                  </a:cubicBezTo>
                  <a:cubicBezTo>
                    <a:pt x="10019" y="4225"/>
                    <a:pt x="10392" y="3728"/>
                    <a:pt x="10803" y="3728"/>
                  </a:cubicBezTo>
                  <a:cubicBezTo>
                    <a:pt x="11187" y="3728"/>
                    <a:pt x="11512" y="4178"/>
                    <a:pt x="11885" y="4708"/>
                  </a:cubicBezTo>
                  <a:cubicBezTo>
                    <a:pt x="12328" y="5332"/>
                    <a:pt x="12837" y="6053"/>
                    <a:pt x="13502" y="6053"/>
                  </a:cubicBezTo>
                  <a:cubicBezTo>
                    <a:pt x="14172" y="6053"/>
                    <a:pt x="14690" y="5333"/>
                    <a:pt x="15144" y="4693"/>
                  </a:cubicBezTo>
                  <a:cubicBezTo>
                    <a:pt x="15517" y="4179"/>
                    <a:pt x="15836" y="3728"/>
                    <a:pt x="16198" y="3728"/>
                  </a:cubicBezTo>
                  <a:cubicBezTo>
                    <a:pt x="16566" y="3728"/>
                    <a:pt x="16902" y="4182"/>
                    <a:pt x="17291" y="4727"/>
                  </a:cubicBezTo>
                  <a:cubicBezTo>
                    <a:pt x="17746" y="5351"/>
                    <a:pt x="18264" y="6053"/>
                    <a:pt x="18902" y="6053"/>
                  </a:cubicBezTo>
                  <a:cubicBezTo>
                    <a:pt x="19556" y="6053"/>
                    <a:pt x="20113" y="5319"/>
                    <a:pt x="20605" y="4664"/>
                  </a:cubicBezTo>
                  <a:cubicBezTo>
                    <a:pt x="20972" y="4181"/>
                    <a:pt x="21319" y="3728"/>
                    <a:pt x="21600" y="3728"/>
                  </a:cubicBezTo>
                  <a:lnTo>
                    <a:pt x="21600" y="0"/>
                  </a:lnTo>
                  <a:cubicBezTo>
                    <a:pt x="21038" y="0"/>
                    <a:pt x="20547" y="653"/>
                    <a:pt x="20071" y="1277"/>
                  </a:cubicBezTo>
                  <a:cubicBezTo>
                    <a:pt x="19655" y="1807"/>
                    <a:pt x="19270" y="2325"/>
                    <a:pt x="18897" y="2325"/>
                  </a:cubicBezTo>
                  <a:cubicBezTo>
                    <a:pt x="18551" y="2325"/>
                    <a:pt x="18221" y="1870"/>
                    <a:pt x="17842" y="1355"/>
                  </a:cubicBezTo>
                  <a:cubicBezTo>
                    <a:pt x="17377" y="715"/>
                    <a:pt x="16853" y="0"/>
                    <a:pt x="16198" y="0"/>
                  </a:cubicBezTo>
                  <a:cubicBezTo>
                    <a:pt x="15544" y="0"/>
                    <a:pt x="15037" y="716"/>
                    <a:pt x="14583" y="1340"/>
                  </a:cubicBezTo>
                  <a:cubicBezTo>
                    <a:pt x="14205" y="1871"/>
                    <a:pt x="13875" y="2325"/>
                    <a:pt x="13502" y="2325"/>
                  </a:cubicBezTo>
                  <a:cubicBezTo>
                    <a:pt x="13134" y="2325"/>
                    <a:pt x="12820" y="1870"/>
                    <a:pt x="12452" y="1355"/>
                  </a:cubicBezTo>
                  <a:cubicBezTo>
                    <a:pt x="11998" y="715"/>
                    <a:pt x="11485" y="0"/>
                    <a:pt x="10803" y="0"/>
                  </a:cubicBezTo>
                  <a:cubicBezTo>
                    <a:pt x="10106" y="0"/>
                    <a:pt x="9554" y="749"/>
                    <a:pt x="9073" y="1404"/>
                  </a:cubicBezTo>
                  <a:cubicBezTo>
                    <a:pt x="8711" y="1903"/>
                    <a:pt x="8402" y="2325"/>
                    <a:pt x="8105" y="2325"/>
                  </a:cubicBezTo>
                  <a:cubicBezTo>
                    <a:pt x="7802" y="2325"/>
                    <a:pt x="7467" y="1889"/>
                    <a:pt x="7083" y="1374"/>
                  </a:cubicBezTo>
                  <a:cubicBezTo>
                    <a:pt x="6602" y="735"/>
                    <a:pt x="6050" y="0"/>
                    <a:pt x="5402" y="0"/>
                  </a:cubicBezTo>
                  <a:cubicBezTo>
                    <a:pt x="4747" y="0"/>
                    <a:pt x="4202" y="735"/>
                    <a:pt x="3715" y="1374"/>
                  </a:cubicBezTo>
                  <a:cubicBezTo>
                    <a:pt x="3348" y="1858"/>
                    <a:pt x="3001" y="2325"/>
                    <a:pt x="2703" y="2325"/>
                  </a:cubicBezTo>
                  <a:cubicBezTo>
                    <a:pt x="2384" y="2325"/>
                    <a:pt x="1996" y="1827"/>
                    <a:pt x="1585" y="1296"/>
                  </a:cubicBezTo>
                  <a:cubicBezTo>
                    <a:pt x="1082" y="657"/>
                    <a:pt x="568" y="0"/>
                    <a:pt x="0" y="0"/>
                  </a:cubicBezTo>
                  <a:close/>
                  <a:moveTo>
                    <a:pt x="0" y="7769"/>
                  </a:moveTo>
                  <a:lnTo>
                    <a:pt x="0" y="11492"/>
                  </a:lnTo>
                  <a:cubicBezTo>
                    <a:pt x="292" y="11492"/>
                    <a:pt x="665" y="11977"/>
                    <a:pt x="1059" y="12477"/>
                  </a:cubicBezTo>
                  <a:cubicBezTo>
                    <a:pt x="1551" y="13100"/>
                    <a:pt x="2109" y="13817"/>
                    <a:pt x="2703" y="13817"/>
                  </a:cubicBezTo>
                  <a:cubicBezTo>
                    <a:pt x="3287" y="13817"/>
                    <a:pt x="3802" y="13133"/>
                    <a:pt x="4256" y="12525"/>
                  </a:cubicBezTo>
                  <a:cubicBezTo>
                    <a:pt x="4656" y="11995"/>
                    <a:pt x="5034" y="11492"/>
                    <a:pt x="5402" y="11492"/>
                  </a:cubicBezTo>
                  <a:cubicBezTo>
                    <a:pt x="5769" y="11492"/>
                    <a:pt x="6142" y="11995"/>
                    <a:pt x="6542" y="12525"/>
                  </a:cubicBezTo>
                  <a:cubicBezTo>
                    <a:pt x="6996" y="13133"/>
                    <a:pt x="7516" y="13817"/>
                    <a:pt x="8105" y="13817"/>
                  </a:cubicBezTo>
                  <a:cubicBezTo>
                    <a:pt x="8689" y="13817"/>
                    <a:pt x="9186" y="13148"/>
                    <a:pt x="9624" y="12540"/>
                  </a:cubicBezTo>
                  <a:cubicBezTo>
                    <a:pt x="10019" y="11994"/>
                    <a:pt x="10392" y="11492"/>
                    <a:pt x="10803" y="11492"/>
                  </a:cubicBezTo>
                  <a:cubicBezTo>
                    <a:pt x="11187" y="11492"/>
                    <a:pt x="11512" y="11946"/>
                    <a:pt x="11885" y="12477"/>
                  </a:cubicBezTo>
                  <a:cubicBezTo>
                    <a:pt x="12328" y="13100"/>
                    <a:pt x="12837" y="13817"/>
                    <a:pt x="13502" y="13817"/>
                  </a:cubicBezTo>
                  <a:cubicBezTo>
                    <a:pt x="14172" y="13817"/>
                    <a:pt x="14690" y="13101"/>
                    <a:pt x="15144" y="12462"/>
                  </a:cubicBezTo>
                  <a:cubicBezTo>
                    <a:pt x="15517" y="11947"/>
                    <a:pt x="15836" y="11492"/>
                    <a:pt x="16198" y="11492"/>
                  </a:cubicBezTo>
                  <a:cubicBezTo>
                    <a:pt x="16566" y="11492"/>
                    <a:pt x="16902" y="11945"/>
                    <a:pt x="17291" y="12491"/>
                  </a:cubicBezTo>
                  <a:cubicBezTo>
                    <a:pt x="17746" y="13115"/>
                    <a:pt x="18264" y="13817"/>
                    <a:pt x="18902" y="13817"/>
                  </a:cubicBezTo>
                  <a:cubicBezTo>
                    <a:pt x="19556" y="13817"/>
                    <a:pt x="20113" y="13083"/>
                    <a:pt x="20605" y="12428"/>
                  </a:cubicBezTo>
                  <a:cubicBezTo>
                    <a:pt x="20972" y="11944"/>
                    <a:pt x="21319" y="11492"/>
                    <a:pt x="21600" y="11492"/>
                  </a:cubicBezTo>
                  <a:lnTo>
                    <a:pt x="21600" y="7769"/>
                  </a:lnTo>
                  <a:cubicBezTo>
                    <a:pt x="21038" y="7769"/>
                    <a:pt x="20547" y="8422"/>
                    <a:pt x="20071" y="9045"/>
                  </a:cubicBezTo>
                  <a:cubicBezTo>
                    <a:pt x="19655" y="9591"/>
                    <a:pt x="19270" y="10088"/>
                    <a:pt x="18897" y="10088"/>
                  </a:cubicBezTo>
                  <a:cubicBezTo>
                    <a:pt x="18551" y="10088"/>
                    <a:pt x="18221" y="9638"/>
                    <a:pt x="17842" y="9123"/>
                  </a:cubicBezTo>
                  <a:cubicBezTo>
                    <a:pt x="17377" y="8484"/>
                    <a:pt x="16853" y="7769"/>
                    <a:pt x="16198" y="7769"/>
                  </a:cubicBezTo>
                  <a:cubicBezTo>
                    <a:pt x="15544" y="7769"/>
                    <a:pt x="15037" y="8485"/>
                    <a:pt x="14583" y="9109"/>
                  </a:cubicBezTo>
                  <a:cubicBezTo>
                    <a:pt x="14205" y="9639"/>
                    <a:pt x="13875" y="10088"/>
                    <a:pt x="13502" y="10088"/>
                  </a:cubicBezTo>
                  <a:cubicBezTo>
                    <a:pt x="13134" y="10088"/>
                    <a:pt x="12820" y="9638"/>
                    <a:pt x="12452" y="9123"/>
                  </a:cubicBezTo>
                  <a:cubicBezTo>
                    <a:pt x="11998" y="8484"/>
                    <a:pt x="11485" y="7769"/>
                    <a:pt x="10803" y="7769"/>
                  </a:cubicBezTo>
                  <a:cubicBezTo>
                    <a:pt x="10106" y="7769"/>
                    <a:pt x="9554" y="8517"/>
                    <a:pt x="9073" y="9172"/>
                  </a:cubicBezTo>
                  <a:cubicBezTo>
                    <a:pt x="8711" y="9671"/>
                    <a:pt x="8402" y="10088"/>
                    <a:pt x="8105" y="10088"/>
                  </a:cubicBezTo>
                  <a:cubicBezTo>
                    <a:pt x="7802" y="10088"/>
                    <a:pt x="7467" y="9653"/>
                    <a:pt x="7083" y="9138"/>
                  </a:cubicBezTo>
                  <a:cubicBezTo>
                    <a:pt x="6602" y="8499"/>
                    <a:pt x="6050" y="7769"/>
                    <a:pt x="5402" y="7769"/>
                  </a:cubicBezTo>
                  <a:cubicBezTo>
                    <a:pt x="4747" y="7769"/>
                    <a:pt x="4202" y="8499"/>
                    <a:pt x="3715" y="9138"/>
                  </a:cubicBezTo>
                  <a:cubicBezTo>
                    <a:pt x="3348" y="9622"/>
                    <a:pt x="3001" y="10088"/>
                    <a:pt x="2703" y="10088"/>
                  </a:cubicBezTo>
                  <a:cubicBezTo>
                    <a:pt x="2384" y="10088"/>
                    <a:pt x="1996" y="9590"/>
                    <a:pt x="1585" y="9060"/>
                  </a:cubicBezTo>
                  <a:cubicBezTo>
                    <a:pt x="1082" y="8421"/>
                    <a:pt x="568" y="7769"/>
                    <a:pt x="0" y="7769"/>
                  </a:cubicBezTo>
                  <a:close/>
                  <a:moveTo>
                    <a:pt x="0" y="15547"/>
                  </a:moveTo>
                  <a:lnTo>
                    <a:pt x="0" y="19275"/>
                  </a:lnTo>
                  <a:cubicBezTo>
                    <a:pt x="292" y="19275"/>
                    <a:pt x="665" y="19761"/>
                    <a:pt x="1059" y="20260"/>
                  </a:cubicBezTo>
                  <a:cubicBezTo>
                    <a:pt x="1551" y="20884"/>
                    <a:pt x="2109" y="21600"/>
                    <a:pt x="2703" y="21600"/>
                  </a:cubicBezTo>
                  <a:cubicBezTo>
                    <a:pt x="3287" y="21600"/>
                    <a:pt x="3802" y="20912"/>
                    <a:pt x="4256" y="20304"/>
                  </a:cubicBezTo>
                  <a:cubicBezTo>
                    <a:pt x="4656" y="19773"/>
                    <a:pt x="5034" y="19275"/>
                    <a:pt x="5402" y="19275"/>
                  </a:cubicBezTo>
                  <a:cubicBezTo>
                    <a:pt x="5769" y="19275"/>
                    <a:pt x="6142" y="19773"/>
                    <a:pt x="6542" y="20304"/>
                  </a:cubicBezTo>
                  <a:cubicBezTo>
                    <a:pt x="6996" y="20912"/>
                    <a:pt x="7516" y="21600"/>
                    <a:pt x="8105" y="21600"/>
                  </a:cubicBezTo>
                  <a:cubicBezTo>
                    <a:pt x="8689" y="21600"/>
                    <a:pt x="9186" y="20931"/>
                    <a:pt x="9624" y="20323"/>
                  </a:cubicBezTo>
                  <a:cubicBezTo>
                    <a:pt x="10019" y="19777"/>
                    <a:pt x="10392" y="19275"/>
                    <a:pt x="10803" y="19275"/>
                  </a:cubicBezTo>
                  <a:cubicBezTo>
                    <a:pt x="11187" y="19275"/>
                    <a:pt x="11512" y="19729"/>
                    <a:pt x="11885" y="20260"/>
                  </a:cubicBezTo>
                  <a:cubicBezTo>
                    <a:pt x="12328" y="20884"/>
                    <a:pt x="12837" y="21600"/>
                    <a:pt x="13502" y="21600"/>
                  </a:cubicBezTo>
                  <a:cubicBezTo>
                    <a:pt x="14172" y="21600"/>
                    <a:pt x="14690" y="20885"/>
                    <a:pt x="15144" y="20245"/>
                  </a:cubicBezTo>
                  <a:cubicBezTo>
                    <a:pt x="15517" y="19730"/>
                    <a:pt x="15836" y="19275"/>
                    <a:pt x="16198" y="19275"/>
                  </a:cubicBezTo>
                  <a:cubicBezTo>
                    <a:pt x="16566" y="19275"/>
                    <a:pt x="16902" y="19729"/>
                    <a:pt x="17291" y="20274"/>
                  </a:cubicBezTo>
                  <a:cubicBezTo>
                    <a:pt x="17746" y="20898"/>
                    <a:pt x="18264" y="21600"/>
                    <a:pt x="18902" y="21600"/>
                  </a:cubicBezTo>
                  <a:cubicBezTo>
                    <a:pt x="19556" y="21600"/>
                    <a:pt x="20113" y="20866"/>
                    <a:pt x="20605" y="20211"/>
                  </a:cubicBezTo>
                  <a:cubicBezTo>
                    <a:pt x="20972" y="19728"/>
                    <a:pt x="21319" y="19275"/>
                    <a:pt x="21600" y="19275"/>
                  </a:cubicBezTo>
                  <a:lnTo>
                    <a:pt x="21600" y="15547"/>
                  </a:lnTo>
                  <a:cubicBezTo>
                    <a:pt x="21038" y="15547"/>
                    <a:pt x="20547" y="16205"/>
                    <a:pt x="20071" y="16829"/>
                  </a:cubicBezTo>
                  <a:cubicBezTo>
                    <a:pt x="19655" y="17359"/>
                    <a:pt x="19270" y="17872"/>
                    <a:pt x="18897" y="17872"/>
                  </a:cubicBezTo>
                  <a:cubicBezTo>
                    <a:pt x="18551" y="17872"/>
                    <a:pt x="18221" y="17421"/>
                    <a:pt x="17842" y="16907"/>
                  </a:cubicBezTo>
                  <a:cubicBezTo>
                    <a:pt x="17377" y="16267"/>
                    <a:pt x="16853" y="15547"/>
                    <a:pt x="16198" y="15547"/>
                  </a:cubicBezTo>
                  <a:cubicBezTo>
                    <a:pt x="15544" y="15547"/>
                    <a:pt x="15037" y="16268"/>
                    <a:pt x="14583" y="16892"/>
                  </a:cubicBezTo>
                  <a:cubicBezTo>
                    <a:pt x="14205" y="17422"/>
                    <a:pt x="13875" y="17872"/>
                    <a:pt x="13502" y="17872"/>
                  </a:cubicBezTo>
                  <a:cubicBezTo>
                    <a:pt x="13134" y="17872"/>
                    <a:pt x="12820" y="17421"/>
                    <a:pt x="12452" y="16907"/>
                  </a:cubicBezTo>
                  <a:cubicBezTo>
                    <a:pt x="11998" y="16267"/>
                    <a:pt x="11485" y="15547"/>
                    <a:pt x="10803" y="15547"/>
                  </a:cubicBezTo>
                  <a:cubicBezTo>
                    <a:pt x="10106" y="15547"/>
                    <a:pt x="9554" y="16296"/>
                    <a:pt x="9073" y="16951"/>
                  </a:cubicBezTo>
                  <a:cubicBezTo>
                    <a:pt x="8711" y="17450"/>
                    <a:pt x="8402" y="17872"/>
                    <a:pt x="8105" y="17872"/>
                  </a:cubicBezTo>
                  <a:cubicBezTo>
                    <a:pt x="7802" y="17872"/>
                    <a:pt x="7467" y="17436"/>
                    <a:pt x="7083" y="16921"/>
                  </a:cubicBezTo>
                  <a:cubicBezTo>
                    <a:pt x="6602" y="16282"/>
                    <a:pt x="6050" y="15547"/>
                    <a:pt x="5402" y="15547"/>
                  </a:cubicBezTo>
                  <a:cubicBezTo>
                    <a:pt x="4747" y="15547"/>
                    <a:pt x="4202" y="16282"/>
                    <a:pt x="3715" y="16921"/>
                  </a:cubicBezTo>
                  <a:cubicBezTo>
                    <a:pt x="3348" y="17405"/>
                    <a:pt x="3001" y="17872"/>
                    <a:pt x="2703" y="17872"/>
                  </a:cubicBezTo>
                  <a:cubicBezTo>
                    <a:pt x="2384" y="17872"/>
                    <a:pt x="1996" y="17374"/>
                    <a:pt x="1585" y="16843"/>
                  </a:cubicBezTo>
                  <a:cubicBezTo>
                    <a:pt x="1082" y="16204"/>
                    <a:pt x="568" y="15547"/>
                    <a:pt x="0" y="15547"/>
                  </a:cubicBezTo>
                  <a:close/>
                </a:path>
              </a:pathLst>
            </a:custGeom>
            <a:solidFill>
              <a:srgbClr val="C00000"/>
            </a:solidFill>
            <a:ln w="3937"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143" name="Water">
              <a:extLst>
                <a:ext uri="{FF2B5EF4-FFF2-40B4-BE49-F238E27FC236}">
                  <a16:creationId xmlns:a16="http://schemas.microsoft.com/office/drawing/2014/main" id="{287397F6-1460-9F5D-AA09-4147D33D5EA8}"/>
                </a:ext>
              </a:extLst>
            </p:cNvPr>
            <p:cNvSpPr/>
            <p:nvPr/>
          </p:nvSpPr>
          <p:spPr>
            <a:xfrm>
              <a:off x="19947933" y="16541280"/>
              <a:ext cx="763393" cy="2646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3728"/>
                  </a:lnTo>
                  <a:cubicBezTo>
                    <a:pt x="292" y="3728"/>
                    <a:pt x="665" y="4209"/>
                    <a:pt x="1059" y="4708"/>
                  </a:cubicBezTo>
                  <a:cubicBezTo>
                    <a:pt x="1551" y="5332"/>
                    <a:pt x="2109" y="6053"/>
                    <a:pt x="2703" y="6053"/>
                  </a:cubicBezTo>
                  <a:cubicBezTo>
                    <a:pt x="3287" y="6053"/>
                    <a:pt x="3802" y="5365"/>
                    <a:pt x="4256" y="4757"/>
                  </a:cubicBezTo>
                  <a:cubicBezTo>
                    <a:pt x="4656" y="4226"/>
                    <a:pt x="5034" y="3728"/>
                    <a:pt x="5402" y="3728"/>
                  </a:cubicBezTo>
                  <a:cubicBezTo>
                    <a:pt x="5769" y="3728"/>
                    <a:pt x="6142" y="4226"/>
                    <a:pt x="6542" y="4757"/>
                  </a:cubicBezTo>
                  <a:cubicBezTo>
                    <a:pt x="6996" y="5365"/>
                    <a:pt x="7516" y="6053"/>
                    <a:pt x="8105" y="6053"/>
                  </a:cubicBezTo>
                  <a:cubicBezTo>
                    <a:pt x="8689" y="6053"/>
                    <a:pt x="9186" y="5380"/>
                    <a:pt x="9624" y="4771"/>
                  </a:cubicBezTo>
                  <a:cubicBezTo>
                    <a:pt x="10019" y="4225"/>
                    <a:pt x="10392" y="3728"/>
                    <a:pt x="10803" y="3728"/>
                  </a:cubicBezTo>
                  <a:cubicBezTo>
                    <a:pt x="11187" y="3728"/>
                    <a:pt x="11512" y="4178"/>
                    <a:pt x="11885" y="4708"/>
                  </a:cubicBezTo>
                  <a:cubicBezTo>
                    <a:pt x="12328" y="5332"/>
                    <a:pt x="12837" y="6053"/>
                    <a:pt x="13502" y="6053"/>
                  </a:cubicBezTo>
                  <a:cubicBezTo>
                    <a:pt x="14172" y="6053"/>
                    <a:pt x="14690" y="5333"/>
                    <a:pt x="15144" y="4693"/>
                  </a:cubicBezTo>
                  <a:cubicBezTo>
                    <a:pt x="15517" y="4179"/>
                    <a:pt x="15836" y="3728"/>
                    <a:pt x="16198" y="3728"/>
                  </a:cubicBezTo>
                  <a:cubicBezTo>
                    <a:pt x="16566" y="3728"/>
                    <a:pt x="16902" y="4182"/>
                    <a:pt x="17291" y="4727"/>
                  </a:cubicBezTo>
                  <a:cubicBezTo>
                    <a:pt x="17746" y="5351"/>
                    <a:pt x="18264" y="6053"/>
                    <a:pt x="18902" y="6053"/>
                  </a:cubicBezTo>
                  <a:cubicBezTo>
                    <a:pt x="19556" y="6053"/>
                    <a:pt x="20113" y="5319"/>
                    <a:pt x="20605" y="4664"/>
                  </a:cubicBezTo>
                  <a:cubicBezTo>
                    <a:pt x="20972" y="4181"/>
                    <a:pt x="21319" y="3728"/>
                    <a:pt x="21600" y="3728"/>
                  </a:cubicBezTo>
                  <a:lnTo>
                    <a:pt x="21600" y="0"/>
                  </a:lnTo>
                  <a:cubicBezTo>
                    <a:pt x="21038" y="0"/>
                    <a:pt x="20547" y="653"/>
                    <a:pt x="20071" y="1277"/>
                  </a:cubicBezTo>
                  <a:cubicBezTo>
                    <a:pt x="19655" y="1807"/>
                    <a:pt x="19270" y="2325"/>
                    <a:pt x="18897" y="2325"/>
                  </a:cubicBezTo>
                  <a:cubicBezTo>
                    <a:pt x="18551" y="2325"/>
                    <a:pt x="18221" y="1870"/>
                    <a:pt x="17842" y="1355"/>
                  </a:cubicBezTo>
                  <a:cubicBezTo>
                    <a:pt x="17377" y="715"/>
                    <a:pt x="16853" y="0"/>
                    <a:pt x="16198" y="0"/>
                  </a:cubicBezTo>
                  <a:cubicBezTo>
                    <a:pt x="15544" y="0"/>
                    <a:pt x="15037" y="716"/>
                    <a:pt x="14583" y="1340"/>
                  </a:cubicBezTo>
                  <a:cubicBezTo>
                    <a:pt x="14205" y="1871"/>
                    <a:pt x="13875" y="2325"/>
                    <a:pt x="13502" y="2325"/>
                  </a:cubicBezTo>
                  <a:cubicBezTo>
                    <a:pt x="13134" y="2325"/>
                    <a:pt x="12820" y="1870"/>
                    <a:pt x="12452" y="1355"/>
                  </a:cubicBezTo>
                  <a:cubicBezTo>
                    <a:pt x="11998" y="715"/>
                    <a:pt x="11485" y="0"/>
                    <a:pt x="10803" y="0"/>
                  </a:cubicBezTo>
                  <a:cubicBezTo>
                    <a:pt x="10106" y="0"/>
                    <a:pt x="9554" y="749"/>
                    <a:pt x="9073" y="1404"/>
                  </a:cubicBezTo>
                  <a:cubicBezTo>
                    <a:pt x="8711" y="1903"/>
                    <a:pt x="8402" y="2325"/>
                    <a:pt x="8105" y="2325"/>
                  </a:cubicBezTo>
                  <a:cubicBezTo>
                    <a:pt x="7802" y="2325"/>
                    <a:pt x="7467" y="1889"/>
                    <a:pt x="7083" y="1374"/>
                  </a:cubicBezTo>
                  <a:cubicBezTo>
                    <a:pt x="6602" y="735"/>
                    <a:pt x="6050" y="0"/>
                    <a:pt x="5402" y="0"/>
                  </a:cubicBezTo>
                  <a:cubicBezTo>
                    <a:pt x="4747" y="0"/>
                    <a:pt x="4202" y="735"/>
                    <a:pt x="3715" y="1374"/>
                  </a:cubicBezTo>
                  <a:cubicBezTo>
                    <a:pt x="3348" y="1858"/>
                    <a:pt x="3001" y="2325"/>
                    <a:pt x="2703" y="2325"/>
                  </a:cubicBezTo>
                  <a:cubicBezTo>
                    <a:pt x="2384" y="2325"/>
                    <a:pt x="1996" y="1827"/>
                    <a:pt x="1585" y="1296"/>
                  </a:cubicBezTo>
                  <a:cubicBezTo>
                    <a:pt x="1082" y="657"/>
                    <a:pt x="568" y="0"/>
                    <a:pt x="0" y="0"/>
                  </a:cubicBezTo>
                  <a:close/>
                  <a:moveTo>
                    <a:pt x="0" y="7769"/>
                  </a:moveTo>
                  <a:lnTo>
                    <a:pt x="0" y="11492"/>
                  </a:lnTo>
                  <a:cubicBezTo>
                    <a:pt x="292" y="11492"/>
                    <a:pt x="665" y="11977"/>
                    <a:pt x="1059" y="12477"/>
                  </a:cubicBezTo>
                  <a:cubicBezTo>
                    <a:pt x="1551" y="13100"/>
                    <a:pt x="2109" y="13817"/>
                    <a:pt x="2703" y="13817"/>
                  </a:cubicBezTo>
                  <a:cubicBezTo>
                    <a:pt x="3287" y="13817"/>
                    <a:pt x="3802" y="13133"/>
                    <a:pt x="4256" y="12525"/>
                  </a:cubicBezTo>
                  <a:cubicBezTo>
                    <a:pt x="4656" y="11995"/>
                    <a:pt x="5034" y="11492"/>
                    <a:pt x="5402" y="11492"/>
                  </a:cubicBezTo>
                  <a:cubicBezTo>
                    <a:pt x="5769" y="11492"/>
                    <a:pt x="6142" y="11995"/>
                    <a:pt x="6542" y="12525"/>
                  </a:cubicBezTo>
                  <a:cubicBezTo>
                    <a:pt x="6996" y="13133"/>
                    <a:pt x="7516" y="13817"/>
                    <a:pt x="8105" y="13817"/>
                  </a:cubicBezTo>
                  <a:cubicBezTo>
                    <a:pt x="8689" y="13817"/>
                    <a:pt x="9186" y="13148"/>
                    <a:pt x="9624" y="12540"/>
                  </a:cubicBezTo>
                  <a:cubicBezTo>
                    <a:pt x="10019" y="11994"/>
                    <a:pt x="10392" y="11492"/>
                    <a:pt x="10803" y="11492"/>
                  </a:cubicBezTo>
                  <a:cubicBezTo>
                    <a:pt x="11187" y="11492"/>
                    <a:pt x="11512" y="11946"/>
                    <a:pt x="11885" y="12477"/>
                  </a:cubicBezTo>
                  <a:cubicBezTo>
                    <a:pt x="12328" y="13100"/>
                    <a:pt x="12837" y="13817"/>
                    <a:pt x="13502" y="13817"/>
                  </a:cubicBezTo>
                  <a:cubicBezTo>
                    <a:pt x="14172" y="13817"/>
                    <a:pt x="14690" y="13101"/>
                    <a:pt x="15144" y="12462"/>
                  </a:cubicBezTo>
                  <a:cubicBezTo>
                    <a:pt x="15517" y="11947"/>
                    <a:pt x="15836" y="11492"/>
                    <a:pt x="16198" y="11492"/>
                  </a:cubicBezTo>
                  <a:cubicBezTo>
                    <a:pt x="16566" y="11492"/>
                    <a:pt x="16902" y="11945"/>
                    <a:pt x="17291" y="12491"/>
                  </a:cubicBezTo>
                  <a:cubicBezTo>
                    <a:pt x="17746" y="13115"/>
                    <a:pt x="18264" y="13817"/>
                    <a:pt x="18902" y="13817"/>
                  </a:cubicBezTo>
                  <a:cubicBezTo>
                    <a:pt x="19556" y="13817"/>
                    <a:pt x="20113" y="13083"/>
                    <a:pt x="20605" y="12428"/>
                  </a:cubicBezTo>
                  <a:cubicBezTo>
                    <a:pt x="20972" y="11944"/>
                    <a:pt x="21319" y="11492"/>
                    <a:pt x="21600" y="11492"/>
                  </a:cubicBezTo>
                  <a:lnTo>
                    <a:pt x="21600" y="7769"/>
                  </a:lnTo>
                  <a:cubicBezTo>
                    <a:pt x="21038" y="7769"/>
                    <a:pt x="20547" y="8422"/>
                    <a:pt x="20071" y="9045"/>
                  </a:cubicBezTo>
                  <a:cubicBezTo>
                    <a:pt x="19655" y="9591"/>
                    <a:pt x="19270" y="10088"/>
                    <a:pt x="18897" y="10088"/>
                  </a:cubicBezTo>
                  <a:cubicBezTo>
                    <a:pt x="18551" y="10088"/>
                    <a:pt x="18221" y="9638"/>
                    <a:pt x="17842" y="9123"/>
                  </a:cubicBezTo>
                  <a:cubicBezTo>
                    <a:pt x="17377" y="8484"/>
                    <a:pt x="16853" y="7769"/>
                    <a:pt x="16198" y="7769"/>
                  </a:cubicBezTo>
                  <a:cubicBezTo>
                    <a:pt x="15544" y="7769"/>
                    <a:pt x="15037" y="8485"/>
                    <a:pt x="14583" y="9109"/>
                  </a:cubicBezTo>
                  <a:cubicBezTo>
                    <a:pt x="14205" y="9639"/>
                    <a:pt x="13875" y="10088"/>
                    <a:pt x="13502" y="10088"/>
                  </a:cubicBezTo>
                  <a:cubicBezTo>
                    <a:pt x="13134" y="10088"/>
                    <a:pt x="12820" y="9638"/>
                    <a:pt x="12452" y="9123"/>
                  </a:cubicBezTo>
                  <a:cubicBezTo>
                    <a:pt x="11998" y="8484"/>
                    <a:pt x="11485" y="7769"/>
                    <a:pt x="10803" y="7769"/>
                  </a:cubicBezTo>
                  <a:cubicBezTo>
                    <a:pt x="10106" y="7769"/>
                    <a:pt x="9554" y="8517"/>
                    <a:pt x="9073" y="9172"/>
                  </a:cubicBezTo>
                  <a:cubicBezTo>
                    <a:pt x="8711" y="9671"/>
                    <a:pt x="8402" y="10088"/>
                    <a:pt x="8105" y="10088"/>
                  </a:cubicBezTo>
                  <a:cubicBezTo>
                    <a:pt x="7802" y="10088"/>
                    <a:pt x="7467" y="9653"/>
                    <a:pt x="7083" y="9138"/>
                  </a:cubicBezTo>
                  <a:cubicBezTo>
                    <a:pt x="6602" y="8499"/>
                    <a:pt x="6050" y="7769"/>
                    <a:pt x="5402" y="7769"/>
                  </a:cubicBezTo>
                  <a:cubicBezTo>
                    <a:pt x="4747" y="7769"/>
                    <a:pt x="4202" y="8499"/>
                    <a:pt x="3715" y="9138"/>
                  </a:cubicBezTo>
                  <a:cubicBezTo>
                    <a:pt x="3348" y="9622"/>
                    <a:pt x="3001" y="10088"/>
                    <a:pt x="2703" y="10088"/>
                  </a:cubicBezTo>
                  <a:cubicBezTo>
                    <a:pt x="2384" y="10088"/>
                    <a:pt x="1996" y="9590"/>
                    <a:pt x="1585" y="9060"/>
                  </a:cubicBezTo>
                  <a:cubicBezTo>
                    <a:pt x="1082" y="8421"/>
                    <a:pt x="568" y="7769"/>
                    <a:pt x="0" y="7769"/>
                  </a:cubicBezTo>
                  <a:close/>
                  <a:moveTo>
                    <a:pt x="0" y="15547"/>
                  </a:moveTo>
                  <a:lnTo>
                    <a:pt x="0" y="19275"/>
                  </a:lnTo>
                  <a:cubicBezTo>
                    <a:pt x="292" y="19275"/>
                    <a:pt x="665" y="19761"/>
                    <a:pt x="1059" y="20260"/>
                  </a:cubicBezTo>
                  <a:cubicBezTo>
                    <a:pt x="1551" y="20884"/>
                    <a:pt x="2109" y="21600"/>
                    <a:pt x="2703" y="21600"/>
                  </a:cubicBezTo>
                  <a:cubicBezTo>
                    <a:pt x="3287" y="21600"/>
                    <a:pt x="3802" y="20912"/>
                    <a:pt x="4256" y="20304"/>
                  </a:cubicBezTo>
                  <a:cubicBezTo>
                    <a:pt x="4656" y="19773"/>
                    <a:pt x="5034" y="19275"/>
                    <a:pt x="5402" y="19275"/>
                  </a:cubicBezTo>
                  <a:cubicBezTo>
                    <a:pt x="5769" y="19275"/>
                    <a:pt x="6142" y="19773"/>
                    <a:pt x="6542" y="20304"/>
                  </a:cubicBezTo>
                  <a:cubicBezTo>
                    <a:pt x="6996" y="20912"/>
                    <a:pt x="7516" y="21600"/>
                    <a:pt x="8105" y="21600"/>
                  </a:cubicBezTo>
                  <a:cubicBezTo>
                    <a:pt x="8689" y="21600"/>
                    <a:pt x="9186" y="20931"/>
                    <a:pt x="9624" y="20323"/>
                  </a:cubicBezTo>
                  <a:cubicBezTo>
                    <a:pt x="10019" y="19777"/>
                    <a:pt x="10392" y="19275"/>
                    <a:pt x="10803" y="19275"/>
                  </a:cubicBezTo>
                  <a:cubicBezTo>
                    <a:pt x="11187" y="19275"/>
                    <a:pt x="11512" y="19729"/>
                    <a:pt x="11885" y="20260"/>
                  </a:cubicBezTo>
                  <a:cubicBezTo>
                    <a:pt x="12328" y="20884"/>
                    <a:pt x="12837" y="21600"/>
                    <a:pt x="13502" y="21600"/>
                  </a:cubicBezTo>
                  <a:cubicBezTo>
                    <a:pt x="14172" y="21600"/>
                    <a:pt x="14690" y="20885"/>
                    <a:pt x="15144" y="20245"/>
                  </a:cubicBezTo>
                  <a:cubicBezTo>
                    <a:pt x="15517" y="19730"/>
                    <a:pt x="15836" y="19275"/>
                    <a:pt x="16198" y="19275"/>
                  </a:cubicBezTo>
                  <a:cubicBezTo>
                    <a:pt x="16566" y="19275"/>
                    <a:pt x="16902" y="19729"/>
                    <a:pt x="17291" y="20274"/>
                  </a:cubicBezTo>
                  <a:cubicBezTo>
                    <a:pt x="17746" y="20898"/>
                    <a:pt x="18264" y="21600"/>
                    <a:pt x="18902" y="21600"/>
                  </a:cubicBezTo>
                  <a:cubicBezTo>
                    <a:pt x="19556" y="21600"/>
                    <a:pt x="20113" y="20866"/>
                    <a:pt x="20605" y="20211"/>
                  </a:cubicBezTo>
                  <a:cubicBezTo>
                    <a:pt x="20972" y="19728"/>
                    <a:pt x="21319" y="19275"/>
                    <a:pt x="21600" y="19275"/>
                  </a:cubicBezTo>
                  <a:lnTo>
                    <a:pt x="21600" y="15547"/>
                  </a:lnTo>
                  <a:cubicBezTo>
                    <a:pt x="21038" y="15547"/>
                    <a:pt x="20547" y="16205"/>
                    <a:pt x="20071" y="16829"/>
                  </a:cubicBezTo>
                  <a:cubicBezTo>
                    <a:pt x="19655" y="17359"/>
                    <a:pt x="19270" y="17872"/>
                    <a:pt x="18897" y="17872"/>
                  </a:cubicBezTo>
                  <a:cubicBezTo>
                    <a:pt x="18551" y="17872"/>
                    <a:pt x="18221" y="17421"/>
                    <a:pt x="17842" y="16907"/>
                  </a:cubicBezTo>
                  <a:cubicBezTo>
                    <a:pt x="17377" y="16267"/>
                    <a:pt x="16853" y="15547"/>
                    <a:pt x="16198" y="15547"/>
                  </a:cubicBezTo>
                  <a:cubicBezTo>
                    <a:pt x="15544" y="15547"/>
                    <a:pt x="15037" y="16268"/>
                    <a:pt x="14583" y="16892"/>
                  </a:cubicBezTo>
                  <a:cubicBezTo>
                    <a:pt x="14205" y="17422"/>
                    <a:pt x="13875" y="17872"/>
                    <a:pt x="13502" y="17872"/>
                  </a:cubicBezTo>
                  <a:cubicBezTo>
                    <a:pt x="13134" y="17872"/>
                    <a:pt x="12820" y="17421"/>
                    <a:pt x="12452" y="16907"/>
                  </a:cubicBezTo>
                  <a:cubicBezTo>
                    <a:pt x="11998" y="16267"/>
                    <a:pt x="11485" y="15547"/>
                    <a:pt x="10803" y="15547"/>
                  </a:cubicBezTo>
                  <a:cubicBezTo>
                    <a:pt x="10106" y="15547"/>
                    <a:pt x="9554" y="16296"/>
                    <a:pt x="9073" y="16951"/>
                  </a:cubicBezTo>
                  <a:cubicBezTo>
                    <a:pt x="8711" y="17450"/>
                    <a:pt x="8402" y="17872"/>
                    <a:pt x="8105" y="17872"/>
                  </a:cubicBezTo>
                  <a:cubicBezTo>
                    <a:pt x="7802" y="17872"/>
                    <a:pt x="7467" y="17436"/>
                    <a:pt x="7083" y="16921"/>
                  </a:cubicBezTo>
                  <a:cubicBezTo>
                    <a:pt x="6602" y="16282"/>
                    <a:pt x="6050" y="15547"/>
                    <a:pt x="5402" y="15547"/>
                  </a:cubicBezTo>
                  <a:cubicBezTo>
                    <a:pt x="4747" y="15547"/>
                    <a:pt x="4202" y="16282"/>
                    <a:pt x="3715" y="16921"/>
                  </a:cubicBezTo>
                  <a:cubicBezTo>
                    <a:pt x="3348" y="17405"/>
                    <a:pt x="3001" y="17872"/>
                    <a:pt x="2703" y="17872"/>
                  </a:cubicBezTo>
                  <a:cubicBezTo>
                    <a:pt x="2384" y="17872"/>
                    <a:pt x="1996" y="17374"/>
                    <a:pt x="1585" y="16843"/>
                  </a:cubicBezTo>
                  <a:cubicBezTo>
                    <a:pt x="1082" y="16204"/>
                    <a:pt x="568" y="15547"/>
                    <a:pt x="0" y="15547"/>
                  </a:cubicBezTo>
                  <a:close/>
                </a:path>
              </a:pathLst>
            </a:custGeom>
            <a:solidFill>
              <a:srgbClr val="C00000"/>
            </a:solidFill>
            <a:ln w="3937"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144" name="Gear">
              <a:extLst>
                <a:ext uri="{FF2B5EF4-FFF2-40B4-BE49-F238E27FC236}">
                  <a16:creationId xmlns:a16="http://schemas.microsoft.com/office/drawing/2014/main" id="{4A20239E-42A5-6A6A-9BA5-BBDB9F8362B5}"/>
                </a:ext>
              </a:extLst>
            </p:cNvPr>
            <p:cNvSpPr/>
            <p:nvPr/>
          </p:nvSpPr>
          <p:spPr>
            <a:xfrm>
              <a:off x="14191507" y="12104833"/>
              <a:ext cx="637756" cy="6349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9" extrusionOk="0">
                  <a:moveTo>
                    <a:pt x="9384" y="0"/>
                  </a:moveTo>
                  <a:cubicBezTo>
                    <a:pt x="9373" y="0"/>
                    <a:pt x="9237" y="27"/>
                    <a:pt x="9075" y="54"/>
                  </a:cubicBezTo>
                  <a:lnTo>
                    <a:pt x="7468" y="445"/>
                  </a:lnTo>
                  <a:cubicBezTo>
                    <a:pt x="7312" y="494"/>
                    <a:pt x="7177" y="531"/>
                    <a:pt x="7166" y="537"/>
                  </a:cubicBezTo>
                  <a:cubicBezTo>
                    <a:pt x="7161" y="542"/>
                    <a:pt x="7154" y="677"/>
                    <a:pt x="7154" y="840"/>
                  </a:cubicBezTo>
                  <a:lnTo>
                    <a:pt x="7166" y="1761"/>
                  </a:lnTo>
                  <a:cubicBezTo>
                    <a:pt x="7166" y="1924"/>
                    <a:pt x="7047" y="2119"/>
                    <a:pt x="6902" y="2190"/>
                  </a:cubicBezTo>
                  <a:lnTo>
                    <a:pt x="6151" y="2574"/>
                  </a:lnTo>
                  <a:cubicBezTo>
                    <a:pt x="6006" y="2655"/>
                    <a:pt x="5778" y="2644"/>
                    <a:pt x="5649" y="2547"/>
                  </a:cubicBezTo>
                  <a:lnTo>
                    <a:pt x="4900" y="2010"/>
                  </a:lnTo>
                  <a:cubicBezTo>
                    <a:pt x="4765" y="1913"/>
                    <a:pt x="4651" y="1842"/>
                    <a:pt x="4645" y="1848"/>
                  </a:cubicBezTo>
                  <a:cubicBezTo>
                    <a:pt x="4640" y="1853"/>
                    <a:pt x="4527" y="1941"/>
                    <a:pt x="4398" y="2044"/>
                  </a:cubicBezTo>
                  <a:lnTo>
                    <a:pt x="3162" y="3116"/>
                  </a:lnTo>
                  <a:cubicBezTo>
                    <a:pt x="3043" y="3230"/>
                    <a:pt x="2941" y="3327"/>
                    <a:pt x="2936" y="3333"/>
                  </a:cubicBezTo>
                  <a:cubicBezTo>
                    <a:pt x="2930" y="3338"/>
                    <a:pt x="2990" y="3462"/>
                    <a:pt x="3065" y="3609"/>
                  </a:cubicBezTo>
                  <a:lnTo>
                    <a:pt x="3490" y="4401"/>
                  </a:lnTo>
                  <a:cubicBezTo>
                    <a:pt x="3566" y="4548"/>
                    <a:pt x="3551" y="4769"/>
                    <a:pt x="3448" y="4899"/>
                  </a:cubicBezTo>
                  <a:lnTo>
                    <a:pt x="2909" y="5648"/>
                  </a:lnTo>
                  <a:cubicBezTo>
                    <a:pt x="2817" y="5783"/>
                    <a:pt x="2612" y="5879"/>
                    <a:pt x="2450" y="5858"/>
                  </a:cubicBezTo>
                  <a:lnTo>
                    <a:pt x="1548" y="5739"/>
                  </a:lnTo>
                  <a:cubicBezTo>
                    <a:pt x="1386" y="5717"/>
                    <a:pt x="1251" y="5707"/>
                    <a:pt x="1246" y="5712"/>
                  </a:cubicBezTo>
                  <a:cubicBezTo>
                    <a:pt x="1241" y="5717"/>
                    <a:pt x="1181" y="5848"/>
                    <a:pt x="1111" y="6000"/>
                  </a:cubicBezTo>
                  <a:lnTo>
                    <a:pt x="518" y="7483"/>
                  </a:lnTo>
                  <a:cubicBezTo>
                    <a:pt x="464" y="7640"/>
                    <a:pt x="420" y="7776"/>
                    <a:pt x="415" y="7781"/>
                  </a:cubicBezTo>
                  <a:cubicBezTo>
                    <a:pt x="415" y="7792"/>
                    <a:pt x="523" y="7874"/>
                    <a:pt x="658" y="7966"/>
                  </a:cubicBezTo>
                  <a:lnTo>
                    <a:pt x="1381" y="8454"/>
                  </a:lnTo>
                  <a:cubicBezTo>
                    <a:pt x="1516" y="8546"/>
                    <a:pt x="1602" y="8752"/>
                    <a:pt x="1570" y="8914"/>
                  </a:cubicBezTo>
                  <a:lnTo>
                    <a:pt x="1420" y="9944"/>
                  </a:lnTo>
                  <a:cubicBezTo>
                    <a:pt x="1404" y="10106"/>
                    <a:pt x="1263" y="10291"/>
                    <a:pt x="1106" y="10345"/>
                  </a:cubicBezTo>
                  <a:lnTo>
                    <a:pt x="280" y="10648"/>
                  </a:lnTo>
                  <a:cubicBezTo>
                    <a:pt x="123" y="10702"/>
                    <a:pt x="0" y="10758"/>
                    <a:pt x="0" y="10769"/>
                  </a:cubicBezTo>
                  <a:cubicBezTo>
                    <a:pt x="0" y="10779"/>
                    <a:pt x="6" y="10919"/>
                    <a:pt x="17" y="11082"/>
                  </a:cubicBezTo>
                  <a:lnTo>
                    <a:pt x="167" y="12626"/>
                  </a:lnTo>
                  <a:cubicBezTo>
                    <a:pt x="194" y="12789"/>
                    <a:pt x="210" y="12930"/>
                    <a:pt x="216" y="12941"/>
                  </a:cubicBezTo>
                  <a:cubicBezTo>
                    <a:pt x="216" y="12952"/>
                    <a:pt x="350" y="12974"/>
                    <a:pt x="518" y="12990"/>
                  </a:cubicBezTo>
                  <a:lnTo>
                    <a:pt x="1354" y="13082"/>
                  </a:lnTo>
                  <a:cubicBezTo>
                    <a:pt x="1516" y="13098"/>
                    <a:pt x="1688" y="13245"/>
                    <a:pt x="1737" y="13402"/>
                  </a:cubicBezTo>
                  <a:lnTo>
                    <a:pt x="2121" y="14501"/>
                  </a:lnTo>
                  <a:cubicBezTo>
                    <a:pt x="2181" y="14653"/>
                    <a:pt x="2142" y="14881"/>
                    <a:pt x="2028" y="15000"/>
                  </a:cubicBezTo>
                  <a:lnTo>
                    <a:pt x="1457" y="15624"/>
                  </a:lnTo>
                  <a:cubicBezTo>
                    <a:pt x="1349" y="15743"/>
                    <a:pt x="1258" y="15850"/>
                    <a:pt x="1263" y="15856"/>
                  </a:cubicBezTo>
                  <a:cubicBezTo>
                    <a:pt x="1268" y="15861"/>
                    <a:pt x="1338" y="15986"/>
                    <a:pt x="1425" y="16127"/>
                  </a:cubicBezTo>
                  <a:lnTo>
                    <a:pt x="2256" y="17380"/>
                  </a:lnTo>
                  <a:cubicBezTo>
                    <a:pt x="2353" y="17510"/>
                    <a:pt x="2440" y="17623"/>
                    <a:pt x="2445" y="17634"/>
                  </a:cubicBezTo>
                  <a:cubicBezTo>
                    <a:pt x="2450" y="17639"/>
                    <a:pt x="2579" y="17595"/>
                    <a:pt x="2730" y="17535"/>
                  </a:cubicBezTo>
                  <a:lnTo>
                    <a:pt x="3490" y="17232"/>
                  </a:lnTo>
                  <a:cubicBezTo>
                    <a:pt x="3641" y="17173"/>
                    <a:pt x="3863" y="17216"/>
                    <a:pt x="3976" y="17336"/>
                  </a:cubicBezTo>
                  <a:lnTo>
                    <a:pt x="4905" y="18192"/>
                  </a:lnTo>
                  <a:cubicBezTo>
                    <a:pt x="5029" y="18295"/>
                    <a:pt x="5100" y="18511"/>
                    <a:pt x="5062" y="18673"/>
                  </a:cubicBezTo>
                  <a:lnTo>
                    <a:pt x="4851" y="19476"/>
                  </a:lnTo>
                  <a:cubicBezTo>
                    <a:pt x="4808" y="19633"/>
                    <a:pt x="4780" y="19769"/>
                    <a:pt x="4785" y="19774"/>
                  </a:cubicBezTo>
                  <a:cubicBezTo>
                    <a:pt x="4791" y="19780"/>
                    <a:pt x="4915" y="19850"/>
                    <a:pt x="5055" y="19937"/>
                  </a:cubicBezTo>
                  <a:lnTo>
                    <a:pt x="6345" y="20631"/>
                  </a:lnTo>
                  <a:cubicBezTo>
                    <a:pt x="6491" y="20701"/>
                    <a:pt x="6621" y="20761"/>
                    <a:pt x="6632" y="20766"/>
                  </a:cubicBezTo>
                  <a:cubicBezTo>
                    <a:pt x="6637" y="20772"/>
                    <a:pt x="6735" y="20668"/>
                    <a:pt x="6843" y="20543"/>
                  </a:cubicBezTo>
                  <a:lnTo>
                    <a:pt x="7370" y="19932"/>
                  </a:lnTo>
                  <a:cubicBezTo>
                    <a:pt x="7478" y="19807"/>
                    <a:pt x="7694" y="19742"/>
                    <a:pt x="7851" y="19791"/>
                  </a:cubicBezTo>
                  <a:lnTo>
                    <a:pt x="9136" y="20116"/>
                  </a:lnTo>
                  <a:cubicBezTo>
                    <a:pt x="9298" y="20149"/>
                    <a:pt x="9459" y="20306"/>
                    <a:pt x="9497" y="20468"/>
                  </a:cubicBezTo>
                  <a:lnTo>
                    <a:pt x="9680" y="21259"/>
                  </a:lnTo>
                  <a:cubicBezTo>
                    <a:pt x="9718" y="21422"/>
                    <a:pt x="9756" y="21552"/>
                    <a:pt x="9761" y="21552"/>
                  </a:cubicBezTo>
                  <a:cubicBezTo>
                    <a:pt x="9767" y="21552"/>
                    <a:pt x="9911" y="21562"/>
                    <a:pt x="10073" y="21573"/>
                  </a:cubicBezTo>
                  <a:lnTo>
                    <a:pt x="10500" y="21595"/>
                  </a:lnTo>
                  <a:cubicBezTo>
                    <a:pt x="10662" y="21600"/>
                    <a:pt x="10931" y="21600"/>
                    <a:pt x="11098" y="21595"/>
                  </a:cubicBezTo>
                  <a:lnTo>
                    <a:pt x="11525" y="21573"/>
                  </a:lnTo>
                  <a:cubicBezTo>
                    <a:pt x="11687" y="21562"/>
                    <a:pt x="11828" y="21552"/>
                    <a:pt x="11839" y="21552"/>
                  </a:cubicBezTo>
                  <a:cubicBezTo>
                    <a:pt x="11849" y="21552"/>
                    <a:pt x="11882" y="21416"/>
                    <a:pt x="11920" y="21259"/>
                  </a:cubicBezTo>
                  <a:lnTo>
                    <a:pt x="12103" y="20468"/>
                  </a:lnTo>
                  <a:cubicBezTo>
                    <a:pt x="12141" y="20306"/>
                    <a:pt x="12302" y="20149"/>
                    <a:pt x="12464" y="20116"/>
                  </a:cubicBezTo>
                  <a:lnTo>
                    <a:pt x="13749" y="19791"/>
                  </a:lnTo>
                  <a:cubicBezTo>
                    <a:pt x="13906" y="19742"/>
                    <a:pt x="14120" y="19807"/>
                    <a:pt x="14228" y="19932"/>
                  </a:cubicBezTo>
                  <a:lnTo>
                    <a:pt x="14757" y="20543"/>
                  </a:lnTo>
                  <a:cubicBezTo>
                    <a:pt x="14865" y="20668"/>
                    <a:pt x="14957" y="20767"/>
                    <a:pt x="14968" y="20766"/>
                  </a:cubicBezTo>
                  <a:cubicBezTo>
                    <a:pt x="14974" y="20761"/>
                    <a:pt x="15102" y="20701"/>
                    <a:pt x="15253" y="20631"/>
                  </a:cubicBezTo>
                  <a:lnTo>
                    <a:pt x="16543" y="19937"/>
                  </a:lnTo>
                  <a:cubicBezTo>
                    <a:pt x="16683" y="19850"/>
                    <a:pt x="16802" y="19780"/>
                    <a:pt x="16813" y="19774"/>
                  </a:cubicBezTo>
                  <a:cubicBezTo>
                    <a:pt x="16818" y="19769"/>
                    <a:pt x="16792" y="19633"/>
                    <a:pt x="16749" y="19476"/>
                  </a:cubicBezTo>
                  <a:lnTo>
                    <a:pt x="16538" y="18673"/>
                  </a:lnTo>
                  <a:cubicBezTo>
                    <a:pt x="16495" y="18516"/>
                    <a:pt x="16565" y="18301"/>
                    <a:pt x="16695" y="18192"/>
                  </a:cubicBezTo>
                  <a:lnTo>
                    <a:pt x="17622" y="17336"/>
                  </a:lnTo>
                  <a:cubicBezTo>
                    <a:pt x="17736" y="17216"/>
                    <a:pt x="17957" y="17173"/>
                    <a:pt x="18108" y="17232"/>
                  </a:cubicBezTo>
                  <a:lnTo>
                    <a:pt x="18868" y="17535"/>
                  </a:lnTo>
                  <a:cubicBezTo>
                    <a:pt x="19019" y="17595"/>
                    <a:pt x="19150" y="17639"/>
                    <a:pt x="19155" y="17634"/>
                  </a:cubicBezTo>
                  <a:cubicBezTo>
                    <a:pt x="19160" y="17628"/>
                    <a:pt x="19247" y="17515"/>
                    <a:pt x="19344" y="17380"/>
                  </a:cubicBezTo>
                  <a:lnTo>
                    <a:pt x="20175" y="16127"/>
                  </a:lnTo>
                  <a:cubicBezTo>
                    <a:pt x="20262" y="15986"/>
                    <a:pt x="20332" y="15861"/>
                    <a:pt x="20337" y="15856"/>
                  </a:cubicBezTo>
                  <a:cubicBezTo>
                    <a:pt x="20342" y="15850"/>
                    <a:pt x="20256" y="15743"/>
                    <a:pt x="20143" y="15624"/>
                  </a:cubicBezTo>
                  <a:lnTo>
                    <a:pt x="19570" y="14989"/>
                  </a:lnTo>
                  <a:cubicBezTo>
                    <a:pt x="19462" y="14869"/>
                    <a:pt x="19419" y="14642"/>
                    <a:pt x="19479" y="14491"/>
                  </a:cubicBezTo>
                  <a:lnTo>
                    <a:pt x="19862" y="13390"/>
                  </a:lnTo>
                  <a:cubicBezTo>
                    <a:pt x="19910" y="13233"/>
                    <a:pt x="20082" y="13088"/>
                    <a:pt x="20244" y="13072"/>
                  </a:cubicBezTo>
                  <a:lnTo>
                    <a:pt x="21081" y="12978"/>
                  </a:lnTo>
                  <a:cubicBezTo>
                    <a:pt x="21243" y="12962"/>
                    <a:pt x="21379" y="12940"/>
                    <a:pt x="21384" y="12929"/>
                  </a:cubicBezTo>
                  <a:cubicBezTo>
                    <a:pt x="21384" y="12918"/>
                    <a:pt x="21404" y="12784"/>
                    <a:pt x="21431" y="12616"/>
                  </a:cubicBezTo>
                  <a:lnTo>
                    <a:pt x="21583" y="11072"/>
                  </a:lnTo>
                  <a:cubicBezTo>
                    <a:pt x="21594" y="10909"/>
                    <a:pt x="21600" y="10767"/>
                    <a:pt x="21600" y="10757"/>
                  </a:cubicBezTo>
                  <a:cubicBezTo>
                    <a:pt x="21584" y="10757"/>
                    <a:pt x="21460" y="10702"/>
                    <a:pt x="21303" y="10648"/>
                  </a:cubicBezTo>
                  <a:lnTo>
                    <a:pt x="20477" y="10345"/>
                  </a:lnTo>
                  <a:cubicBezTo>
                    <a:pt x="20321" y="10291"/>
                    <a:pt x="20180" y="10106"/>
                    <a:pt x="20163" y="9944"/>
                  </a:cubicBezTo>
                  <a:lnTo>
                    <a:pt x="20013" y="8914"/>
                  </a:lnTo>
                  <a:cubicBezTo>
                    <a:pt x="19981" y="8752"/>
                    <a:pt x="20067" y="8546"/>
                    <a:pt x="20202" y="8454"/>
                  </a:cubicBezTo>
                  <a:lnTo>
                    <a:pt x="20926" y="7966"/>
                  </a:lnTo>
                  <a:cubicBezTo>
                    <a:pt x="21060" y="7874"/>
                    <a:pt x="21174" y="7792"/>
                    <a:pt x="21168" y="7781"/>
                  </a:cubicBezTo>
                  <a:cubicBezTo>
                    <a:pt x="21168" y="7770"/>
                    <a:pt x="21119" y="7640"/>
                    <a:pt x="21065" y="7483"/>
                  </a:cubicBezTo>
                  <a:lnTo>
                    <a:pt x="20472" y="6000"/>
                  </a:lnTo>
                  <a:cubicBezTo>
                    <a:pt x="20402" y="5848"/>
                    <a:pt x="20342" y="5723"/>
                    <a:pt x="20337" y="5712"/>
                  </a:cubicBezTo>
                  <a:cubicBezTo>
                    <a:pt x="20332" y="5701"/>
                    <a:pt x="20197" y="5717"/>
                    <a:pt x="20035" y="5739"/>
                  </a:cubicBezTo>
                  <a:lnTo>
                    <a:pt x="19133" y="5858"/>
                  </a:lnTo>
                  <a:cubicBezTo>
                    <a:pt x="18971" y="5879"/>
                    <a:pt x="18761" y="5788"/>
                    <a:pt x="18674" y="5648"/>
                  </a:cubicBezTo>
                  <a:lnTo>
                    <a:pt x="18135" y="4899"/>
                  </a:lnTo>
                  <a:cubicBezTo>
                    <a:pt x="18032" y="4769"/>
                    <a:pt x="18017" y="4548"/>
                    <a:pt x="18093" y="4401"/>
                  </a:cubicBezTo>
                  <a:lnTo>
                    <a:pt x="18518" y="3609"/>
                  </a:lnTo>
                  <a:cubicBezTo>
                    <a:pt x="18593" y="3462"/>
                    <a:pt x="18653" y="3338"/>
                    <a:pt x="18647" y="3333"/>
                  </a:cubicBezTo>
                  <a:cubicBezTo>
                    <a:pt x="18642" y="3327"/>
                    <a:pt x="18540" y="3230"/>
                    <a:pt x="18422" y="3116"/>
                  </a:cubicBezTo>
                  <a:lnTo>
                    <a:pt x="17186" y="2044"/>
                  </a:lnTo>
                  <a:cubicBezTo>
                    <a:pt x="17056" y="1941"/>
                    <a:pt x="16943" y="1853"/>
                    <a:pt x="16938" y="1848"/>
                  </a:cubicBezTo>
                  <a:cubicBezTo>
                    <a:pt x="16932" y="1842"/>
                    <a:pt x="16813" y="1918"/>
                    <a:pt x="16683" y="2010"/>
                  </a:cubicBezTo>
                  <a:lnTo>
                    <a:pt x="15934" y="2547"/>
                  </a:lnTo>
                  <a:cubicBezTo>
                    <a:pt x="15800" y="2644"/>
                    <a:pt x="15572" y="2655"/>
                    <a:pt x="15432" y="2574"/>
                  </a:cubicBezTo>
                  <a:lnTo>
                    <a:pt x="14682" y="2190"/>
                  </a:lnTo>
                  <a:cubicBezTo>
                    <a:pt x="14531" y="2119"/>
                    <a:pt x="14411" y="1929"/>
                    <a:pt x="14417" y="1761"/>
                  </a:cubicBezTo>
                  <a:lnTo>
                    <a:pt x="14429" y="840"/>
                  </a:lnTo>
                  <a:cubicBezTo>
                    <a:pt x="14429" y="677"/>
                    <a:pt x="14428" y="537"/>
                    <a:pt x="14417" y="537"/>
                  </a:cubicBezTo>
                  <a:cubicBezTo>
                    <a:pt x="14411" y="531"/>
                    <a:pt x="14272" y="494"/>
                    <a:pt x="14115" y="445"/>
                  </a:cubicBezTo>
                  <a:lnTo>
                    <a:pt x="12508" y="54"/>
                  </a:lnTo>
                  <a:cubicBezTo>
                    <a:pt x="12346" y="22"/>
                    <a:pt x="12205" y="0"/>
                    <a:pt x="12200" y="0"/>
                  </a:cubicBezTo>
                  <a:cubicBezTo>
                    <a:pt x="12189" y="0"/>
                    <a:pt x="12125" y="120"/>
                    <a:pt x="12049" y="266"/>
                  </a:cubicBezTo>
                  <a:lnTo>
                    <a:pt x="11628" y="1096"/>
                  </a:lnTo>
                  <a:cubicBezTo>
                    <a:pt x="11552" y="1242"/>
                    <a:pt x="11358" y="1355"/>
                    <a:pt x="11196" y="1350"/>
                  </a:cubicBezTo>
                  <a:lnTo>
                    <a:pt x="10387" y="1350"/>
                  </a:lnTo>
                  <a:cubicBezTo>
                    <a:pt x="10225" y="1355"/>
                    <a:pt x="10025" y="1242"/>
                    <a:pt x="9955" y="1096"/>
                  </a:cubicBezTo>
                  <a:lnTo>
                    <a:pt x="9534" y="266"/>
                  </a:lnTo>
                  <a:cubicBezTo>
                    <a:pt x="9458" y="120"/>
                    <a:pt x="9394" y="0"/>
                    <a:pt x="9384" y="0"/>
                  </a:cubicBezTo>
                  <a:close/>
                  <a:moveTo>
                    <a:pt x="10792" y="5820"/>
                  </a:moveTo>
                  <a:cubicBezTo>
                    <a:pt x="13533" y="5820"/>
                    <a:pt x="15761" y="8053"/>
                    <a:pt x="15761" y="10811"/>
                  </a:cubicBezTo>
                  <a:cubicBezTo>
                    <a:pt x="15761" y="13569"/>
                    <a:pt x="13533" y="15801"/>
                    <a:pt x="10792" y="15801"/>
                  </a:cubicBezTo>
                  <a:cubicBezTo>
                    <a:pt x="8051" y="15801"/>
                    <a:pt x="5822" y="13569"/>
                    <a:pt x="5822" y="10811"/>
                  </a:cubicBezTo>
                  <a:cubicBezTo>
                    <a:pt x="5822" y="8053"/>
                    <a:pt x="8045" y="5820"/>
                    <a:pt x="10792" y="5820"/>
                  </a:cubicBezTo>
                  <a:close/>
                  <a:moveTo>
                    <a:pt x="10792" y="7592"/>
                  </a:moveTo>
                  <a:cubicBezTo>
                    <a:pt x="9016" y="7592"/>
                    <a:pt x="7581" y="9033"/>
                    <a:pt x="7581" y="10816"/>
                  </a:cubicBezTo>
                  <a:cubicBezTo>
                    <a:pt x="7581" y="12593"/>
                    <a:pt x="9016" y="14040"/>
                    <a:pt x="10792" y="14040"/>
                  </a:cubicBezTo>
                  <a:cubicBezTo>
                    <a:pt x="12567" y="14040"/>
                    <a:pt x="14002" y="12599"/>
                    <a:pt x="14002" y="10816"/>
                  </a:cubicBezTo>
                  <a:cubicBezTo>
                    <a:pt x="14002" y="9033"/>
                    <a:pt x="12567" y="7592"/>
                    <a:pt x="10792" y="7592"/>
                  </a:cubicBezTo>
                  <a:close/>
                </a:path>
              </a:pathLst>
            </a:custGeom>
            <a:solidFill>
              <a:srgbClr val="000000"/>
            </a:solidFill>
            <a:ln w="3937"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145" name="Oval 91">
              <a:extLst>
                <a:ext uri="{FF2B5EF4-FFF2-40B4-BE49-F238E27FC236}">
                  <a16:creationId xmlns:a16="http://schemas.microsoft.com/office/drawing/2014/main" id="{E9B55DB8-046F-464B-75C9-6A2A7C948E5E}"/>
                </a:ext>
              </a:extLst>
            </p:cNvPr>
            <p:cNvSpPr/>
            <p:nvPr/>
          </p:nvSpPr>
          <p:spPr>
            <a:xfrm>
              <a:off x="14269045" y="12182005"/>
              <a:ext cx="484610" cy="485463"/>
            </a:xfrm>
            <a:prstGeom prst="ellipse">
              <a:avLst/>
            </a:prstGeom>
            <a:noFill/>
            <a:ln w="2559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28346" tIns="14173" rIns="28346" bIns="14173" rtlCol="0" anchor="ctr"/>
            <a:lstStyle/>
            <a:p>
              <a:pPr algn="ctr"/>
              <a:endParaRPr lang="en-US"/>
            </a:p>
          </p:txBody>
        </p:sp>
        <p:sp>
          <p:nvSpPr>
            <p:cNvPr id="5146" name="Oval 92">
              <a:extLst>
                <a:ext uri="{FF2B5EF4-FFF2-40B4-BE49-F238E27FC236}">
                  <a16:creationId xmlns:a16="http://schemas.microsoft.com/office/drawing/2014/main" id="{F8F039B7-C9B6-009D-52BD-4D13EC772A89}"/>
                </a:ext>
              </a:extLst>
            </p:cNvPr>
            <p:cNvSpPr/>
            <p:nvPr/>
          </p:nvSpPr>
          <p:spPr>
            <a:xfrm>
              <a:off x="17189103" y="13560541"/>
              <a:ext cx="484610" cy="485463"/>
            </a:xfrm>
            <a:prstGeom prst="ellipse">
              <a:avLst/>
            </a:prstGeom>
            <a:noFill/>
            <a:ln w="2559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28346" tIns="14173" rIns="28346" bIns="14173" rtlCol="0" anchor="ctr"/>
            <a:lstStyle/>
            <a:p>
              <a:pPr algn="ctr"/>
              <a:endParaRPr lang="en-US" dirty="0"/>
            </a:p>
          </p:txBody>
        </p:sp>
        <p:sp>
          <p:nvSpPr>
            <p:cNvPr id="5147" name="Oval 93">
              <a:extLst>
                <a:ext uri="{FF2B5EF4-FFF2-40B4-BE49-F238E27FC236}">
                  <a16:creationId xmlns:a16="http://schemas.microsoft.com/office/drawing/2014/main" id="{38791BA2-B9E0-9B28-96E4-A3116C798406}"/>
                </a:ext>
              </a:extLst>
            </p:cNvPr>
            <p:cNvSpPr/>
            <p:nvPr/>
          </p:nvSpPr>
          <p:spPr>
            <a:xfrm>
              <a:off x="17629081" y="14151930"/>
              <a:ext cx="484610" cy="485463"/>
            </a:xfrm>
            <a:prstGeom prst="ellipse">
              <a:avLst/>
            </a:prstGeom>
            <a:noFill/>
            <a:ln w="2559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28346" tIns="14173" rIns="28346" bIns="14173" rtlCol="0" anchor="ctr"/>
            <a:lstStyle/>
            <a:p>
              <a:pPr algn="ctr"/>
              <a:endParaRPr lang="en-US"/>
            </a:p>
          </p:txBody>
        </p:sp>
        <p:sp>
          <p:nvSpPr>
            <p:cNvPr id="5148" name="Oval 94">
              <a:extLst>
                <a:ext uri="{FF2B5EF4-FFF2-40B4-BE49-F238E27FC236}">
                  <a16:creationId xmlns:a16="http://schemas.microsoft.com/office/drawing/2014/main" id="{858355C8-74E4-C24C-8CFF-66B81FB4EB97}"/>
                </a:ext>
              </a:extLst>
            </p:cNvPr>
            <p:cNvSpPr/>
            <p:nvPr/>
          </p:nvSpPr>
          <p:spPr>
            <a:xfrm>
              <a:off x="16492547" y="12913597"/>
              <a:ext cx="484610" cy="485463"/>
            </a:xfrm>
            <a:prstGeom prst="ellipse">
              <a:avLst/>
            </a:prstGeom>
            <a:noFill/>
            <a:ln w="2559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28346" tIns="14173" rIns="28346" bIns="14173" rtlCol="0" anchor="ctr"/>
            <a:lstStyle/>
            <a:p>
              <a:pPr algn="ctr"/>
              <a:endParaRPr lang="en-US"/>
            </a:p>
          </p:txBody>
        </p:sp>
        <p:sp>
          <p:nvSpPr>
            <p:cNvPr id="5149" name="Oval 95">
              <a:extLst>
                <a:ext uri="{FF2B5EF4-FFF2-40B4-BE49-F238E27FC236}">
                  <a16:creationId xmlns:a16="http://schemas.microsoft.com/office/drawing/2014/main" id="{D75D741D-42C2-2D22-BD75-A9D1F8B374B8}"/>
                </a:ext>
              </a:extLst>
            </p:cNvPr>
            <p:cNvSpPr/>
            <p:nvPr/>
          </p:nvSpPr>
          <p:spPr>
            <a:xfrm>
              <a:off x="18687700" y="13542657"/>
              <a:ext cx="484610" cy="485463"/>
            </a:xfrm>
            <a:prstGeom prst="ellipse">
              <a:avLst/>
            </a:prstGeom>
            <a:noFill/>
            <a:ln w="2559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28346" tIns="14173" rIns="28346" bIns="14173" rtlCol="0" anchor="ctr"/>
            <a:lstStyle/>
            <a:p>
              <a:pPr algn="ctr"/>
              <a:endParaRPr lang="en-US"/>
            </a:p>
          </p:txBody>
        </p:sp>
        <p:sp>
          <p:nvSpPr>
            <p:cNvPr id="5150" name="Oval 96">
              <a:extLst>
                <a:ext uri="{FF2B5EF4-FFF2-40B4-BE49-F238E27FC236}">
                  <a16:creationId xmlns:a16="http://schemas.microsoft.com/office/drawing/2014/main" id="{6BDF8740-EECF-4996-69C3-55A87990C150}"/>
                </a:ext>
              </a:extLst>
            </p:cNvPr>
            <p:cNvSpPr/>
            <p:nvPr/>
          </p:nvSpPr>
          <p:spPr>
            <a:xfrm>
              <a:off x="20171348" y="13248675"/>
              <a:ext cx="484610" cy="485463"/>
            </a:xfrm>
            <a:prstGeom prst="ellipse">
              <a:avLst/>
            </a:prstGeom>
            <a:noFill/>
            <a:ln w="2559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28346" tIns="14173" rIns="28346" bIns="14173" rtlCol="0" anchor="ctr"/>
            <a:lstStyle/>
            <a:p>
              <a:pPr algn="ctr"/>
              <a:endParaRPr lang="en-US"/>
            </a:p>
          </p:txBody>
        </p:sp>
        <p:sp>
          <p:nvSpPr>
            <p:cNvPr id="5151" name="Oval 97">
              <a:extLst>
                <a:ext uri="{FF2B5EF4-FFF2-40B4-BE49-F238E27FC236}">
                  <a16:creationId xmlns:a16="http://schemas.microsoft.com/office/drawing/2014/main" id="{75F5A9AF-F4A7-DF4E-EEE9-BA6EE88DAB6B}"/>
                </a:ext>
              </a:extLst>
            </p:cNvPr>
            <p:cNvSpPr/>
            <p:nvPr/>
          </p:nvSpPr>
          <p:spPr>
            <a:xfrm>
              <a:off x="15141843" y="14880556"/>
              <a:ext cx="484610" cy="485463"/>
            </a:xfrm>
            <a:prstGeom prst="ellipse">
              <a:avLst/>
            </a:prstGeom>
            <a:noFill/>
            <a:ln w="2559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28346" tIns="14173" rIns="28346" bIns="14173" rtlCol="0" anchor="ctr"/>
            <a:lstStyle/>
            <a:p>
              <a:pPr algn="ctr"/>
              <a:endParaRPr lang="en-US"/>
            </a:p>
          </p:txBody>
        </p:sp>
        <p:sp>
          <p:nvSpPr>
            <p:cNvPr id="5152" name="Oval 102">
              <a:extLst>
                <a:ext uri="{FF2B5EF4-FFF2-40B4-BE49-F238E27FC236}">
                  <a16:creationId xmlns:a16="http://schemas.microsoft.com/office/drawing/2014/main" id="{E394009E-C52D-D242-E6A2-163001310AA5}"/>
                </a:ext>
              </a:extLst>
            </p:cNvPr>
            <p:cNvSpPr/>
            <p:nvPr/>
          </p:nvSpPr>
          <p:spPr>
            <a:xfrm>
              <a:off x="20541688" y="12254633"/>
              <a:ext cx="484610" cy="485463"/>
            </a:xfrm>
            <a:prstGeom prst="ellipse">
              <a:avLst/>
            </a:prstGeom>
            <a:noFill/>
            <a:ln w="2559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28346" tIns="14173" rIns="28346" bIns="14173" rtlCol="0" anchor="ctr"/>
            <a:lstStyle/>
            <a:p>
              <a:pPr algn="ctr"/>
              <a:endParaRPr lang="en-US"/>
            </a:p>
          </p:txBody>
        </p:sp>
        <p:grpSp>
          <p:nvGrpSpPr>
            <p:cNvPr id="5153" name="Group 129">
              <a:extLst>
                <a:ext uri="{FF2B5EF4-FFF2-40B4-BE49-F238E27FC236}">
                  <a16:creationId xmlns:a16="http://schemas.microsoft.com/office/drawing/2014/main" id="{E0160C02-A910-AA0D-2BB6-93866DAE49F1}"/>
                </a:ext>
              </a:extLst>
            </p:cNvPr>
            <p:cNvGrpSpPr/>
            <p:nvPr/>
          </p:nvGrpSpPr>
          <p:grpSpPr>
            <a:xfrm>
              <a:off x="14131771" y="14746253"/>
              <a:ext cx="529186" cy="784577"/>
              <a:chOff x="4728958" y="7635040"/>
              <a:chExt cx="529186" cy="784577"/>
            </a:xfrm>
          </p:grpSpPr>
          <p:cxnSp>
            <p:nvCxnSpPr>
              <p:cNvPr id="5154" name="Straight Connector 110">
                <a:extLst>
                  <a:ext uri="{FF2B5EF4-FFF2-40B4-BE49-F238E27FC236}">
                    <a16:creationId xmlns:a16="http://schemas.microsoft.com/office/drawing/2014/main" id="{88F4F94F-C718-9429-D893-0845385305C0}"/>
                  </a:ext>
                </a:extLst>
              </p:cNvPr>
              <p:cNvCxnSpPr/>
              <p:nvPr/>
            </p:nvCxnSpPr>
            <p:spPr>
              <a:xfrm>
                <a:off x="5024187" y="7640871"/>
                <a:ext cx="0" cy="771930"/>
              </a:xfrm>
              <a:prstGeom prst="line">
                <a:avLst/>
              </a:prstGeom>
              <a:ln w="15748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55" name="Straight Connector 111">
                <a:extLst>
                  <a:ext uri="{FF2B5EF4-FFF2-40B4-BE49-F238E27FC236}">
                    <a16:creationId xmlns:a16="http://schemas.microsoft.com/office/drawing/2014/main" id="{D0BAE7AD-9A9B-F325-D418-BD99780844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28958" y="7635040"/>
                <a:ext cx="529186" cy="0"/>
              </a:xfrm>
              <a:prstGeom prst="line">
                <a:avLst/>
              </a:prstGeom>
              <a:ln w="15748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56" name="Straight Connector 128">
                <a:extLst>
                  <a:ext uri="{FF2B5EF4-FFF2-40B4-BE49-F238E27FC236}">
                    <a16:creationId xmlns:a16="http://schemas.microsoft.com/office/drawing/2014/main" id="{A018C896-2747-0695-8B44-8CB8F1629B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28958" y="8419617"/>
                <a:ext cx="529186" cy="0"/>
              </a:xfrm>
              <a:prstGeom prst="line">
                <a:avLst/>
              </a:prstGeom>
              <a:ln w="15748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157" name="Group 131">
              <a:extLst>
                <a:ext uri="{FF2B5EF4-FFF2-40B4-BE49-F238E27FC236}">
                  <a16:creationId xmlns:a16="http://schemas.microsoft.com/office/drawing/2014/main" id="{7AC486E0-994C-B5D2-5A3B-30DADBBFE7C3}"/>
                </a:ext>
              </a:extLst>
            </p:cNvPr>
            <p:cNvGrpSpPr/>
            <p:nvPr/>
          </p:nvGrpSpPr>
          <p:grpSpPr>
            <a:xfrm>
              <a:off x="14131771" y="15727740"/>
              <a:ext cx="529186" cy="784577"/>
              <a:chOff x="4728958" y="7635040"/>
              <a:chExt cx="529186" cy="784577"/>
            </a:xfrm>
          </p:grpSpPr>
          <p:cxnSp>
            <p:nvCxnSpPr>
              <p:cNvPr id="5158" name="Straight Connector 132">
                <a:extLst>
                  <a:ext uri="{FF2B5EF4-FFF2-40B4-BE49-F238E27FC236}">
                    <a16:creationId xmlns:a16="http://schemas.microsoft.com/office/drawing/2014/main" id="{7D9FDC9D-7251-9771-2BDC-A6A2962702C5}"/>
                  </a:ext>
                </a:extLst>
              </p:cNvPr>
              <p:cNvCxnSpPr/>
              <p:nvPr/>
            </p:nvCxnSpPr>
            <p:spPr>
              <a:xfrm>
                <a:off x="5024187" y="7640871"/>
                <a:ext cx="0" cy="771930"/>
              </a:xfrm>
              <a:prstGeom prst="line">
                <a:avLst/>
              </a:prstGeom>
              <a:ln w="15748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59" name="Straight Connector 140">
                <a:extLst>
                  <a:ext uri="{FF2B5EF4-FFF2-40B4-BE49-F238E27FC236}">
                    <a16:creationId xmlns:a16="http://schemas.microsoft.com/office/drawing/2014/main" id="{B09AF2B9-26EC-F721-509C-34823AE648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28958" y="7635040"/>
                <a:ext cx="529186" cy="0"/>
              </a:xfrm>
              <a:prstGeom prst="line">
                <a:avLst/>
              </a:prstGeom>
              <a:ln w="15748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60" name="Straight Connector 146">
                <a:extLst>
                  <a:ext uri="{FF2B5EF4-FFF2-40B4-BE49-F238E27FC236}">
                    <a16:creationId xmlns:a16="http://schemas.microsoft.com/office/drawing/2014/main" id="{DD8BF0E9-2D49-F642-AAB6-10A41DBD51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28958" y="8419617"/>
                <a:ext cx="529186" cy="0"/>
              </a:xfrm>
              <a:prstGeom prst="line">
                <a:avLst/>
              </a:prstGeom>
              <a:ln w="15748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161" name="Group 147">
              <a:extLst>
                <a:ext uri="{FF2B5EF4-FFF2-40B4-BE49-F238E27FC236}">
                  <a16:creationId xmlns:a16="http://schemas.microsoft.com/office/drawing/2014/main" id="{43D695EF-077D-961C-D4D0-EE0C178A634F}"/>
                </a:ext>
              </a:extLst>
            </p:cNvPr>
            <p:cNvGrpSpPr/>
            <p:nvPr/>
          </p:nvGrpSpPr>
          <p:grpSpPr>
            <a:xfrm>
              <a:off x="14131771" y="16776959"/>
              <a:ext cx="529186" cy="784577"/>
              <a:chOff x="4728958" y="7635040"/>
              <a:chExt cx="529186" cy="784577"/>
            </a:xfrm>
          </p:grpSpPr>
          <p:cxnSp>
            <p:nvCxnSpPr>
              <p:cNvPr id="5162" name="Straight Connector 148">
                <a:extLst>
                  <a:ext uri="{FF2B5EF4-FFF2-40B4-BE49-F238E27FC236}">
                    <a16:creationId xmlns:a16="http://schemas.microsoft.com/office/drawing/2014/main" id="{4A5196BF-E4FD-5769-FCBA-D70ED9ADC444}"/>
                  </a:ext>
                </a:extLst>
              </p:cNvPr>
              <p:cNvCxnSpPr/>
              <p:nvPr/>
            </p:nvCxnSpPr>
            <p:spPr>
              <a:xfrm>
                <a:off x="5024187" y="7640871"/>
                <a:ext cx="0" cy="771930"/>
              </a:xfrm>
              <a:prstGeom prst="line">
                <a:avLst/>
              </a:prstGeom>
              <a:ln w="15748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63" name="Straight Connector 149">
                <a:extLst>
                  <a:ext uri="{FF2B5EF4-FFF2-40B4-BE49-F238E27FC236}">
                    <a16:creationId xmlns:a16="http://schemas.microsoft.com/office/drawing/2014/main" id="{848B4DC9-F114-7C7D-2F46-FFB5EECF2C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28958" y="7635040"/>
                <a:ext cx="529186" cy="0"/>
              </a:xfrm>
              <a:prstGeom prst="line">
                <a:avLst/>
              </a:prstGeom>
              <a:ln w="15748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64" name="Straight Connector 150">
                <a:extLst>
                  <a:ext uri="{FF2B5EF4-FFF2-40B4-BE49-F238E27FC236}">
                    <a16:creationId xmlns:a16="http://schemas.microsoft.com/office/drawing/2014/main" id="{18F01584-159C-69C0-71D1-771D55112C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28958" y="8419617"/>
                <a:ext cx="529186" cy="0"/>
              </a:xfrm>
              <a:prstGeom prst="line">
                <a:avLst/>
              </a:prstGeom>
              <a:ln w="15748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165" name="Right Triangle 254">
              <a:extLst>
                <a:ext uri="{FF2B5EF4-FFF2-40B4-BE49-F238E27FC236}">
                  <a16:creationId xmlns:a16="http://schemas.microsoft.com/office/drawing/2014/main" id="{047237D5-914D-E95E-104D-934517F2ABCD}"/>
                </a:ext>
              </a:extLst>
            </p:cNvPr>
            <p:cNvSpPr/>
            <p:nvPr/>
          </p:nvSpPr>
          <p:spPr>
            <a:xfrm rot="10800000" flipH="1">
              <a:off x="14875502" y="15590058"/>
              <a:ext cx="3138971" cy="2458745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lIns="28346" tIns="14173" rIns="28346" bIns="14173"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Freeform 12"/>
          <p:cNvSpPr/>
          <p:nvPr/>
        </p:nvSpPr>
        <p:spPr>
          <a:xfrm>
            <a:off x="5276088" y="5102007"/>
            <a:ext cx="1600200" cy="257993"/>
          </a:xfrm>
          <a:custGeom>
            <a:avLst/>
            <a:gdLst/>
            <a:ahLst/>
            <a:cxnLst/>
            <a:rect l="l" t="t" r="r" b="b"/>
            <a:pathLst>
              <a:path w="1600200" h="257993">
                <a:moveTo>
                  <a:pt x="0" y="151306"/>
                </a:moveTo>
                <a:lnTo>
                  <a:pt x="48490" y="134903"/>
                </a:lnTo>
                <a:lnTo>
                  <a:pt x="96981" y="69935"/>
                </a:lnTo>
                <a:lnTo>
                  <a:pt x="145472" y="171949"/>
                </a:lnTo>
                <a:lnTo>
                  <a:pt x="193963" y="89676"/>
                </a:lnTo>
                <a:lnTo>
                  <a:pt x="242454" y="107247"/>
                </a:lnTo>
                <a:lnTo>
                  <a:pt x="290945" y="154837"/>
                </a:lnTo>
                <a:lnTo>
                  <a:pt x="339436" y="190665"/>
                </a:lnTo>
                <a:lnTo>
                  <a:pt x="387927" y="230332"/>
                </a:lnTo>
                <a:lnTo>
                  <a:pt x="436418" y="220800"/>
                </a:lnTo>
                <a:lnTo>
                  <a:pt x="484909" y="165301"/>
                </a:lnTo>
                <a:lnTo>
                  <a:pt x="533399" y="135099"/>
                </a:lnTo>
                <a:lnTo>
                  <a:pt x="581890" y="109968"/>
                </a:lnTo>
                <a:lnTo>
                  <a:pt x="630381" y="197789"/>
                </a:lnTo>
                <a:lnTo>
                  <a:pt x="678872" y="257993"/>
                </a:lnTo>
                <a:lnTo>
                  <a:pt x="727363" y="160281"/>
                </a:lnTo>
                <a:lnTo>
                  <a:pt x="775854" y="113740"/>
                </a:lnTo>
                <a:lnTo>
                  <a:pt x="824345" y="23315"/>
                </a:lnTo>
                <a:lnTo>
                  <a:pt x="872836" y="0"/>
                </a:lnTo>
                <a:lnTo>
                  <a:pt x="921327" y="84661"/>
                </a:lnTo>
                <a:lnTo>
                  <a:pt x="969818" y="42560"/>
                </a:lnTo>
                <a:lnTo>
                  <a:pt x="1018309" y="41016"/>
                </a:lnTo>
                <a:lnTo>
                  <a:pt x="1066800" y="58767"/>
                </a:lnTo>
                <a:lnTo>
                  <a:pt x="1115290" y="119386"/>
                </a:lnTo>
                <a:lnTo>
                  <a:pt x="1163781" y="127239"/>
                </a:lnTo>
                <a:lnTo>
                  <a:pt x="1212272" y="139976"/>
                </a:lnTo>
                <a:lnTo>
                  <a:pt x="1260763" y="102002"/>
                </a:lnTo>
                <a:lnTo>
                  <a:pt x="1309254" y="108636"/>
                </a:lnTo>
                <a:lnTo>
                  <a:pt x="1357745" y="46849"/>
                </a:lnTo>
                <a:lnTo>
                  <a:pt x="1406236" y="108373"/>
                </a:lnTo>
                <a:lnTo>
                  <a:pt x="1454727" y="97567"/>
                </a:lnTo>
                <a:lnTo>
                  <a:pt x="1503218" y="88195"/>
                </a:lnTo>
                <a:lnTo>
                  <a:pt x="1551709" y="143490"/>
                </a:lnTo>
                <a:lnTo>
                  <a:pt x="1600200" y="199451"/>
                </a:lnTo>
              </a:path>
            </a:pathLst>
          </a:custGeom>
          <a:noFill/>
          <a:ln w="11430">
            <a:solidFill>
              <a:srgbClr val="7030A0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Freeform 13"/>
          <p:cNvSpPr/>
          <p:nvPr/>
        </p:nvSpPr>
        <p:spPr>
          <a:xfrm>
            <a:off x="5276088" y="5069948"/>
            <a:ext cx="1600200" cy="320133"/>
          </a:xfrm>
          <a:custGeom>
            <a:avLst/>
            <a:gdLst/>
            <a:ahLst/>
            <a:cxnLst/>
            <a:rect l="l" t="t" r="r" b="b"/>
            <a:pathLst>
              <a:path w="1600200" h="320133">
                <a:moveTo>
                  <a:pt x="0" y="183365"/>
                </a:moveTo>
                <a:lnTo>
                  <a:pt x="48490" y="247264"/>
                </a:lnTo>
                <a:lnTo>
                  <a:pt x="96981" y="286336"/>
                </a:lnTo>
                <a:lnTo>
                  <a:pt x="145472" y="320133"/>
                </a:lnTo>
                <a:lnTo>
                  <a:pt x="193963" y="314410"/>
                </a:lnTo>
                <a:lnTo>
                  <a:pt x="242454" y="215479"/>
                </a:lnTo>
                <a:lnTo>
                  <a:pt x="290945" y="280663"/>
                </a:lnTo>
                <a:lnTo>
                  <a:pt x="339436" y="213180"/>
                </a:lnTo>
                <a:lnTo>
                  <a:pt x="387927" y="148006"/>
                </a:lnTo>
                <a:lnTo>
                  <a:pt x="436418" y="173097"/>
                </a:lnTo>
                <a:lnTo>
                  <a:pt x="484909" y="207711"/>
                </a:lnTo>
                <a:lnTo>
                  <a:pt x="533399" y="180039"/>
                </a:lnTo>
                <a:lnTo>
                  <a:pt x="581890" y="125341"/>
                </a:lnTo>
                <a:lnTo>
                  <a:pt x="630381" y="41296"/>
                </a:lnTo>
                <a:lnTo>
                  <a:pt x="678872" y="36040"/>
                </a:lnTo>
                <a:lnTo>
                  <a:pt x="727363" y="0"/>
                </a:lnTo>
                <a:lnTo>
                  <a:pt x="775854" y="66429"/>
                </a:lnTo>
                <a:lnTo>
                  <a:pt x="824345" y="135632"/>
                </a:lnTo>
                <a:lnTo>
                  <a:pt x="872836" y="226193"/>
                </a:lnTo>
                <a:lnTo>
                  <a:pt x="921327" y="268233"/>
                </a:lnTo>
                <a:lnTo>
                  <a:pt x="969818" y="263632"/>
                </a:lnTo>
                <a:lnTo>
                  <a:pt x="1018309" y="234742"/>
                </a:lnTo>
                <a:lnTo>
                  <a:pt x="1066800" y="281932"/>
                </a:lnTo>
                <a:lnTo>
                  <a:pt x="1115290" y="219979"/>
                </a:lnTo>
                <a:lnTo>
                  <a:pt x="1163781" y="215537"/>
                </a:lnTo>
                <a:lnTo>
                  <a:pt x="1212272" y="236855"/>
                </a:lnTo>
                <a:lnTo>
                  <a:pt x="1260763" y="258472"/>
                </a:lnTo>
                <a:lnTo>
                  <a:pt x="1309254" y="147309"/>
                </a:lnTo>
                <a:lnTo>
                  <a:pt x="1357745" y="148586"/>
                </a:lnTo>
                <a:lnTo>
                  <a:pt x="1406236" y="198334"/>
                </a:lnTo>
                <a:lnTo>
                  <a:pt x="1454727" y="238208"/>
                </a:lnTo>
                <a:lnTo>
                  <a:pt x="1503218" y="140472"/>
                </a:lnTo>
                <a:lnTo>
                  <a:pt x="1551709" y="177637"/>
                </a:lnTo>
                <a:lnTo>
                  <a:pt x="1600200" y="124721"/>
                </a:lnTo>
              </a:path>
            </a:pathLst>
          </a:custGeom>
          <a:noFill/>
          <a:ln w="11430">
            <a:solidFill>
              <a:srgbClr val="7030A0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Freeform 14"/>
          <p:cNvSpPr/>
          <p:nvPr/>
        </p:nvSpPr>
        <p:spPr>
          <a:xfrm>
            <a:off x="5276088" y="5141341"/>
            <a:ext cx="1600200" cy="245995"/>
          </a:xfrm>
          <a:custGeom>
            <a:avLst/>
            <a:gdLst/>
            <a:ahLst/>
            <a:cxnLst/>
            <a:rect l="l" t="t" r="r" b="b"/>
            <a:pathLst>
              <a:path w="1600200" h="245995">
                <a:moveTo>
                  <a:pt x="0" y="111972"/>
                </a:moveTo>
                <a:lnTo>
                  <a:pt x="48490" y="86677"/>
                </a:lnTo>
                <a:lnTo>
                  <a:pt x="96981" y="83052"/>
                </a:lnTo>
                <a:lnTo>
                  <a:pt x="145472" y="92933"/>
                </a:lnTo>
                <a:lnTo>
                  <a:pt x="193963" y="203714"/>
                </a:lnTo>
                <a:lnTo>
                  <a:pt x="242454" y="161051"/>
                </a:lnTo>
                <a:lnTo>
                  <a:pt x="290945" y="245995"/>
                </a:lnTo>
                <a:lnTo>
                  <a:pt x="339436" y="170887"/>
                </a:lnTo>
                <a:lnTo>
                  <a:pt x="387927" y="128454"/>
                </a:lnTo>
                <a:lnTo>
                  <a:pt x="436418" y="86383"/>
                </a:lnTo>
                <a:lnTo>
                  <a:pt x="484909" y="54938"/>
                </a:lnTo>
                <a:lnTo>
                  <a:pt x="533399" y="55548"/>
                </a:lnTo>
                <a:lnTo>
                  <a:pt x="581890" y="94114"/>
                </a:lnTo>
                <a:lnTo>
                  <a:pt x="630381" y="112618"/>
                </a:lnTo>
                <a:lnTo>
                  <a:pt x="678872" y="43507"/>
                </a:lnTo>
                <a:lnTo>
                  <a:pt x="727363" y="87243"/>
                </a:lnTo>
                <a:lnTo>
                  <a:pt x="775854" y="103855"/>
                </a:lnTo>
                <a:lnTo>
                  <a:pt x="824345" y="139009"/>
                </a:lnTo>
                <a:lnTo>
                  <a:pt x="872836" y="155898"/>
                </a:lnTo>
                <a:lnTo>
                  <a:pt x="921327" y="158932"/>
                </a:lnTo>
                <a:lnTo>
                  <a:pt x="969818" y="135463"/>
                </a:lnTo>
                <a:lnTo>
                  <a:pt x="1018309" y="143025"/>
                </a:lnTo>
                <a:lnTo>
                  <a:pt x="1066800" y="151479"/>
                </a:lnTo>
                <a:lnTo>
                  <a:pt x="1115290" y="169803"/>
                </a:lnTo>
                <a:lnTo>
                  <a:pt x="1163781" y="151249"/>
                </a:lnTo>
                <a:lnTo>
                  <a:pt x="1212272" y="202885"/>
                </a:lnTo>
                <a:lnTo>
                  <a:pt x="1260763" y="177771"/>
                </a:lnTo>
                <a:lnTo>
                  <a:pt x="1309254" y="101427"/>
                </a:lnTo>
                <a:lnTo>
                  <a:pt x="1357745" y="139126"/>
                </a:lnTo>
                <a:lnTo>
                  <a:pt x="1406236" y="134413"/>
                </a:lnTo>
                <a:lnTo>
                  <a:pt x="1454727" y="0"/>
                </a:lnTo>
                <a:lnTo>
                  <a:pt x="1503218" y="73378"/>
                </a:lnTo>
                <a:lnTo>
                  <a:pt x="1551709" y="157145"/>
                </a:lnTo>
                <a:lnTo>
                  <a:pt x="1600200" y="165365"/>
                </a:lnTo>
              </a:path>
            </a:pathLst>
          </a:custGeom>
          <a:noFill/>
          <a:ln w="11430">
            <a:solidFill>
              <a:srgbClr val="7030A0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66" name="TextBox 5165"/>
          <p:cNvSpPr txBox="1"/>
          <p:nvPr/>
        </p:nvSpPr>
        <p:spPr>
          <a:xfrm>
            <a:off x="5257800" y="5555065"/>
            <a:ext cx="1645920" cy="5486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Helvetica Neue"/>
              </a:rPr>
              <a:t>Stochastic red-noise forcing + temperature noise, CMIP6-calibrated; one realisation per member</a:t>
            </a:r>
          </a:p>
        </p:txBody>
      </p:sp>
      <p:pic>
        <p:nvPicPr>
          <p:cNvPr id="5412" name="Picture 245" descr="A graph of linear graphs&#10;&#10;Description automatically generated with medium confidence">
            <a:extLst>
              <a:ext uri="{FF2B5EF4-FFF2-40B4-BE49-F238E27FC236}">
                <a16:creationId xmlns:a16="http://schemas.microsoft.com/office/drawing/2014/main" id="{5635CF10-B6A3-5A2D-B661-C8D904CFD5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300" b="51000"/>
          <a:stretch>
            <a:fillRect/>
          </a:stretch>
        </p:blipFill>
        <p:spPr>
          <a:xfrm>
            <a:off x="7040880" y="4490125"/>
            <a:ext cx="3099862" cy="1572095"/>
          </a:xfrm>
          <a:prstGeom prst="rect">
            <a:avLst/>
          </a:prstGeom>
        </p:spPr>
      </p:pic>
      <p:sp>
        <p:nvSpPr>
          <p:cNvPr id="5167" name="TextBox 5166"/>
          <p:cNvSpPr txBox="1"/>
          <p:nvPr/>
        </p:nvSpPr>
        <p:spPr>
          <a:xfrm>
            <a:off x="7040880" y="6107940"/>
            <a:ext cx="3337559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Helvetica Neue"/>
              </a:rPr>
              <a:t>Monte Carlo constraint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Helvetica Neue"/>
              </a:rPr>
              <a:t>~1.5 M prior members → GMST RMSE &lt; 0.17 K → reweighted to 8 assessed metrics → 841 posterior members</a:t>
            </a:r>
          </a:p>
        </p:txBody>
      </p:sp>
      <p:cxnSp>
        <p:nvCxnSpPr>
          <p:cNvPr id="5168" name="Connector 5167"/>
          <p:cNvCxnSpPr/>
          <p:nvPr/>
        </p:nvCxnSpPr>
        <p:spPr>
          <a:xfrm>
            <a:off x="137160" y="6652008"/>
            <a:ext cx="10241280" cy="0"/>
          </a:xfrm>
          <a:prstGeom prst="line">
            <a:avLst/>
          </a:prstGeom>
          <a:ln w="6350">
            <a:solidFill>
              <a:srgbClr val="BFBFBF"/>
            </a:solidFill>
          </a:ln>
        </p:spPr>
      </p:cxnSp>
      <p:sp>
        <p:nvSpPr>
          <p:cNvPr id="5169" name="TextBox 5168"/>
          <p:cNvSpPr txBox="1"/>
          <p:nvPr/>
        </p:nvSpPr>
        <p:spPr>
          <a:xfrm>
            <a:off x="137160" y="6725160"/>
            <a:ext cx="960120" cy="27432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Helvetica Neue"/>
              </a:rPr>
              <a:t>GWI</a:t>
            </a:r>
          </a:p>
        </p:txBody>
      </p:sp>
      <p:sp>
        <p:nvSpPr>
          <p:cNvPr id="5170" name="TextBox 5169"/>
          <p:cNvSpPr txBox="1"/>
          <p:nvPr/>
        </p:nvSpPr>
        <p:spPr>
          <a:xfrm>
            <a:off x="137160" y="6999480"/>
            <a:ext cx="960120" cy="20116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  <a:latin typeface="Helvetica Neue"/>
              </a:rPr>
              <a:t>Sect. 4.4.4.1</a:t>
            </a:r>
          </a:p>
        </p:txBody>
      </p:sp>
      <p:grpSp>
        <p:nvGrpSpPr>
          <p:cNvPr id="5413" name="v3b GWI"/>
          <p:cNvGrpSpPr/>
          <p:nvPr/>
        </p:nvGrpSpPr>
        <p:grpSpPr>
          <a:xfrm>
            <a:off x="1334962" y="6253307"/>
            <a:ext cx="3125657" cy="2702485"/>
            <a:chOff x="13188715" y="17702414"/>
            <a:chExt cx="10082765" cy="8717696"/>
          </a:xfrm>
        </p:grpSpPr>
        <p:sp>
          <p:nvSpPr>
            <p:cNvPr id="5414" name="Land">
              <a:extLst>
                <a:ext uri="{FF2B5EF4-FFF2-40B4-BE49-F238E27FC236}">
                  <a16:creationId xmlns:a16="http://schemas.microsoft.com/office/drawing/2014/main" id="{B1657A59-CDCA-3BDA-E50B-C62159CB9BAD}"/>
                </a:ext>
              </a:extLst>
            </p:cNvPr>
            <p:cNvSpPr/>
            <p:nvPr/>
          </p:nvSpPr>
          <p:spPr>
            <a:xfrm>
              <a:off x="14458826" y="23074504"/>
              <a:ext cx="3201579" cy="831646"/>
            </a:xfrm>
            <a:prstGeom prst="rect">
              <a:avLst/>
            </a:prstGeom>
            <a:solidFill>
              <a:srgbClr val="009051"/>
            </a:solidFill>
            <a:ln w="3937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874" tIns="7874" rIns="7874" bIns="7874" anchor="ctr"/>
            <a:lstStyle>
              <a:lvl1pPr defTabSz="82550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 algn="ctr" defTabSz="412750" hangingPunct="0"/>
              <a:r>
                <a:rPr sz="694" kern="0" dirty="0"/>
                <a:t>Land</a:t>
              </a:r>
            </a:p>
          </p:txBody>
        </p:sp>
        <p:sp>
          <p:nvSpPr>
            <p:cNvPr id="5415" name="Surface Ocean">
              <a:extLst>
                <a:ext uri="{FF2B5EF4-FFF2-40B4-BE49-F238E27FC236}">
                  <a16:creationId xmlns:a16="http://schemas.microsoft.com/office/drawing/2014/main" id="{0DA7A822-831E-7EA3-8F21-BE5738A47B6F}"/>
                </a:ext>
              </a:extLst>
            </p:cNvPr>
            <p:cNvSpPr/>
            <p:nvPr/>
          </p:nvSpPr>
          <p:spPr>
            <a:xfrm>
              <a:off x="17658883" y="23074504"/>
              <a:ext cx="4349004" cy="831646"/>
            </a:xfrm>
            <a:prstGeom prst="rect">
              <a:avLst/>
            </a:prstGeom>
            <a:solidFill>
              <a:schemeClr val="accent1">
                <a:hueOff val="114395"/>
                <a:lumOff val="-24975"/>
              </a:schemeClr>
            </a:solidFill>
            <a:ln w="3937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874" tIns="7874" rIns="7874" bIns="7874" anchor="ctr"/>
            <a:lstStyle>
              <a:lvl1pPr defTabSz="82550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 algn="ctr" defTabSz="412750" hangingPunct="0"/>
              <a:r>
                <a:rPr sz="694" kern="0" dirty="0"/>
                <a:t>Surface Ocean</a:t>
              </a:r>
            </a:p>
          </p:txBody>
        </p:sp>
        <p:sp>
          <p:nvSpPr>
            <p:cNvPr id="5416" name="Rectangle">
              <a:extLst>
                <a:ext uri="{FF2B5EF4-FFF2-40B4-BE49-F238E27FC236}">
                  <a16:creationId xmlns:a16="http://schemas.microsoft.com/office/drawing/2014/main" id="{CD62BAC4-12ED-9436-2EC4-2675348926E7}"/>
                </a:ext>
              </a:extLst>
            </p:cNvPr>
            <p:cNvSpPr/>
            <p:nvPr/>
          </p:nvSpPr>
          <p:spPr>
            <a:xfrm>
              <a:off x="14458826" y="23076045"/>
              <a:ext cx="7552588" cy="828564"/>
            </a:xfrm>
            <a:prstGeom prst="rect">
              <a:avLst/>
            </a:prstGeom>
            <a:ln w="19685">
              <a:solidFill>
                <a:srgbClr val="000000"/>
              </a:solidFill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171" name="Deep Ocean">
              <a:extLst>
                <a:ext uri="{FF2B5EF4-FFF2-40B4-BE49-F238E27FC236}">
                  <a16:creationId xmlns:a16="http://schemas.microsoft.com/office/drawing/2014/main" id="{9F83E462-81D4-C4A0-A45B-5FC950978315}"/>
                </a:ext>
              </a:extLst>
            </p:cNvPr>
            <p:cNvSpPr/>
            <p:nvPr/>
          </p:nvSpPr>
          <p:spPr>
            <a:xfrm>
              <a:off x="15077587" y="23969535"/>
              <a:ext cx="6930300" cy="1818672"/>
            </a:xfrm>
            <a:prstGeom prst="rect">
              <a:avLst/>
            </a:prstGeom>
            <a:solidFill>
              <a:schemeClr val="accent1">
                <a:hueOff val="114395"/>
                <a:lumOff val="-24975"/>
              </a:schemeClr>
            </a:solidFill>
            <a:ln w="3937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874" tIns="7874" rIns="7874" bIns="7874" anchor="ctr"/>
            <a:lstStyle>
              <a:lvl1pPr defTabSz="82550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lvl1pPr>
            </a:lstStyle>
            <a:p>
              <a:pPr algn="ctr" defTabSz="412750" hangingPunct="0"/>
              <a:endParaRPr/>
            </a:p>
          </p:txBody>
        </p:sp>
        <p:sp>
          <p:nvSpPr>
            <p:cNvPr id="5172" name="Sun">
              <a:extLst>
                <a:ext uri="{FF2B5EF4-FFF2-40B4-BE49-F238E27FC236}">
                  <a16:creationId xmlns:a16="http://schemas.microsoft.com/office/drawing/2014/main" id="{15A176BA-C28B-9CD1-0821-7B3EBED449FA}"/>
                </a:ext>
              </a:extLst>
            </p:cNvPr>
            <p:cNvSpPr/>
            <p:nvPr/>
          </p:nvSpPr>
          <p:spPr>
            <a:xfrm>
              <a:off x="13188715" y="20374293"/>
              <a:ext cx="1276658" cy="12766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8912" y="3909"/>
                  </a:lnTo>
                  <a:cubicBezTo>
                    <a:pt x="9458" y="3767"/>
                    <a:pt x="10107" y="3684"/>
                    <a:pt x="10795" y="3684"/>
                  </a:cubicBezTo>
                  <a:cubicBezTo>
                    <a:pt x="11488" y="3684"/>
                    <a:pt x="12138" y="3766"/>
                    <a:pt x="12695" y="3914"/>
                  </a:cubicBezTo>
                  <a:lnTo>
                    <a:pt x="10800" y="0"/>
                  </a:lnTo>
                  <a:close/>
                  <a:moveTo>
                    <a:pt x="18430" y="3160"/>
                  </a:moveTo>
                  <a:lnTo>
                    <a:pt x="14332" y="4591"/>
                  </a:lnTo>
                  <a:cubicBezTo>
                    <a:pt x="14828" y="4880"/>
                    <a:pt x="15340" y="5278"/>
                    <a:pt x="15826" y="5764"/>
                  </a:cubicBezTo>
                  <a:cubicBezTo>
                    <a:pt x="16317" y="6255"/>
                    <a:pt x="16717" y="6774"/>
                    <a:pt x="17006" y="7265"/>
                  </a:cubicBezTo>
                  <a:lnTo>
                    <a:pt x="18430" y="3160"/>
                  </a:lnTo>
                  <a:close/>
                  <a:moveTo>
                    <a:pt x="3160" y="3172"/>
                  </a:moveTo>
                  <a:lnTo>
                    <a:pt x="4591" y="7270"/>
                  </a:lnTo>
                  <a:cubicBezTo>
                    <a:pt x="4880" y="6773"/>
                    <a:pt x="5278" y="6260"/>
                    <a:pt x="5764" y="5774"/>
                  </a:cubicBezTo>
                  <a:cubicBezTo>
                    <a:pt x="6255" y="5283"/>
                    <a:pt x="6774" y="4885"/>
                    <a:pt x="7265" y="4596"/>
                  </a:cubicBezTo>
                  <a:lnTo>
                    <a:pt x="3160" y="3172"/>
                  </a:lnTo>
                  <a:close/>
                  <a:moveTo>
                    <a:pt x="10800" y="4661"/>
                  </a:moveTo>
                  <a:cubicBezTo>
                    <a:pt x="7400" y="4661"/>
                    <a:pt x="4633" y="7427"/>
                    <a:pt x="4633" y="10827"/>
                  </a:cubicBezTo>
                  <a:cubicBezTo>
                    <a:pt x="4633" y="14227"/>
                    <a:pt x="7400" y="16994"/>
                    <a:pt x="10800" y="16994"/>
                  </a:cubicBezTo>
                  <a:cubicBezTo>
                    <a:pt x="14200" y="16994"/>
                    <a:pt x="16967" y="14227"/>
                    <a:pt x="16967" y="10827"/>
                  </a:cubicBezTo>
                  <a:cubicBezTo>
                    <a:pt x="16967" y="7427"/>
                    <a:pt x="14200" y="4661"/>
                    <a:pt x="10800" y="4661"/>
                  </a:cubicBezTo>
                  <a:close/>
                  <a:moveTo>
                    <a:pt x="3914" y="8907"/>
                  </a:moveTo>
                  <a:lnTo>
                    <a:pt x="0" y="10800"/>
                  </a:lnTo>
                  <a:lnTo>
                    <a:pt x="3909" y="12688"/>
                  </a:lnTo>
                  <a:cubicBezTo>
                    <a:pt x="3767" y="12137"/>
                    <a:pt x="3684" y="11493"/>
                    <a:pt x="3684" y="10805"/>
                  </a:cubicBezTo>
                  <a:cubicBezTo>
                    <a:pt x="3684" y="10112"/>
                    <a:pt x="3766" y="9464"/>
                    <a:pt x="3914" y="8907"/>
                  </a:cubicBezTo>
                  <a:close/>
                  <a:moveTo>
                    <a:pt x="17693" y="8907"/>
                  </a:moveTo>
                  <a:cubicBezTo>
                    <a:pt x="17835" y="9458"/>
                    <a:pt x="17916" y="10102"/>
                    <a:pt x="17916" y="10790"/>
                  </a:cubicBezTo>
                  <a:cubicBezTo>
                    <a:pt x="17916" y="11483"/>
                    <a:pt x="17835" y="12131"/>
                    <a:pt x="17688" y="12688"/>
                  </a:cubicBezTo>
                  <a:lnTo>
                    <a:pt x="21600" y="10795"/>
                  </a:lnTo>
                  <a:lnTo>
                    <a:pt x="17693" y="8907"/>
                  </a:lnTo>
                  <a:close/>
                  <a:moveTo>
                    <a:pt x="17011" y="14332"/>
                  </a:moveTo>
                  <a:cubicBezTo>
                    <a:pt x="16722" y="14828"/>
                    <a:pt x="16323" y="15340"/>
                    <a:pt x="15838" y="15826"/>
                  </a:cubicBezTo>
                  <a:cubicBezTo>
                    <a:pt x="15346" y="16317"/>
                    <a:pt x="14828" y="16717"/>
                    <a:pt x="14337" y="17006"/>
                  </a:cubicBezTo>
                  <a:lnTo>
                    <a:pt x="18440" y="18430"/>
                  </a:lnTo>
                  <a:lnTo>
                    <a:pt x="17011" y="14332"/>
                  </a:lnTo>
                  <a:close/>
                  <a:moveTo>
                    <a:pt x="4596" y="14337"/>
                  </a:moveTo>
                  <a:lnTo>
                    <a:pt x="3172" y="18440"/>
                  </a:lnTo>
                  <a:lnTo>
                    <a:pt x="7270" y="17011"/>
                  </a:lnTo>
                  <a:cubicBezTo>
                    <a:pt x="6773" y="16722"/>
                    <a:pt x="6260" y="16323"/>
                    <a:pt x="5774" y="15838"/>
                  </a:cubicBezTo>
                  <a:cubicBezTo>
                    <a:pt x="5283" y="15346"/>
                    <a:pt x="4885" y="14828"/>
                    <a:pt x="4596" y="14337"/>
                  </a:cubicBezTo>
                  <a:close/>
                  <a:moveTo>
                    <a:pt x="8907" y="17688"/>
                  </a:moveTo>
                  <a:lnTo>
                    <a:pt x="10800" y="21600"/>
                  </a:lnTo>
                  <a:lnTo>
                    <a:pt x="12688" y="17693"/>
                  </a:lnTo>
                  <a:cubicBezTo>
                    <a:pt x="12142" y="17835"/>
                    <a:pt x="11493" y="17916"/>
                    <a:pt x="10805" y="17916"/>
                  </a:cubicBezTo>
                  <a:cubicBezTo>
                    <a:pt x="10112" y="17916"/>
                    <a:pt x="9464" y="17835"/>
                    <a:pt x="8907" y="17688"/>
                  </a:cubicBezTo>
                  <a:close/>
                </a:path>
              </a:pathLst>
            </a:custGeom>
            <a:solidFill>
              <a:srgbClr val="FFD479"/>
            </a:solidFill>
            <a:ln w="3937"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173" name="Line">
              <a:extLst>
                <a:ext uri="{FF2B5EF4-FFF2-40B4-BE49-F238E27FC236}">
                  <a16:creationId xmlns:a16="http://schemas.microsoft.com/office/drawing/2014/main" id="{86C16D79-8744-D33F-9984-3583F0F9EA90}"/>
                </a:ext>
              </a:extLst>
            </p:cNvPr>
            <p:cNvSpPr/>
            <p:nvPr/>
          </p:nvSpPr>
          <p:spPr>
            <a:xfrm>
              <a:off x="14369505" y="21499138"/>
              <a:ext cx="928943" cy="1565529"/>
            </a:xfrm>
            <a:prstGeom prst="line">
              <a:avLst/>
            </a:prstGeom>
            <a:ln w="23622">
              <a:solidFill>
                <a:schemeClr val="accent1">
                  <a:lumMod val="60000"/>
                  <a:lumOff val="40000"/>
                </a:schemeClr>
              </a:solidFill>
              <a:miter lim="400000"/>
              <a:tailEnd type="triangle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174" name="Line">
              <a:extLst>
                <a:ext uri="{FF2B5EF4-FFF2-40B4-BE49-F238E27FC236}">
                  <a16:creationId xmlns:a16="http://schemas.microsoft.com/office/drawing/2014/main" id="{52AB0718-966C-8A78-CC71-7DF25AC1C368}"/>
                </a:ext>
              </a:extLst>
            </p:cNvPr>
            <p:cNvSpPr/>
            <p:nvPr/>
          </p:nvSpPr>
          <p:spPr>
            <a:xfrm flipV="1">
              <a:off x="16219573" y="21483803"/>
              <a:ext cx="877131" cy="4671"/>
            </a:xfrm>
            <a:prstGeom prst="line">
              <a:avLst/>
            </a:prstGeom>
            <a:ln w="7874">
              <a:solidFill>
                <a:srgbClr val="000000"/>
              </a:solidFill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175" name="Shape">
              <a:extLst>
                <a:ext uri="{FF2B5EF4-FFF2-40B4-BE49-F238E27FC236}">
                  <a16:creationId xmlns:a16="http://schemas.microsoft.com/office/drawing/2014/main" id="{8F6FF3EF-8B90-97C1-B9DB-1F56E0167BA4}"/>
                </a:ext>
              </a:extLst>
            </p:cNvPr>
            <p:cNvSpPr/>
            <p:nvPr/>
          </p:nvSpPr>
          <p:spPr>
            <a:xfrm>
              <a:off x="21922112" y="21838812"/>
              <a:ext cx="591566" cy="209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03" y="0"/>
                  </a:moveTo>
                  <a:cubicBezTo>
                    <a:pt x="7967" y="0"/>
                    <a:pt x="5720" y="2939"/>
                    <a:pt x="4858" y="7062"/>
                  </a:cubicBezTo>
                  <a:cubicBezTo>
                    <a:pt x="4628" y="6992"/>
                    <a:pt x="4391" y="6953"/>
                    <a:pt x="4150" y="6953"/>
                  </a:cubicBezTo>
                  <a:cubicBezTo>
                    <a:pt x="1857" y="6953"/>
                    <a:pt x="0" y="10233"/>
                    <a:pt x="0" y="14278"/>
                  </a:cubicBezTo>
                  <a:cubicBezTo>
                    <a:pt x="0" y="18323"/>
                    <a:pt x="1857" y="21600"/>
                    <a:pt x="4150" y="21600"/>
                  </a:cubicBezTo>
                  <a:cubicBezTo>
                    <a:pt x="4193" y="21600"/>
                    <a:pt x="4237" y="21597"/>
                    <a:pt x="4280" y="21594"/>
                  </a:cubicBezTo>
                  <a:lnTo>
                    <a:pt x="10532" y="21597"/>
                  </a:lnTo>
                  <a:cubicBezTo>
                    <a:pt x="10555" y="21598"/>
                    <a:pt x="10579" y="21600"/>
                    <a:pt x="10603" y="21600"/>
                  </a:cubicBezTo>
                  <a:cubicBezTo>
                    <a:pt x="10626" y="21600"/>
                    <a:pt x="10648" y="21598"/>
                    <a:pt x="10672" y="21597"/>
                  </a:cubicBezTo>
                  <a:lnTo>
                    <a:pt x="18141" y="21600"/>
                  </a:lnTo>
                  <a:cubicBezTo>
                    <a:pt x="20051" y="21600"/>
                    <a:pt x="21600" y="18868"/>
                    <a:pt x="21600" y="15496"/>
                  </a:cubicBezTo>
                  <a:cubicBezTo>
                    <a:pt x="21600" y="12124"/>
                    <a:pt x="20051" y="9389"/>
                    <a:pt x="18141" y="9389"/>
                  </a:cubicBezTo>
                  <a:cubicBezTo>
                    <a:pt x="17627" y="9389"/>
                    <a:pt x="17139" y="9589"/>
                    <a:pt x="16701" y="9943"/>
                  </a:cubicBezTo>
                  <a:cubicBezTo>
                    <a:pt x="16453" y="4379"/>
                    <a:pt x="13819" y="0"/>
                    <a:pt x="10603" y="0"/>
                  </a:cubicBezTo>
                  <a:close/>
                </a:path>
              </a:pathLst>
            </a:custGeom>
            <a:solidFill>
              <a:srgbClr val="FFFFFF"/>
            </a:solidFill>
            <a:ln w="23622">
              <a:solidFill>
                <a:srgbClr val="5E5E5E"/>
              </a:solidFill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176" name="Shape">
              <a:extLst>
                <a:ext uri="{FF2B5EF4-FFF2-40B4-BE49-F238E27FC236}">
                  <a16:creationId xmlns:a16="http://schemas.microsoft.com/office/drawing/2014/main" id="{865AEFDB-FEF0-9B2B-633F-25216763628F}"/>
                </a:ext>
              </a:extLst>
            </p:cNvPr>
            <p:cNvSpPr/>
            <p:nvPr/>
          </p:nvSpPr>
          <p:spPr>
            <a:xfrm>
              <a:off x="20915220" y="22187804"/>
              <a:ext cx="591566" cy="2093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03" y="0"/>
                  </a:moveTo>
                  <a:cubicBezTo>
                    <a:pt x="7967" y="0"/>
                    <a:pt x="5720" y="2939"/>
                    <a:pt x="4858" y="7062"/>
                  </a:cubicBezTo>
                  <a:cubicBezTo>
                    <a:pt x="4628" y="6992"/>
                    <a:pt x="4391" y="6953"/>
                    <a:pt x="4150" y="6953"/>
                  </a:cubicBezTo>
                  <a:cubicBezTo>
                    <a:pt x="1857" y="6953"/>
                    <a:pt x="0" y="10233"/>
                    <a:pt x="0" y="14278"/>
                  </a:cubicBezTo>
                  <a:cubicBezTo>
                    <a:pt x="0" y="18323"/>
                    <a:pt x="1857" y="21600"/>
                    <a:pt x="4150" y="21600"/>
                  </a:cubicBezTo>
                  <a:cubicBezTo>
                    <a:pt x="4193" y="21600"/>
                    <a:pt x="4237" y="21597"/>
                    <a:pt x="4280" y="21594"/>
                  </a:cubicBezTo>
                  <a:lnTo>
                    <a:pt x="10532" y="21597"/>
                  </a:lnTo>
                  <a:cubicBezTo>
                    <a:pt x="10555" y="21598"/>
                    <a:pt x="10579" y="21600"/>
                    <a:pt x="10603" y="21600"/>
                  </a:cubicBezTo>
                  <a:cubicBezTo>
                    <a:pt x="10626" y="21600"/>
                    <a:pt x="10648" y="21598"/>
                    <a:pt x="10672" y="21597"/>
                  </a:cubicBezTo>
                  <a:lnTo>
                    <a:pt x="18141" y="21600"/>
                  </a:lnTo>
                  <a:cubicBezTo>
                    <a:pt x="20051" y="21600"/>
                    <a:pt x="21600" y="18868"/>
                    <a:pt x="21600" y="15496"/>
                  </a:cubicBezTo>
                  <a:cubicBezTo>
                    <a:pt x="21600" y="12124"/>
                    <a:pt x="20051" y="9389"/>
                    <a:pt x="18141" y="9389"/>
                  </a:cubicBezTo>
                  <a:cubicBezTo>
                    <a:pt x="17627" y="9389"/>
                    <a:pt x="17139" y="9589"/>
                    <a:pt x="16701" y="9943"/>
                  </a:cubicBezTo>
                  <a:cubicBezTo>
                    <a:pt x="16453" y="4379"/>
                    <a:pt x="13819" y="0"/>
                    <a:pt x="10603" y="0"/>
                  </a:cubicBezTo>
                  <a:close/>
                </a:path>
              </a:pathLst>
            </a:custGeom>
            <a:solidFill>
              <a:srgbClr val="FFFFFF"/>
            </a:solidFill>
            <a:ln w="23622">
              <a:solidFill>
                <a:srgbClr val="5E5E5E"/>
              </a:solidFill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177" name="Volcano">
              <a:extLst>
                <a:ext uri="{FF2B5EF4-FFF2-40B4-BE49-F238E27FC236}">
                  <a16:creationId xmlns:a16="http://schemas.microsoft.com/office/drawing/2014/main" id="{D68CA139-2A7D-86B8-B00A-0FABB0CB0A74}"/>
                </a:ext>
              </a:extLst>
            </p:cNvPr>
            <p:cNvSpPr/>
            <p:nvPr/>
          </p:nvSpPr>
          <p:spPr>
            <a:xfrm>
              <a:off x="15811881" y="22688387"/>
              <a:ext cx="766355" cy="3294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453" y="0"/>
                  </a:moveTo>
                  <a:cubicBezTo>
                    <a:pt x="9378" y="0"/>
                    <a:pt x="9303" y="84"/>
                    <a:pt x="9260" y="235"/>
                  </a:cubicBezTo>
                  <a:cubicBezTo>
                    <a:pt x="5303" y="13781"/>
                    <a:pt x="0" y="21600"/>
                    <a:pt x="0" y="21600"/>
                  </a:cubicBezTo>
                  <a:lnTo>
                    <a:pt x="21600" y="21600"/>
                  </a:lnTo>
                  <a:cubicBezTo>
                    <a:pt x="21600" y="21600"/>
                    <a:pt x="16303" y="13781"/>
                    <a:pt x="12340" y="235"/>
                  </a:cubicBezTo>
                  <a:cubicBezTo>
                    <a:pt x="12297" y="84"/>
                    <a:pt x="12227" y="0"/>
                    <a:pt x="12147" y="0"/>
                  </a:cubicBezTo>
                  <a:lnTo>
                    <a:pt x="9453" y="0"/>
                  </a:lnTo>
                  <a:close/>
                  <a:moveTo>
                    <a:pt x="9759" y="1223"/>
                  </a:moveTo>
                  <a:lnTo>
                    <a:pt x="11856" y="1223"/>
                  </a:lnTo>
                  <a:cubicBezTo>
                    <a:pt x="11931" y="1223"/>
                    <a:pt x="12002" y="1312"/>
                    <a:pt x="12039" y="1462"/>
                  </a:cubicBezTo>
                  <a:cubicBezTo>
                    <a:pt x="12346" y="2588"/>
                    <a:pt x="12765" y="4040"/>
                    <a:pt x="13034" y="4753"/>
                  </a:cubicBezTo>
                  <a:cubicBezTo>
                    <a:pt x="13276" y="5391"/>
                    <a:pt x="12921" y="5903"/>
                    <a:pt x="12684" y="5390"/>
                  </a:cubicBezTo>
                  <a:cubicBezTo>
                    <a:pt x="12475" y="4927"/>
                    <a:pt x="12270" y="4251"/>
                    <a:pt x="12147" y="3838"/>
                  </a:cubicBezTo>
                  <a:cubicBezTo>
                    <a:pt x="12012" y="3401"/>
                    <a:pt x="11803" y="3587"/>
                    <a:pt x="11846" y="4100"/>
                  </a:cubicBezTo>
                  <a:cubicBezTo>
                    <a:pt x="11943" y="5276"/>
                    <a:pt x="12416" y="8667"/>
                    <a:pt x="12540" y="9530"/>
                  </a:cubicBezTo>
                  <a:cubicBezTo>
                    <a:pt x="12669" y="10393"/>
                    <a:pt x="12260" y="10619"/>
                    <a:pt x="12147" y="9944"/>
                  </a:cubicBezTo>
                  <a:cubicBezTo>
                    <a:pt x="11889" y="8405"/>
                    <a:pt x="11454" y="4966"/>
                    <a:pt x="11303" y="3315"/>
                  </a:cubicBezTo>
                  <a:cubicBezTo>
                    <a:pt x="11260" y="2802"/>
                    <a:pt x="10974" y="2911"/>
                    <a:pt x="10974" y="3424"/>
                  </a:cubicBezTo>
                  <a:cubicBezTo>
                    <a:pt x="10974" y="3937"/>
                    <a:pt x="11050" y="5765"/>
                    <a:pt x="11130" y="7716"/>
                  </a:cubicBezTo>
                  <a:cubicBezTo>
                    <a:pt x="11168" y="8579"/>
                    <a:pt x="10679" y="8730"/>
                    <a:pt x="10646" y="7704"/>
                  </a:cubicBezTo>
                  <a:cubicBezTo>
                    <a:pt x="10625" y="7004"/>
                    <a:pt x="10599" y="6540"/>
                    <a:pt x="10582" y="5965"/>
                  </a:cubicBezTo>
                  <a:cubicBezTo>
                    <a:pt x="10561" y="5277"/>
                    <a:pt x="10292" y="5288"/>
                    <a:pt x="10211" y="5863"/>
                  </a:cubicBezTo>
                  <a:cubicBezTo>
                    <a:pt x="9974" y="7564"/>
                    <a:pt x="9845" y="8130"/>
                    <a:pt x="9710" y="8642"/>
                  </a:cubicBezTo>
                  <a:cubicBezTo>
                    <a:pt x="9528" y="9343"/>
                    <a:pt x="9183" y="8918"/>
                    <a:pt x="9307" y="8267"/>
                  </a:cubicBezTo>
                  <a:cubicBezTo>
                    <a:pt x="9495" y="7304"/>
                    <a:pt x="9894" y="4676"/>
                    <a:pt x="10050" y="3287"/>
                  </a:cubicBezTo>
                  <a:cubicBezTo>
                    <a:pt x="10104" y="2812"/>
                    <a:pt x="9904" y="2526"/>
                    <a:pt x="9759" y="3014"/>
                  </a:cubicBezTo>
                  <a:cubicBezTo>
                    <a:pt x="9496" y="3889"/>
                    <a:pt x="9394" y="4265"/>
                    <a:pt x="9055" y="5066"/>
                  </a:cubicBezTo>
                  <a:cubicBezTo>
                    <a:pt x="8856" y="5529"/>
                    <a:pt x="8550" y="5063"/>
                    <a:pt x="8732" y="4413"/>
                  </a:cubicBezTo>
                  <a:cubicBezTo>
                    <a:pt x="9044" y="3312"/>
                    <a:pt x="9350" y="2399"/>
                    <a:pt x="9571" y="1474"/>
                  </a:cubicBezTo>
                  <a:cubicBezTo>
                    <a:pt x="9609" y="1311"/>
                    <a:pt x="9684" y="1223"/>
                    <a:pt x="9759" y="1223"/>
                  </a:cubicBezTo>
                  <a:close/>
                </a:path>
              </a:pathLst>
            </a:custGeom>
            <a:solidFill>
              <a:srgbClr val="000000"/>
            </a:solidFill>
            <a:ln w="3937"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178" name="Connection Line">
              <a:extLst>
                <a:ext uri="{FF2B5EF4-FFF2-40B4-BE49-F238E27FC236}">
                  <a16:creationId xmlns:a16="http://schemas.microsoft.com/office/drawing/2014/main" id="{DB24D2A6-7E10-1C43-57FF-91773BDE6286}"/>
                </a:ext>
              </a:extLst>
            </p:cNvPr>
            <p:cNvSpPr/>
            <p:nvPr/>
          </p:nvSpPr>
          <p:spPr>
            <a:xfrm>
              <a:off x="15918137" y="21490386"/>
              <a:ext cx="302504" cy="10694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29" h="21600" extrusionOk="0">
                  <a:moveTo>
                    <a:pt x="13586" y="21600"/>
                  </a:moveTo>
                  <a:cubicBezTo>
                    <a:pt x="-5371" y="7994"/>
                    <a:pt x="-4490" y="794"/>
                    <a:pt x="16229" y="0"/>
                  </a:cubicBezTo>
                </a:path>
              </a:pathLst>
            </a:custGeom>
            <a:ln w="7874">
              <a:solidFill>
                <a:srgbClr val="000000"/>
              </a:solidFill>
              <a:miter lim="400000"/>
            </a:ln>
          </p:spPr>
          <p:txBody>
            <a:bodyPr wrap="none" lIns="28346" tIns="14173" rIns="28346" bIns="14173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179" name="Line">
              <a:extLst>
                <a:ext uri="{FF2B5EF4-FFF2-40B4-BE49-F238E27FC236}">
                  <a16:creationId xmlns:a16="http://schemas.microsoft.com/office/drawing/2014/main" id="{2C0C7D44-2C7A-A0D2-7AC0-7980F7C6133C}"/>
                </a:ext>
              </a:extLst>
            </p:cNvPr>
            <p:cNvSpPr/>
            <p:nvPr/>
          </p:nvSpPr>
          <p:spPr>
            <a:xfrm flipV="1">
              <a:off x="16907929" y="20828461"/>
              <a:ext cx="516348" cy="2221243"/>
            </a:xfrm>
            <a:prstGeom prst="line">
              <a:avLst/>
            </a:prstGeom>
            <a:ln w="23622">
              <a:solidFill>
                <a:schemeClr val="accent1">
                  <a:lumMod val="60000"/>
                  <a:lumOff val="40000"/>
                </a:schemeClr>
              </a:solidFill>
              <a:miter lim="400000"/>
              <a:tailEnd type="triangle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180" name="Line">
              <a:extLst>
                <a:ext uri="{FF2B5EF4-FFF2-40B4-BE49-F238E27FC236}">
                  <a16:creationId xmlns:a16="http://schemas.microsoft.com/office/drawing/2014/main" id="{69182426-EAA0-4930-327F-2514F9FC8521}"/>
                </a:ext>
              </a:extLst>
            </p:cNvPr>
            <p:cNvSpPr/>
            <p:nvPr/>
          </p:nvSpPr>
          <p:spPr>
            <a:xfrm>
              <a:off x="20081195" y="22387137"/>
              <a:ext cx="265753" cy="643462"/>
            </a:xfrm>
            <a:prstGeom prst="line">
              <a:avLst/>
            </a:prstGeom>
            <a:ln w="23622">
              <a:solidFill>
                <a:schemeClr val="accent2"/>
              </a:solidFill>
              <a:miter lim="400000"/>
              <a:tailEnd type="triangle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181" name="Line">
              <a:extLst>
                <a:ext uri="{FF2B5EF4-FFF2-40B4-BE49-F238E27FC236}">
                  <a16:creationId xmlns:a16="http://schemas.microsoft.com/office/drawing/2014/main" id="{6F4A0779-273A-A8FF-94A6-B39984276522}"/>
                </a:ext>
              </a:extLst>
            </p:cNvPr>
            <p:cNvSpPr/>
            <p:nvPr/>
          </p:nvSpPr>
          <p:spPr>
            <a:xfrm flipV="1">
              <a:off x="21324503" y="20828459"/>
              <a:ext cx="461206" cy="2201985"/>
            </a:xfrm>
            <a:prstGeom prst="line">
              <a:avLst/>
            </a:prstGeom>
            <a:ln w="23622">
              <a:solidFill>
                <a:schemeClr val="accent1">
                  <a:lumMod val="60000"/>
                  <a:lumOff val="40000"/>
                </a:schemeClr>
              </a:solidFill>
              <a:miter lim="400000"/>
              <a:tailEnd type="triangle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182" name="Gear">
              <a:extLst>
                <a:ext uri="{FF2B5EF4-FFF2-40B4-BE49-F238E27FC236}">
                  <a16:creationId xmlns:a16="http://schemas.microsoft.com/office/drawing/2014/main" id="{704399B9-AD55-F691-B69E-E40304485C39}"/>
                </a:ext>
              </a:extLst>
            </p:cNvPr>
            <p:cNvSpPr/>
            <p:nvPr/>
          </p:nvSpPr>
          <p:spPr>
            <a:xfrm>
              <a:off x="19582081" y="21828651"/>
              <a:ext cx="637759" cy="6349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9" extrusionOk="0">
                  <a:moveTo>
                    <a:pt x="9384" y="0"/>
                  </a:moveTo>
                  <a:cubicBezTo>
                    <a:pt x="9373" y="0"/>
                    <a:pt x="9237" y="27"/>
                    <a:pt x="9075" y="54"/>
                  </a:cubicBezTo>
                  <a:lnTo>
                    <a:pt x="7468" y="445"/>
                  </a:lnTo>
                  <a:cubicBezTo>
                    <a:pt x="7312" y="494"/>
                    <a:pt x="7177" y="531"/>
                    <a:pt x="7166" y="537"/>
                  </a:cubicBezTo>
                  <a:cubicBezTo>
                    <a:pt x="7161" y="542"/>
                    <a:pt x="7154" y="677"/>
                    <a:pt x="7154" y="840"/>
                  </a:cubicBezTo>
                  <a:lnTo>
                    <a:pt x="7166" y="1761"/>
                  </a:lnTo>
                  <a:cubicBezTo>
                    <a:pt x="7166" y="1924"/>
                    <a:pt x="7047" y="2119"/>
                    <a:pt x="6902" y="2190"/>
                  </a:cubicBezTo>
                  <a:lnTo>
                    <a:pt x="6151" y="2574"/>
                  </a:lnTo>
                  <a:cubicBezTo>
                    <a:pt x="6006" y="2655"/>
                    <a:pt x="5778" y="2644"/>
                    <a:pt x="5649" y="2547"/>
                  </a:cubicBezTo>
                  <a:lnTo>
                    <a:pt x="4900" y="2010"/>
                  </a:lnTo>
                  <a:cubicBezTo>
                    <a:pt x="4765" y="1913"/>
                    <a:pt x="4651" y="1842"/>
                    <a:pt x="4645" y="1848"/>
                  </a:cubicBezTo>
                  <a:cubicBezTo>
                    <a:pt x="4640" y="1853"/>
                    <a:pt x="4527" y="1941"/>
                    <a:pt x="4398" y="2044"/>
                  </a:cubicBezTo>
                  <a:lnTo>
                    <a:pt x="3162" y="3116"/>
                  </a:lnTo>
                  <a:cubicBezTo>
                    <a:pt x="3043" y="3230"/>
                    <a:pt x="2941" y="3327"/>
                    <a:pt x="2936" y="3333"/>
                  </a:cubicBezTo>
                  <a:cubicBezTo>
                    <a:pt x="2930" y="3338"/>
                    <a:pt x="2990" y="3462"/>
                    <a:pt x="3065" y="3609"/>
                  </a:cubicBezTo>
                  <a:lnTo>
                    <a:pt x="3490" y="4401"/>
                  </a:lnTo>
                  <a:cubicBezTo>
                    <a:pt x="3566" y="4548"/>
                    <a:pt x="3551" y="4769"/>
                    <a:pt x="3448" y="4899"/>
                  </a:cubicBezTo>
                  <a:lnTo>
                    <a:pt x="2909" y="5648"/>
                  </a:lnTo>
                  <a:cubicBezTo>
                    <a:pt x="2817" y="5783"/>
                    <a:pt x="2612" y="5879"/>
                    <a:pt x="2450" y="5858"/>
                  </a:cubicBezTo>
                  <a:lnTo>
                    <a:pt x="1548" y="5739"/>
                  </a:lnTo>
                  <a:cubicBezTo>
                    <a:pt x="1386" y="5717"/>
                    <a:pt x="1251" y="5707"/>
                    <a:pt x="1246" y="5712"/>
                  </a:cubicBezTo>
                  <a:cubicBezTo>
                    <a:pt x="1241" y="5717"/>
                    <a:pt x="1181" y="5848"/>
                    <a:pt x="1111" y="6000"/>
                  </a:cubicBezTo>
                  <a:lnTo>
                    <a:pt x="518" y="7483"/>
                  </a:lnTo>
                  <a:cubicBezTo>
                    <a:pt x="464" y="7640"/>
                    <a:pt x="420" y="7776"/>
                    <a:pt x="415" y="7781"/>
                  </a:cubicBezTo>
                  <a:cubicBezTo>
                    <a:pt x="415" y="7792"/>
                    <a:pt x="523" y="7874"/>
                    <a:pt x="658" y="7966"/>
                  </a:cubicBezTo>
                  <a:lnTo>
                    <a:pt x="1381" y="8454"/>
                  </a:lnTo>
                  <a:cubicBezTo>
                    <a:pt x="1516" y="8546"/>
                    <a:pt x="1602" y="8752"/>
                    <a:pt x="1570" y="8914"/>
                  </a:cubicBezTo>
                  <a:lnTo>
                    <a:pt x="1420" y="9944"/>
                  </a:lnTo>
                  <a:cubicBezTo>
                    <a:pt x="1404" y="10106"/>
                    <a:pt x="1263" y="10291"/>
                    <a:pt x="1106" y="10345"/>
                  </a:cubicBezTo>
                  <a:lnTo>
                    <a:pt x="280" y="10648"/>
                  </a:lnTo>
                  <a:cubicBezTo>
                    <a:pt x="123" y="10702"/>
                    <a:pt x="0" y="10758"/>
                    <a:pt x="0" y="10769"/>
                  </a:cubicBezTo>
                  <a:cubicBezTo>
                    <a:pt x="0" y="10779"/>
                    <a:pt x="6" y="10919"/>
                    <a:pt x="17" y="11082"/>
                  </a:cubicBezTo>
                  <a:lnTo>
                    <a:pt x="167" y="12626"/>
                  </a:lnTo>
                  <a:cubicBezTo>
                    <a:pt x="194" y="12789"/>
                    <a:pt x="210" y="12930"/>
                    <a:pt x="216" y="12941"/>
                  </a:cubicBezTo>
                  <a:cubicBezTo>
                    <a:pt x="216" y="12952"/>
                    <a:pt x="350" y="12974"/>
                    <a:pt x="518" y="12990"/>
                  </a:cubicBezTo>
                  <a:lnTo>
                    <a:pt x="1354" y="13082"/>
                  </a:lnTo>
                  <a:cubicBezTo>
                    <a:pt x="1516" y="13098"/>
                    <a:pt x="1688" y="13245"/>
                    <a:pt x="1737" y="13402"/>
                  </a:cubicBezTo>
                  <a:lnTo>
                    <a:pt x="2121" y="14501"/>
                  </a:lnTo>
                  <a:cubicBezTo>
                    <a:pt x="2181" y="14653"/>
                    <a:pt x="2142" y="14881"/>
                    <a:pt x="2028" y="15000"/>
                  </a:cubicBezTo>
                  <a:lnTo>
                    <a:pt x="1457" y="15624"/>
                  </a:lnTo>
                  <a:cubicBezTo>
                    <a:pt x="1349" y="15743"/>
                    <a:pt x="1258" y="15850"/>
                    <a:pt x="1263" y="15856"/>
                  </a:cubicBezTo>
                  <a:cubicBezTo>
                    <a:pt x="1268" y="15861"/>
                    <a:pt x="1338" y="15986"/>
                    <a:pt x="1425" y="16127"/>
                  </a:cubicBezTo>
                  <a:lnTo>
                    <a:pt x="2256" y="17380"/>
                  </a:lnTo>
                  <a:cubicBezTo>
                    <a:pt x="2353" y="17510"/>
                    <a:pt x="2440" y="17623"/>
                    <a:pt x="2445" y="17634"/>
                  </a:cubicBezTo>
                  <a:cubicBezTo>
                    <a:pt x="2450" y="17639"/>
                    <a:pt x="2579" y="17595"/>
                    <a:pt x="2730" y="17535"/>
                  </a:cubicBezTo>
                  <a:lnTo>
                    <a:pt x="3490" y="17232"/>
                  </a:lnTo>
                  <a:cubicBezTo>
                    <a:pt x="3641" y="17173"/>
                    <a:pt x="3863" y="17216"/>
                    <a:pt x="3976" y="17336"/>
                  </a:cubicBezTo>
                  <a:lnTo>
                    <a:pt x="4905" y="18192"/>
                  </a:lnTo>
                  <a:cubicBezTo>
                    <a:pt x="5029" y="18295"/>
                    <a:pt x="5100" y="18511"/>
                    <a:pt x="5062" y="18673"/>
                  </a:cubicBezTo>
                  <a:lnTo>
                    <a:pt x="4851" y="19476"/>
                  </a:lnTo>
                  <a:cubicBezTo>
                    <a:pt x="4808" y="19633"/>
                    <a:pt x="4780" y="19769"/>
                    <a:pt x="4785" y="19774"/>
                  </a:cubicBezTo>
                  <a:cubicBezTo>
                    <a:pt x="4791" y="19780"/>
                    <a:pt x="4915" y="19850"/>
                    <a:pt x="5055" y="19937"/>
                  </a:cubicBezTo>
                  <a:lnTo>
                    <a:pt x="6345" y="20631"/>
                  </a:lnTo>
                  <a:cubicBezTo>
                    <a:pt x="6491" y="20701"/>
                    <a:pt x="6621" y="20761"/>
                    <a:pt x="6632" y="20766"/>
                  </a:cubicBezTo>
                  <a:cubicBezTo>
                    <a:pt x="6637" y="20772"/>
                    <a:pt x="6735" y="20668"/>
                    <a:pt x="6843" y="20543"/>
                  </a:cubicBezTo>
                  <a:lnTo>
                    <a:pt x="7370" y="19932"/>
                  </a:lnTo>
                  <a:cubicBezTo>
                    <a:pt x="7478" y="19807"/>
                    <a:pt x="7694" y="19742"/>
                    <a:pt x="7851" y="19791"/>
                  </a:cubicBezTo>
                  <a:lnTo>
                    <a:pt x="9136" y="20116"/>
                  </a:lnTo>
                  <a:cubicBezTo>
                    <a:pt x="9298" y="20149"/>
                    <a:pt x="9459" y="20306"/>
                    <a:pt x="9497" y="20468"/>
                  </a:cubicBezTo>
                  <a:lnTo>
                    <a:pt x="9680" y="21259"/>
                  </a:lnTo>
                  <a:cubicBezTo>
                    <a:pt x="9718" y="21422"/>
                    <a:pt x="9756" y="21552"/>
                    <a:pt x="9761" y="21552"/>
                  </a:cubicBezTo>
                  <a:cubicBezTo>
                    <a:pt x="9767" y="21552"/>
                    <a:pt x="9911" y="21562"/>
                    <a:pt x="10073" y="21573"/>
                  </a:cubicBezTo>
                  <a:lnTo>
                    <a:pt x="10500" y="21595"/>
                  </a:lnTo>
                  <a:cubicBezTo>
                    <a:pt x="10662" y="21600"/>
                    <a:pt x="10931" y="21600"/>
                    <a:pt x="11098" y="21595"/>
                  </a:cubicBezTo>
                  <a:lnTo>
                    <a:pt x="11525" y="21573"/>
                  </a:lnTo>
                  <a:cubicBezTo>
                    <a:pt x="11687" y="21562"/>
                    <a:pt x="11828" y="21552"/>
                    <a:pt x="11839" y="21552"/>
                  </a:cubicBezTo>
                  <a:cubicBezTo>
                    <a:pt x="11849" y="21552"/>
                    <a:pt x="11882" y="21416"/>
                    <a:pt x="11920" y="21259"/>
                  </a:cubicBezTo>
                  <a:lnTo>
                    <a:pt x="12103" y="20468"/>
                  </a:lnTo>
                  <a:cubicBezTo>
                    <a:pt x="12141" y="20306"/>
                    <a:pt x="12302" y="20149"/>
                    <a:pt x="12464" y="20116"/>
                  </a:cubicBezTo>
                  <a:lnTo>
                    <a:pt x="13749" y="19791"/>
                  </a:lnTo>
                  <a:cubicBezTo>
                    <a:pt x="13906" y="19742"/>
                    <a:pt x="14120" y="19807"/>
                    <a:pt x="14228" y="19932"/>
                  </a:cubicBezTo>
                  <a:lnTo>
                    <a:pt x="14757" y="20543"/>
                  </a:lnTo>
                  <a:cubicBezTo>
                    <a:pt x="14865" y="20668"/>
                    <a:pt x="14957" y="20767"/>
                    <a:pt x="14968" y="20766"/>
                  </a:cubicBezTo>
                  <a:cubicBezTo>
                    <a:pt x="14974" y="20761"/>
                    <a:pt x="15102" y="20701"/>
                    <a:pt x="15253" y="20631"/>
                  </a:cubicBezTo>
                  <a:lnTo>
                    <a:pt x="16543" y="19937"/>
                  </a:lnTo>
                  <a:cubicBezTo>
                    <a:pt x="16683" y="19850"/>
                    <a:pt x="16802" y="19780"/>
                    <a:pt x="16813" y="19774"/>
                  </a:cubicBezTo>
                  <a:cubicBezTo>
                    <a:pt x="16818" y="19769"/>
                    <a:pt x="16792" y="19633"/>
                    <a:pt x="16749" y="19476"/>
                  </a:cubicBezTo>
                  <a:lnTo>
                    <a:pt x="16538" y="18673"/>
                  </a:lnTo>
                  <a:cubicBezTo>
                    <a:pt x="16495" y="18516"/>
                    <a:pt x="16565" y="18301"/>
                    <a:pt x="16695" y="18192"/>
                  </a:cubicBezTo>
                  <a:lnTo>
                    <a:pt x="17622" y="17336"/>
                  </a:lnTo>
                  <a:cubicBezTo>
                    <a:pt x="17736" y="17216"/>
                    <a:pt x="17957" y="17173"/>
                    <a:pt x="18108" y="17232"/>
                  </a:cubicBezTo>
                  <a:lnTo>
                    <a:pt x="18868" y="17535"/>
                  </a:lnTo>
                  <a:cubicBezTo>
                    <a:pt x="19019" y="17595"/>
                    <a:pt x="19150" y="17639"/>
                    <a:pt x="19155" y="17634"/>
                  </a:cubicBezTo>
                  <a:cubicBezTo>
                    <a:pt x="19160" y="17628"/>
                    <a:pt x="19247" y="17515"/>
                    <a:pt x="19344" y="17380"/>
                  </a:cubicBezTo>
                  <a:lnTo>
                    <a:pt x="20175" y="16127"/>
                  </a:lnTo>
                  <a:cubicBezTo>
                    <a:pt x="20262" y="15986"/>
                    <a:pt x="20332" y="15861"/>
                    <a:pt x="20337" y="15856"/>
                  </a:cubicBezTo>
                  <a:cubicBezTo>
                    <a:pt x="20342" y="15850"/>
                    <a:pt x="20256" y="15743"/>
                    <a:pt x="20143" y="15624"/>
                  </a:cubicBezTo>
                  <a:lnTo>
                    <a:pt x="19570" y="14989"/>
                  </a:lnTo>
                  <a:cubicBezTo>
                    <a:pt x="19462" y="14869"/>
                    <a:pt x="19419" y="14642"/>
                    <a:pt x="19479" y="14491"/>
                  </a:cubicBezTo>
                  <a:lnTo>
                    <a:pt x="19862" y="13390"/>
                  </a:lnTo>
                  <a:cubicBezTo>
                    <a:pt x="19910" y="13233"/>
                    <a:pt x="20082" y="13088"/>
                    <a:pt x="20244" y="13072"/>
                  </a:cubicBezTo>
                  <a:lnTo>
                    <a:pt x="21081" y="12978"/>
                  </a:lnTo>
                  <a:cubicBezTo>
                    <a:pt x="21243" y="12962"/>
                    <a:pt x="21379" y="12940"/>
                    <a:pt x="21384" y="12929"/>
                  </a:cubicBezTo>
                  <a:cubicBezTo>
                    <a:pt x="21384" y="12918"/>
                    <a:pt x="21404" y="12784"/>
                    <a:pt x="21431" y="12616"/>
                  </a:cubicBezTo>
                  <a:lnTo>
                    <a:pt x="21583" y="11072"/>
                  </a:lnTo>
                  <a:cubicBezTo>
                    <a:pt x="21594" y="10909"/>
                    <a:pt x="21600" y="10767"/>
                    <a:pt x="21600" y="10757"/>
                  </a:cubicBezTo>
                  <a:cubicBezTo>
                    <a:pt x="21584" y="10757"/>
                    <a:pt x="21460" y="10702"/>
                    <a:pt x="21303" y="10648"/>
                  </a:cubicBezTo>
                  <a:lnTo>
                    <a:pt x="20477" y="10345"/>
                  </a:lnTo>
                  <a:cubicBezTo>
                    <a:pt x="20321" y="10291"/>
                    <a:pt x="20180" y="10106"/>
                    <a:pt x="20163" y="9944"/>
                  </a:cubicBezTo>
                  <a:lnTo>
                    <a:pt x="20013" y="8914"/>
                  </a:lnTo>
                  <a:cubicBezTo>
                    <a:pt x="19981" y="8752"/>
                    <a:pt x="20067" y="8546"/>
                    <a:pt x="20202" y="8454"/>
                  </a:cubicBezTo>
                  <a:lnTo>
                    <a:pt x="20926" y="7966"/>
                  </a:lnTo>
                  <a:cubicBezTo>
                    <a:pt x="21060" y="7874"/>
                    <a:pt x="21174" y="7792"/>
                    <a:pt x="21168" y="7781"/>
                  </a:cubicBezTo>
                  <a:cubicBezTo>
                    <a:pt x="21168" y="7770"/>
                    <a:pt x="21119" y="7640"/>
                    <a:pt x="21065" y="7483"/>
                  </a:cubicBezTo>
                  <a:lnTo>
                    <a:pt x="20472" y="6000"/>
                  </a:lnTo>
                  <a:cubicBezTo>
                    <a:pt x="20402" y="5848"/>
                    <a:pt x="20342" y="5723"/>
                    <a:pt x="20337" y="5712"/>
                  </a:cubicBezTo>
                  <a:cubicBezTo>
                    <a:pt x="20332" y="5701"/>
                    <a:pt x="20197" y="5717"/>
                    <a:pt x="20035" y="5739"/>
                  </a:cubicBezTo>
                  <a:lnTo>
                    <a:pt x="19133" y="5858"/>
                  </a:lnTo>
                  <a:cubicBezTo>
                    <a:pt x="18971" y="5879"/>
                    <a:pt x="18761" y="5788"/>
                    <a:pt x="18674" y="5648"/>
                  </a:cubicBezTo>
                  <a:lnTo>
                    <a:pt x="18135" y="4899"/>
                  </a:lnTo>
                  <a:cubicBezTo>
                    <a:pt x="18032" y="4769"/>
                    <a:pt x="18017" y="4548"/>
                    <a:pt x="18093" y="4401"/>
                  </a:cubicBezTo>
                  <a:lnTo>
                    <a:pt x="18518" y="3609"/>
                  </a:lnTo>
                  <a:cubicBezTo>
                    <a:pt x="18593" y="3462"/>
                    <a:pt x="18653" y="3338"/>
                    <a:pt x="18647" y="3333"/>
                  </a:cubicBezTo>
                  <a:cubicBezTo>
                    <a:pt x="18642" y="3327"/>
                    <a:pt x="18540" y="3230"/>
                    <a:pt x="18422" y="3116"/>
                  </a:cubicBezTo>
                  <a:lnTo>
                    <a:pt x="17186" y="2044"/>
                  </a:lnTo>
                  <a:cubicBezTo>
                    <a:pt x="17056" y="1941"/>
                    <a:pt x="16943" y="1853"/>
                    <a:pt x="16938" y="1848"/>
                  </a:cubicBezTo>
                  <a:cubicBezTo>
                    <a:pt x="16932" y="1842"/>
                    <a:pt x="16813" y="1918"/>
                    <a:pt x="16683" y="2010"/>
                  </a:cubicBezTo>
                  <a:lnTo>
                    <a:pt x="15934" y="2547"/>
                  </a:lnTo>
                  <a:cubicBezTo>
                    <a:pt x="15800" y="2644"/>
                    <a:pt x="15572" y="2655"/>
                    <a:pt x="15432" y="2574"/>
                  </a:cubicBezTo>
                  <a:lnTo>
                    <a:pt x="14682" y="2190"/>
                  </a:lnTo>
                  <a:cubicBezTo>
                    <a:pt x="14531" y="2119"/>
                    <a:pt x="14411" y="1929"/>
                    <a:pt x="14417" y="1761"/>
                  </a:cubicBezTo>
                  <a:lnTo>
                    <a:pt x="14429" y="840"/>
                  </a:lnTo>
                  <a:cubicBezTo>
                    <a:pt x="14429" y="677"/>
                    <a:pt x="14428" y="537"/>
                    <a:pt x="14417" y="537"/>
                  </a:cubicBezTo>
                  <a:cubicBezTo>
                    <a:pt x="14411" y="531"/>
                    <a:pt x="14272" y="494"/>
                    <a:pt x="14115" y="445"/>
                  </a:cubicBezTo>
                  <a:lnTo>
                    <a:pt x="12508" y="54"/>
                  </a:lnTo>
                  <a:cubicBezTo>
                    <a:pt x="12346" y="22"/>
                    <a:pt x="12205" y="0"/>
                    <a:pt x="12200" y="0"/>
                  </a:cubicBezTo>
                  <a:cubicBezTo>
                    <a:pt x="12189" y="0"/>
                    <a:pt x="12125" y="120"/>
                    <a:pt x="12049" y="266"/>
                  </a:cubicBezTo>
                  <a:lnTo>
                    <a:pt x="11628" y="1096"/>
                  </a:lnTo>
                  <a:cubicBezTo>
                    <a:pt x="11552" y="1242"/>
                    <a:pt x="11358" y="1355"/>
                    <a:pt x="11196" y="1350"/>
                  </a:cubicBezTo>
                  <a:lnTo>
                    <a:pt x="10387" y="1350"/>
                  </a:lnTo>
                  <a:cubicBezTo>
                    <a:pt x="10225" y="1355"/>
                    <a:pt x="10025" y="1242"/>
                    <a:pt x="9955" y="1096"/>
                  </a:cubicBezTo>
                  <a:lnTo>
                    <a:pt x="9534" y="266"/>
                  </a:lnTo>
                  <a:cubicBezTo>
                    <a:pt x="9458" y="120"/>
                    <a:pt x="9394" y="0"/>
                    <a:pt x="9384" y="0"/>
                  </a:cubicBezTo>
                  <a:close/>
                  <a:moveTo>
                    <a:pt x="10792" y="5820"/>
                  </a:moveTo>
                  <a:cubicBezTo>
                    <a:pt x="13533" y="5820"/>
                    <a:pt x="15761" y="8053"/>
                    <a:pt x="15761" y="10811"/>
                  </a:cubicBezTo>
                  <a:cubicBezTo>
                    <a:pt x="15761" y="13569"/>
                    <a:pt x="13533" y="15801"/>
                    <a:pt x="10792" y="15801"/>
                  </a:cubicBezTo>
                  <a:cubicBezTo>
                    <a:pt x="8051" y="15801"/>
                    <a:pt x="5822" y="13569"/>
                    <a:pt x="5822" y="10811"/>
                  </a:cubicBezTo>
                  <a:cubicBezTo>
                    <a:pt x="5822" y="8053"/>
                    <a:pt x="8045" y="5820"/>
                    <a:pt x="10792" y="5820"/>
                  </a:cubicBezTo>
                  <a:close/>
                  <a:moveTo>
                    <a:pt x="10792" y="7592"/>
                  </a:moveTo>
                  <a:cubicBezTo>
                    <a:pt x="9016" y="7592"/>
                    <a:pt x="7581" y="9033"/>
                    <a:pt x="7581" y="10816"/>
                  </a:cubicBezTo>
                  <a:cubicBezTo>
                    <a:pt x="7581" y="12593"/>
                    <a:pt x="9016" y="14040"/>
                    <a:pt x="10792" y="14040"/>
                  </a:cubicBezTo>
                  <a:cubicBezTo>
                    <a:pt x="12567" y="14040"/>
                    <a:pt x="14002" y="12599"/>
                    <a:pt x="14002" y="10816"/>
                  </a:cubicBezTo>
                  <a:cubicBezTo>
                    <a:pt x="14002" y="9033"/>
                    <a:pt x="12567" y="7592"/>
                    <a:pt x="10792" y="7592"/>
                  </a:cubicBezTo>
                  <a:close/>
                </a:path>
              </a:pathLst>
            </a:custGeom>
            <a:solidFill>
              <a:srgbClr val="000000"/>
            </a:solidFill>
            <a:ln w="3937"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183" name="Line">
              <a:extLst>
                <a:ext uri="{FF2B5EF4-FFF2-40B4-BE49-F238E27FC236}">
                  <a16:creationId xmlns:a16="http://schemas.microsoft.com/office/drawing/2014/main" id="{EE46582E-EE04-7199-6D96-95C45582E2D2}"/>
                </a:ext>
              </a:extLst>
            </p:cNvPr>
            <p:cNvSpPr/>
            <p:nvPr/>
          </p:nvSpPr>
          <p:spPr>
            <a:xfrm>
              <a:off x="19862860" y="22406071"/>
              <a:ext cx="773018" cy="1939330"/>
            </a:xfrm>
            <a:prstGeom prst="line">
              <a:avLst/>
            </a:prstGeom>
            <a:ln w="23622">
              <a:solidFill>
                <a:schemeClr val="accent2"/>
              </a:solidFill>
              <a:miter lim="400000"/>
              <a:tailEnd type="triangle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184" name="Line">
              <a:extLst>
                <a:ext uri="{FF2B5EF4-FFF2-40B4-BE49-F238E27FC236}">
                  <a16:creationId xmlns:a16="http://schemas.microsoft.com/office/drawing/2014/main" id="{3264E231-A7ED-8B3B-3145-287E9C5ECE27}"/>
                </a:ext>
              </a:extLst>
            </p:cNvPr>
            <p:cNvSpPr/>
            <p:nvPr/>
          </p:nvSpPr>
          <p:spPr>
            <a:xfrm flipV="1">
              <a:off x="21190742" y="20828456"/>
              <a:ext cx="863051" cy="3891663"/>
            </a:xfrm>
            <a:prstGeom prst="line">
              <a:avLst/>
            </a:prstGeom>
            <a:ln w="23622">
              <a:solidFill>
                <a:schemeClr val="accent1">
                  <a:lumMod val="60000"/>
                  <a:lumOff val="40000"/>
                </a:schemeClr>
              </a:solidFill>
              <a:miter lim="400000"/>
              <a:tailEnd type="triangle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 dirty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185" name="Gear">
              <a:extLst>
                <a:ext uri="{FF2B5EF4-FFF2-40B4-BE49-F238E27FC236}">
                  <a16:creationId xmlns:a16="http://schemas.microsoft.com/office/drawing/2014/main" id="{5934168A-641E-C72B-C33D-B3B6715BEA7F}"/>
                </a:ext>
              </a:extLst>
            </p:cNvPr>
            <p:cNvSpPr/>
            <p:nvPr/>
          </p:nvSpPr>
          <p:spPr>
            <a:xfrm>
              <a:off x="21331463" y="21772956"/>
              <a:ext cx="637756" cy="6349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9" extrusionOk="0">
                  <a:moveTo>
                    <a:pt x="9384" y="0"/>
                  </a:moveTo>
                  <a:cubicBezTo>
                    <a:pt x="9373" y="0"/>
                    <a:pt x="9237" y="27"/>
                    <a:pt x="9075" y="54"/>
                  </a:cubicBezTo>
                  <a:lnTo>
                    <a:pt x="7468" y="445"/>
                  </a:lnTo>
                  <a:cubicBezTo>
                    <a:pt x="7312" y="494"/>
                    <a:pt x="7177" y="531"/>
                    <a:pt x="7166" y="537"/>
                  </a:cubicBezTo>
                  <a:cubicBezTo>
                    <a:pt x="7161" y="542"/>
                    <a:pt x="7154" y="677"/>
                    <a:pt x="7154" y="840"/>
                  </a:cubicBezTo>
                  <a:lnTo>
                    <a:pt x="7166" y="1761"/>
                  </a:lnTo>
                  <a:cubicBezTo>
                    <a:pt x="7166" y="1924"/>
                    <a:pt x="7047" y="2119"/>
                    <a:pt x="6902" y="2190"/>
                  </a:cubicBezTo>
                  <a:lnTo>
                    <a:pt x="6151" y="2574"/>
                  </a:lnTo>
                  <a:cubicBezTo>
                    <a:pt x="6006" y="2655"/>
                    <a:pt x="5778" y="2644"/>
                    <a:pt x="5649" y="2547"/>
                  </a:cubicBezTo>
                  <a:lnTo>
                    <a:pt x="4900" y="2010"/>
                  </a:lnTo>
                  <a:cubicBezTo>
                    <a:pt x="4765" y="1913"/>
                    <a:pt x="4651" y="1842"/>
                    <a:pt x="4645" y="1848"/>
                  </a:cubicBezTo>
                  <a:cubicBezTo>
                    <a:pt x="4640" y="1853"/>
                    <a:pt x="4527" y="1941"/>
                    <a:pt x="4398" y="2044"/>
                  </a:cubicBezTo>
                  <a:lnTo>
                    <a:pt x="3162" y="3116"/>
                  </a:lnTo>
                  <a:cubicBezTo>
                    <a:pt x="3043" y="3230"/>
                    <a:pt x="2941" y="3327"/>
                    <a:pt x="2936" y="3333"/>
                  </a:cubicBezTo>
                  <a:cubicBezTo>
                    <a:pt x="2930" y="3338"/>
                    <a:pt x="2990" y="3462"/>
                    <a:pt x="3065" y="3609"/>
                  </a:cubicBezTo>
                  <a:lnTo>
                    <a:pt x="3490" y="4401"/>
                  </a:lnTo>
                  <a:cubicBezTo>
                    <a:pt x="3566" y="4548"/>
                    <a:pt x="3551" y="4769"/>
                    <a:pt x="3448" y="4899"/>
                  </a:cubicBezTo>
                  <a:lnTo>
                    <a:pt x="2909" y="5648"/>
                  </a:lnTo>
                  <a:cubicBezTo>
                    <a:pt x="2817" y="5783"/>
                    <a:pt x="2612" y="5879"/>
                    <a:pt x="2450" y="5858"/>
                  </a:cubicBezTo>
                  <a:lnTo>
                    <a:pt x="1548" y="5739"/>
                  </a:lnTo>
                  <a:cubicBezTo>
                    <a:pt x="1386" y="5717"/>
                    <a:pt x="1251" y="5707"/>
                    <a:pt x="1246" y="5712"/>
                  </a:cubicBezTo>
                  <a:cubicBezTo>
                    <a:pt x="1241" y="5717"/>
                    <a:pt x="1181" y="5848"/>
                    <a:pt x="1111" y="6000"/>
                  </a:cubicBezTo>
                  <a:lnTo>
                    <a:pt x="518" y="7483"/>
                  </a:lnTo>
                  <a:cubicBezTo>
                    <a:pt x="464" y="7640"/>
                    <a:pt x="420" y="7776"/>
                    <a:pt x="415" y="7781"/>
                  </a:cubicBezTo>
                  <a:cubicBezTo>
                    <a:pt x="415" y="7792"/>
                    <a:pt x="523" y="7874"/>
                    <a:pt x="658" y="7966"/>
                  </a:cubicBezTo>
                  <a:lnTo>
                    <a:pt x="1381" y="8454"/>
                  </a:lnTo>
                  <a:cubicBezTo>
                    <a:pt x="1516" y="8546"/>
                    <a:pt x="1602" y="8752"/>
                    <a:pt x="1570" y="8914"/>
                  </a:cubicBezTo>
                  <a:lnTo>
                    <a:pt x="1420" y="9944"/>
                  </a:lnTo>
                  <a:cubicBezTo>
                    <a:pt x="1404" y="10106"/>
                    <a:pt x="1263" y="10291"/>
                    <a:pt x="1106" y="10345"/>
                  </a:cubicBezTo>
                  <a:lnTo>
                    <a:pt x="280" y="10648"/>
                  </a:lnTo>
                  <a:cubicBezTo>
                    <a:pt x="123" y="10702"/>
                    <a:pt x="0" y="10758"/>
                    <a:pt x="0" y="10769"/>
                  </a:cubicBezTo>
                  <a:cubicBezTo>
                    <a:pt x="0" y="10779"/>
                    <a:pt x="6" y="10919"/>
                    <a:pt x="17" y="11082"/>
                  </a:cubicBezTo>
                  <a:lnTo>
                    <a:pt x="167" y="12626"/>
                  </a:lnTo>
                  <a:cubicBezTo>
                    <a:pt x="194" y="12789"/>
                    <a:pt x="210" y="12930"/>
                    <a:pt x="216" y="12941"/>
                  </a:cubicBezTo>
                  <a:cubicBezTo>
                    <a:pt x="216" y="12952"/>
                    <a:pt x="350" y="12974"/>
                    <a:pt x="518" y="12990"/>
                  </a:cubicBezTo>
                  <a:lnTo>
                    <a:pt x="1354" y="13082"/>
                  </a:lnTo>
                  <a:cubicBezTo>
                    <a:pt x="1516" y="13098"/>
                    <a:pt x="1688" y="13245"/>
                    <a:pt x="1737" y="13402"/>
                  </a:cubicBezTo>
                  <a:lnTo>
                    <a:pt x="2121" y="14501"/>
                  </a:lnTo>
                  <a:cubicBezTo>
                    <a:pt x="2181" y="14653"/>
                    <a:pt x="2142" y="14881"/>
                    <a:pt x="2028" y="15000"/>
                  </a:cubicBezTo>
                  <a:lnTo>
                    <a:pt x="1457" y="15624"/>
                  </a:lnTo>
                  <a:cubicBezTo>
                    <a:pt x="1349" y="15743"/>
                    <a:pt x="1258" y="15850"/>
                    <a:pt x="1263" y="15856"/>
                  </a:cubicBezTo>
                  <a:cubicBezTo>
                    <a:pt x="1268" y="15861"/>
                    <a:pt x="1338" y="15986"/>
                    <a:pt x="1425" y="16127"/>
                  </a:cubicBezTo>
                  <a:lnTo>
                    <a:pt x="2256" y="17380"/>
                  </a:lnTo>
                  <a:cubicBezTo>
                    <a:pt x="2353" y="17510"/>
                    <a:pt x="2440" y="17623"/>
                    <a:pt x="2445" y="17634"/>
                  </a:cubicBezTo>
                  <a:cubicBezTo>
                    <a:pt x="2450" y="17639"/>
                    <a:pt x="2579" y="17595"/>
                    <a:pt x="2730" y="17535"/>
                  </a:cubicBezTo>
                  <a:lnTo>
                    <a:pt x="3490" y="17232"/>
                  </a:lnTo>
                  <a:cubicBezTo>
                    <a:pt x="3641" y="17173"/>
                    <a:pt x="3863" y="17216"/>
                    <a:pt x="3976" y="17336"/>
                  </a:cubicBezTo>
                  <a:lnTo>
                    <a:pt x="4905" y="18192"/>
                  </a:lnTo>
                  <a:cubicBezTo>
                    <a:pt x="5029" y="18295"/>
                    <a:pt x="5100" y="18511"/>
                    <a:pt x="5062" y="18673"/>
                  </a:cubicBezTo>
                  <a:lnTo>
                    <a:pt x="4851" y="19476"/>
                  </a:lnTo>
                  <a:cubicBezTo>
                    <a:pt x="4808" y="19633"/>
                    <a:pt x="4780" y="19769"/>
                    <a:pt x="4785" y="19774"/>
                  </a:cubicBezTo>
                  <a:cubicBezTo>
                    <a:pt x="4791" y="19780"/>
                    <a:pt x="4915" y="19850"/>
                    <a:pt x="5055" y="19937"/>
                  </a:cubicBezTo>
                  <a:lnTo>
                    <a:pt x="6345" y="20631"/>
                  </a:lnTo>
                  <a:cubicBezTo>
                    <a:pt x="6491" y="20701"/>
                    <a:pt x="6621" y="20761"/>
                    <a:pt x="6632" y="20766"/>
                  </a:cubicBezTo>
                  <a:cubicBezTo>
                    <a:pt x="6637" y="20772"/>
                    <a:pt x="6735" y="20668"/>
                    <a:pt x="6843" y="20543"/>
                  </a:cubicBezTo>
                  <a:lnTo>
                    <a:pt x="7370" y="19932"/>
                  </a:lnTo>
                  <a:cubicBezTo>
                    <a:pt x="7478" y="19807"/>
                    <a:pt x="7694" y="19742"/>
                    <a:pt x="7851" y="19791"/>
                  </a:cubicBezTo>
                  <a:lnTo>
                    <a:pt x="9136" y="20116"/>
                  </a:lnTo>
                  <a:cubicBezTo>
                    <a:pt x="9298" y="20149"/>
                    <a:pt x="9459" y="20306"/>
                    <a:pt x="9497" y="20468"/>
                  </a:cubicBezTo>
                  <a:lnTo>
                    <a:pt x="9680" y="21259"/>
                  </a:lnTo>
                  <a:cubicBezTo>
                    <a:pt x="9718" y="21422"/>
                    <a:pt x="9756" y="21552"/>
                    <a:pt x="9761" y="21552"/>
                  </a:cubicBezTo>
                  <a:cubicBezTo>
                    <a:pt x="9767" y="21552"/>
                    <a:pt x="9911" y="21562"/>
                    <a:pt x="10073" y="21573"/>
                  </a:cubicBezTo>
                  <a:lnTo>
                    <a:pt x="10500" y="21595"/>
                  </a:lnTo>
                  <a:cubicBezTo>
                    <a:pt x="10662" y="21600"/>
                    <a:pt x="10931" y="21600"/>
                    <a:pt x="11098" y="21595"/>
                  </a:cubicBezTo>
                  <a:lnTo>
                    <a:pt x="11525" y="21573"/>
                  </a:lnTo>
                  <a:cubicBezTo>
                    <a:pt x="11687" y="21562"/>
                    <a:pt x="11828" y="21552"/>
                    <a:pt x="11839" y="21552"/>
                  </a:cubicBezTo>
                  <a:cubicBezTo>
                    <a:pt x="11849" y="21552"/>
                    <a:pt x="11882" y="21416"/>
                    <a:pt x="11920" y="21259"/>
                  </a:cubicBezTo>
                  <a:lnTo>
                    <a:pt x="12103" y="20468"/>
                  </a:lnTo>
                  <a:cubicBezTo>
                    <a:pt x="12141" y="20306"/>
                    <a:pt x="12302" y="20149"/>
                    <a:pt x="12464" y="20116"/>
                  </a:cubicBezTo>
                  <a:lnTo>
                    <a:pt x="13749" y="19791"/>
                  </a:lnTo>
                  <a:cubicBezTo>
                    <a:pt x="13906" y="19742"/>
                    <a:pt x="14120" y="19807"/>
                    <a:pt x="14228" y="19932"/>
                  </a:cubicBezTo>
                  <a:lnTo>
                    <a:pt x="14757" y="20543"/>
                  </a:lnTo>
                  <a:cubicBezTo>
                    <a:pt x="14865" y="20668"/>
                    <a:pt x="14957" y="20767"/>
                    <a:pt x="14968" y="20766"/>
                  </a:cubicBezTo>
                  <a:cubicBezTo>
                    <a:pt x="14974" y="20761"/>
                    <a:pt x="15102" y="20701"/>
                    <a:pt x="15253" y="20631"/>
                  </a:cubicBezTo>
                  <a:lnTo>
                    <a:pt x="16543" y="19937"/>
                  </a:lnTo>
                  <a:cubicBezTo>
                    <a:pt x="16683" y="19850"/>
                    <a:pt x="16802" y="19780"/>
                    <a:pt x="16813" y="19774"/>
                  </a:cubicBezTo>
                  <a:cubicBezTo>
                    <a:pt x="16818" y="19769"/>
                    <a:pt x="16792" y="19633"/>
                    <a:pt x="16749" y="19476"/>
                  </a:cubicBezTo>
                  <a:lnTo>
                    <a:pt x="16538" y="18673"/>
                  </a:lnTo>
                  <a:cubicBezTo>
                    <a:pt x="16495" y="18516"/>
                    <a:pt x="16565" y="18301"/>
                    <a:pt x="16695" y="18192"/>
                  </a:cubicBezTo>
                  <a:lnTo>
                    <a:pt x="17622" y="17336"/>
                  </a:lnTo>
                  <a:cubicBezTo>
                    <a:pt x="17736" y="17216"/>
                    <a:pt x="17957" y="17173"/>
                    <a:pt x="18108" y="17232"/>
                  </a:cubicBezTo>
                  <a:lnTo>
                    <a:pt x="18868" y="17535"/>
                  </a:lnTo>
                  <a:cubicBezTo>
                    <a:pt x="19019" y="17595"/>
                    <a:pt x="19150" y="17639"/>
                    <a:pt x="19155" y="17634"/>
                  </a:cubicBezTo>
                  <a:cubicBezTo>
                    <a:pt x="19160" y="17628"/>
                    <a:pt x="19247" y="17515"/>
                    <a:pt x="19344" y="17380"/>
                  </a:cubicBezTo>
                  <a:lnTo>
                    <a:pt x="20175" y="16127"/>
                  </a:lnTo>
                  <a:cubicBezTo>
                    <a:pt x="20262" y="15986"/>
                    <a:pt x="20332" y="15861"/>
                    <a:pt x="20337" y="15856"/>
                  </a:cubicBezTo>
                  <a:cubicBezTo>
                    <a:pt x="20342" y="15850"/>
                    <a:pt x="20256" y="15743"/>
                    <a:pt x="20143" y="15624"/>
                  </a:cubicBezTo>
                  <a:lnTo>
                    <a:pt x="19570" y="14989"/>
                  </a:lnTo>
                  <a:cubicBezTo>
                    <a:pt x="19462" y="14869"/>
                    <a:pt x="19419" y="14642"/>
                    <a:pt x="19479" y="14491"/>
                  </a:cubicBezTo>
                  <a:lnTo>
                    <a:pt x="19862" y="13390"/>
                  </a:lnTo>
                  <a:cubicBezTo>
                    <a:pt x="19910" y="13233"/>
                    <a:pt x="20082" y="13088"/>
                    <a:pt x="20244" y="13072"/>
                  </a:cubicBezTo>
                  <a:lnTo>
                    <a:pt x="21081" y="12978"/>
                  </a:lnTo>
                  <a:cubicBezTo>
                    <a:pt x="21243" y="12962"/>
                    <a:pt x="21379" y="12940"/>
                    <a:pt x="21384" y="12929"/>
                  </a:cubicBezTo>
                  <a:cubicBezTo>
                    <a:pt x="21384" y="12918"/>
                    <a:pt x="21404" y="12784"/>
                    <a:pt x="21431" y="12616"/>
                  </a:cubicBezTo>
                  <a:lnTo>
                    <a:pt x="21583" y="11072"/>
                  </a:lnTo>
                  <a:cubicBezTo>
                    <a:pt x="21594" y="10909"/>
                    <a:pt x="21600" y="10767"/>
                    <a:pt x="21600" y="10757"/>
                  </a:cubicBezTo>
                  <a:cubicBezTo>
                    <a:pt x="21584" y="10757"/>
                    <a:pt x="21460" y="10702"/>
                    <a:pt x="21303" y="10648"/>
                  </a:cubicBezTo>
                  <a:lnTo>
                    <a:pt x="20477" y="10345"/>
                  </a:lnTo>
                  <a:cubicBezTo>
                    <a:pt x="20321" y="10291"/>
                    <a:pt x="20180" y="10106"/>
                    <a:pt x="20163" y="9944"/>
                  </a:cubicBezTo>
                  <a:lnTo>
                    <a:pt x="20013" y="8914"/>
                  </a:lnTo>
                  <a:cubicBezTo>
                    <a:pt x="19981" y="8752"/>
                    <a:pt x="20067" y="8546"/>
                    <a:pt x="20202" y="8454"/>
                  </a:cubicBezTo>
                  <a:lnTo>
                    <a:pt x="20926" y="7966"/>
                  </a:lnTo>
                  <a:cubicBezTo>
                    <a:pt x="21060" y="7874"/>
                    <a:pt x="21174" y="7792"/>
                    <a:pt x="21168" y="7781"/>
                  </a:cubicBezTo>
                  <a:cubicBezTo>
                    <a:pt x="21168" y="7770"/>
                    <a:pt x="21119" y="7640"/>
                    <a:pt x="21065" y="7483"/>
                  </a:cubicBezTo>
                  <a:lnTo>
                    <a:pt x="20472" y="6000"/>
                  </a:lnTo>
                  <a:cubicBezTo>
                    <a:pt x="20402" y="5848"/>
                    <a:pt x="20342" y="5723"/>
                    <a:pt x="20337" y="5712"/>
                  </a:cubicBezTo>
                  <a:cubicBezTo>
                    <a:pt x="20332" y="5701"/>
                    <a:pt x="20197" y="5717"/>
                    <a:pt x="20035" y="5739"/>
                  </a:cubicBezTo>
                  <a:lnTo>
                    <a:pt x="19133" y="5858"/>
                  </a:lnTo>
                  <a:cubicBezTo>
                    <a:pt x="18971" y="5879"/>
                    <a:pt x="18761" y="5788"/>
                    <a:pt x="18674" y="5648"/>
                  </a:cubicBezTo>
                  <a:lnTo>
                    <a:pt x="18135" y="4899"/>
                  </a:lnTo>
                  <a:cubicBezTo>
                    <a:pt x="18032" y="4769"/>
                    <a:pt x="18017" y="4548"/>
                    <a:pt x="18093" y="4401"/>
                  </a:cubicBezTo>
                  <a:lnTo>
                    <a:pt x="18518" y="3609"/>
                  </a:lnTo>
                  <a:cubicBezTo>
                    <a:pt x="18593" y="3462"/>
                    <a:pt x="18653" y="3338"/>
                    <a:pt x="18647" y="3333"/>
                  </a:cubicBezTo>
                  <a:cubicBezTo>
                    <a:pt x="18642" y="3327"/>
                    <a:pt x="18540" y="3230"/>
                    <a:pt x="18422" y="3116"/>
                  </a:cubicBezTo>
                  <a:lnTo>
                    <a:pt x="17186" y="2044"/>
                  </a:lnTo>
                  <a:cubicBezTo>
                    <a:pt x="17056" y="1941"/>
                    <a:pt x="16943" y="1853"/>
                    <a:pt x="16938" y="1848"/>
                  </a:cubicBezTo>
                  <a:cubicBezTo>
                    <a:pt x="16932" y="1842"/>
                    <a:pt x="16813" y="1918"/>
                    <a:pt x="16683" y="2010"/>
                  </a:cubicBezTo>
                  <a:lnTo>
                    <a:pt x="15934" y="2547"/>
                  </a:lnTo>
                  <a:cubicBezTo>
                    <a:pt x="15800" y="2644"/>
                    <a:pt x="15572" y="2655"/>
                    <a:pt x="15432" y="2574"/>
                  </a:cubicBezTo>
                  <a:lnTo>
                    <a:pt x="14682" y="2190"/>
                  </a:lnTo>
                  <a:cubicBezTo>
                    <a:pt x="14531" y="2119"/>
                    <a:pt x="14411" y="1929"/>
                    <a:pt x="14417" y="1761"/>
                  </a:cubicBezTo>
                  <a:lnTo>
                    <a:pt x="14429" y="840"/>
                  </a:lnTo>
                  <a:cubicBezTo>
                    <a:pt x="14429" y="677"/>
                    <a:pt x="14428" y="537"/>
                    <a:pt x="14417" y="537"/>
                  </a:cubicBezTo>
                  <a:cubicBezTo>
                    <a:pt x="14411" y="531"/>
                    <a:pt x="14272" y="494"/>
                    <a:pt x="14115" y="445"/>
                  </a:cubicBezTo>
                  <a:lnTo>
                    <a:pt x="12508" y="54"/>
                  </a:lnTo>
                  <a:cubicBezTo>
                    <a:pt x="12346" y="22"/>
                    <a:pt x="12205" y="0"/>
                    <a:pt x="12200" y="0"/>
                  </a:cubicBezTo>
                  <a:cubicBezTo>
                    <a:pt x="12189" y="0"/>
                    <a:pt x="12125" y="120"/>
                    <a:pt x="12049" y="266"/>
                  </a:cubicBezTo>
                  <a:lnTo>
                    <a:pt x="11628" y="1096"/>
                  </a:lnTo>
                  <a:cubicBezTo>
                    <a:pt x="11552" y="1242"/>
                    <a:pt x="11358" y="1355"/>
                    <a:pt x="11196" y="1350"/>
                  </a:cubicBezTo>
                  <a:lnTo>
                    <a:pt x="10387" y="1350"/>
                  </a:lnTo>
                  <a:cubicBezTo>
                    <a:pt x="10225" y="1355"/>
                    <a:pt x="10025" y="1242"/>
                    <a:pt x="9955" y="1096"/>
                  </a:cubicBezTo>
                  <a:lnTo>
                    <a:pt x="9534" y="266"/>
                  </a:lnTo>
                  <a:cubicBezTo>
                    <a:pt x="9458" y="120"/>
                    <a:pt x="9394" y="0"/>
                    <a:pt x="9384" y="0"/>
                  </a:cubicBezTo>
                  <a:close/>
                  <a:moveTo>
                    <a:pt x="10792" y="5820"/>
                  </a:moveTo>
                  <a:cubicBezTo>
                    <a:pt x="13533" y="5820"/>
                    <a:pt x="15761" y="8053"/>
                    <a:pt x="15761" y="10811"/>
                  </a:cubicBezTo>
                  <a:cubicBezTo>
                    <a:pt x="15761" y="13569"/>
                    <a:pt x="13533" y="15801"/>
                    <a:pt x="10792" y="15801"/>
                  </a:cubicBezTo>
                  <a:cubicBezTo>
                    <a:pt x="8051" y="15801"/>
                    <a:pt x="5822" y="13569"/>
                    <a:pt x="5822" y="10811"/>
                  </a:cubicBezTo>
                  <a:cubicBezTo>
                    <a:pt x="5822" y="8053"/>
                    <a:pt x="8045" y="5820"/>
                    <a:pt x="10792" y="5820"/>
                  </a:cubicBezTo>
                  <a:close/>
                  <a:moveTo>
                    <a:pt x="10792" y="7592"/>
                  </a:moveTo>
                  <a:cubicBezTo>
                    <a:pt x="9016" y="7592"/>
                    <a:pt x="7581" y="9033"/>
                    <a:pt x="7581" y="10816"/>
                  </a:cubicBezTo>
                  <a:cubicBezTo>
                    <a:pt x="7581" y="12593"/>
                    <a:pt x="9016" y="14040"/>
                    <a:pt x="10792" y="14040"/>
                  </a:cubicBezTo>
                  <a:cubicBezTo>
                    <a:pt x="12567" y="14040"/>
                    <a:pt x="14002" y="12599"/>
                    <a:pt x="14002" y="10816"/>
                  </a:cubicBezTo>
                  <a:cubicBezTo>
                    <a:pt x="14002" y="9033"/>
                    <a:pt x="12567" y="7592"/>
                    <a:pt x="10792" y="7592"/>
                  </a:cubicBezTo>
                  <a:close/>
                </a:path>
              </a:pathLst>
            </a:custGeom>
            <a:solidFill>
              <a:srgbClr val="000000"/>
            </a:solidFill>
            <a:ln w="3937"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186" name="TextBox 141">
              <a:extLst>
                <a:ext uri="{FF2B5EF4-FFF2-40B4-BE49-F238E27FC236}">
                  <a16:creationId xmlns:a16="http://schemas.microsoft.com/office/drawing/2014/main" id="{2D6CDAC0-A28A-9A02-CEEA-8DB2522246EA}"/>
                </a:ext>
              </a:extLst>
            </p:cNvPr>
            <p:cNvSpPr txBox="1"/>
            <p:nvPr/>
          </p:nvSpPr>
          <p:spPr>
            <a:xfrm>
              <a:off x="19463777" y="21283272"/>
              <a:ext cx="1220206" cy="646331"/>
            </a:xfrm>
            <a:prstGeom prst="rect">
              <a:avLst/>
            </a:prstGeom>
            <a:noFill/>
          </p:spPr>
          <p:txBody>
            <a:bodyPr wrap="none" lIns="28346" tIns="14173" rIns="28346" bIns="14173" rtlCol="0">
              <a:spAutoFit/>
            </a:bodyPr>
            <a:lstStyle/>
            <a:p>
              <a:r>
                <a:rPr lang="en-US" sz="892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GHG</a:t>
              </a:r>
              <a:endParaRPr lang="en-US" sz="892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187" name="TextBox 181">
              <a:extLst>
                <a:ext uri="{FF2B5EF4-FFF2-40B4-BE49-F238E27FC236}">
                  <a16:creationId xmlns:a16="http://schemas.microsoft.com/office/drawing/2014/main" id="{6D53688D-B85D-8E84-1E47-A73695E1EDEA}"/>
                </a:ext>
              </a:extLst>
            </p:cNvPr>
            <p:cNvSpPr txBox="1"/>
            <p:nvPr/>
          </p:nvSpPr>
          <p:spPr>
            <a:xfrm>
              <a:off x="21761931" y="22052325"/>
              <a:ext cx="886781" cy="646331"/>
            </a:xfrm>
            <a:prstGeom prst="rect">
              <a:avLst/>
            </a:prstGeom>
            <a:noFill/>
          </p:spPr>
          <p:txBody>
            <a:bodyPr wrap="none" lIns="28346" tIns="14173" rIns="28346" bIns="14173" rtlCol="0">
              <a:spAutoFit/>
            </a:bodyPr>
            <a:lstStyle/>
            <a:p>
              <a:r>
                <a:rPr lang="en-US" sz="892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Aer</a:t>
              </a:r>
              <a:endParaRPr lang="en-US" sz="892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188" name="Line">
              <a:extLst>
                <a:ext uri="{FF2B5EF4-FFF2-40B4-BE49-F238E27FC236}">
                  <a16:creationId xmlns:a16="http://schemas.microsoft.com/office/drawing/2014/main" id="{627BDF2C-9F9D-AC7C-2557-19ABCFF41661}"/>
                </a:ext>
              </a:extLst>
            </p:cNvPr>
            <p:cNvSpPr/>
            <p:nvPr/>
          </p:nvSpPr>
          <p:spPr>
            <a:xfrm flipV="1">
              <a:off x="18366442" y="20828460"/>
              <a:ext cx="680263" cy="3149810"/>
            </a:xfrm>
            <a:prstGeom prst="line">
              <a:avLst/>
            </a:prstGeom>
            <a:ln w="23622">
              <a:solidFill>
                <a:schemeClr val="accent2"/>
              </a:solidFill>
              <a:miter lim="400000"/>
              <a:tailEnd type="triangle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189" name="-">
              <a:extLst>
                <a:ext uri="{FF2B5EF4-FFF2-40B4-BE49-F238E27FC236}">
                  <a16:creationId xmlns:a16="http://schemas.microsoft.com/office/drawing/2014/main" id="{1B5EAA06-A73A-5245-8BB2-E6C3CBCFE857}"/>
                </a:ext>
              </a:extLst>
            </p:cNvPr>
            <p:cNvSpPr txBox="1"/>
            <p:nvPr/>
          </p:nvSpPr>
          <p:spPr>
            <a:xfrm>
              <a:off x="18006508" y="23930949"/>
              <a:ext cx="250069" cy="666849"/>
            </a:xfrm>
            <a:prstGeom prst="rect">
              <a:avLst/>
            </a:prstGeom>
            <a:ln w="3937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874" tIns="7874" rIns="7874" bIns="7874" anchor="ctr">
              <a:spAutoFit/>
            </a:bodyPr>
            <a:lstStyle>
              <a:lvl1pPr>
                <a:defRPr>
                  <a:solidFill>
                    <a:srgbClr val="000000"/>
                  </a:solidFill>
                </a:defRPr>
              </a:lvl1pPr>
            </a:lstStyle>
            <a:p>
              <a:pPr algn="ctr" defTabSz="1219169" hangingPunct="0"/>
              <a:r>
                <a:rPr sz="992" kern="0" dirty="0">
                  <a:latin typeface="Helvetica Neue"/>
                  <a:ea typeface="Helvetica Neue"/>
                  <a:cs typeface="Helvetica Neue"/>
                  <a:sym typeface="Helvetica Neue"/>
                </a:rPr>
                <a:t>-</a:t>
              </a:r>
            </a:p>
          </p:txBody>
        </p:sp>
        <p:sp>
          <p:nvSpPr>
            <p:cNvPr id="5190" name="Arrow 2">
              <a:extLst>
                <a:ext uri="{FF2B5EF4-FFF2-40B4-BE49-F238E27FC236}">
                  <a16:creationId xmlns:a16="http://schemas.microsoft.com/office/drawing/2014/main" id="{94E3BF0C-3F55-27D3-694B-33028B33AB94}"/>
                </a:ext>
              </a:extLst>
            </p:cNvPr>
            <p:cNvSpPr/>
            <p:nvPr/>
          </p:nvSpPr>
          <p:spPr>
            <a:xfrm>
              <a:off x="17724751" y="23978272"/>
              <a:ext cx="813585" cy="6551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749" y="0"/>
                  </a:moveTo>
                  <a:cubicBezTo>
                    <a:pt x="8457" y="0"/>
                    <a:pt x="6373" y="1103"/>
                    <a:pt x="4819" y="2903"/>
                  </a:cubicBezTo>
                  <a:lnTo>
                    <a:pt x="6744" y="6147"/>
                  </a:lnTo>
                  <a:cubicBezTo>
                    <a:pt x="7744" y="4819"/>
                    <a:pt x="9169" y="3989"/>
                    <a:pt x="10749" y="3989"/>
                  </a:cubicBezTo>
                  <a:cubicBezTo>
                    <a:pt x="13751" y="3989"/>
                    <a:pt x="16189" y="6985"/>
                    <a:pt x="16232" y="10700"/>
                  </a:cubicBezTo>
                  <a:lnTo>
                    <a:pt x="14265" y="10700"/>
                  </a:lnTo>
                  <a:lnTo>
                    <a:pt x="17933" y="16883"/>
                  </a:lnTo>
                  <a:lnTo>
                    <a:pt x="21600" y="10700"/>
                  </a:lnTo>
                  <a:lnTo>
                    <a:pt x="19444" y="10700"/>
                  </a:lnTo>
                  <a:cubicBezTo>
                    <a:pt x="19401" y="4782"/>
                    <a:pt x="15525" y="0"/>
                    <a:pt x="10749" y="0"/>
                  </a:cubicBezTo>
                  <a:close/>
                  <a:moveTo>
                    <a:pt x="3667" y="4515"/>
                  </a:moveTo>
                  <a:lnTo>
                    <a:pt x="0" y="10700"/>
                  </a:lnTo>
                  <a:lnTo>
                    <a:pt x="2054" y="10700"/>
                  </a:lnTo>
                  <a:cubicBezTo>
                    <a:pt x="2053" y="10733"/>
                    <a:pt x="2054" y="10767"/>
                    <a:pt x="2054" y="10801"/>
                  </a:cubicBezTo>
                  <a:cubicBezTo>
                    <a:pt x="2054" y="16766"/>
                    <a:pt x="5946" y="21600"/>
                    <a:pt x="10749" y="21600"/>
                  </a:cubicBezTo>
                  <a:cubicBezTo>
                    <a:pt x="13080" y="21600"/>
                    <a:pt x="15197" y="20461"/>
                    <a:pt x="16759" y="18607"/>
                  </a:cubicBezTo>
                  <a:lnTo>
                    <a:pt x="14814" y="15375"/>
                  </a:lnTo>
                  <a:cubicBezTo>
                    <a:pt x="13811" y="16749"/>
                    <a:pt x="12360" y="17611"/>
                    <a:pt x="10749" y="17611"/>
                  </a:cubicBezTo>
                  <a:cubicBezTo>
                    <a:pt x="7720" y="17611"/>
                    <a:pt x="5266" y="14563"/>
                    <a:pt x="5266" y="10801"/>
                  </a:cubicBezTo>
                  <a:cubicBezTo>
                    <a:pt x="5266" y="10767"/>
                    <a:pt x="5265" y="10733"/>
                    <a:pt x="5266" y="10700"/>
                  </a:cubicBezTo>
                  <a:lnTo>
                    <a:pt x="7335" y="10700"/>
                  </a:lnTo>
                  <a:lnTo>
                    <a:pt x="3667" y="4515"/>
                  </a:lnTo>
                  <a:close/>
                </a:path>
              </a:pathLst>
            </a:custGeom>
            <a:solidFill>
              <a:srgbClr val="7030A0"/>
            </a:solidFill>
            <a:ln w="3937"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191" name="Line">
              <a:extLst>
                <a:ext uri="{FF2B5EF4-FFF2-40B4-BE49-F238E27FC236}">
                  <a16:creationId xmlns:a16="http://schemas.microsoft.com/office/drawing/2014/main" id="{72E405E2-CF83-A58C-4783-EB7D9CB58E8B}"/>
                </a:ext>
              </a:extLst>
            </p:cNvPr>
            <p:cNvSpPr/>
            <p:nvPr/>
          </p:nvSpPr>
          <p:spPr>
            <a:xfrm flipV="1">
              <a:off x="18017530" y="20828460"/>
              <a:ext cx="317101" cy="1565527"/>
            </a:xfrm>
            <a:prstGeom prst="line">
              <a:avLst/>
            </a:prstGeom>
            <a:ln w="23622">
              <a:solidFill>
                <a:schemeClr val="accent2"/>
              </a:solidFill>
              <a:miter lim="400000"/>
              <a:tailEnd type="triangle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192" name="-">
              <a:extLst>
                <a:ext uri="{FF2B5EF4-FFF2-40B4-BE49-F238E27FC236}">
                  <a16:creationId xmlns:a16="http://schemas.microsoft.com/office/drawing/2014/main" id="{5E9DD000-35B8-26F7-1CD0-96963DC2E3A1}"/>
                </a:ext>
              </a:extLst>
            </p:cNvPr>
            <p:cNvSpPr txBox="1"/>
            <p:nvPr/>
          </p:nvSpPr>
          <p:spPr>
            <a:xfrm>
              <a:off x="17863143" y="22300690"/>
              <a:ext cx="250069" cy="666849"/>
            </a:xfrm>
            <a:prstGeom prst="rect">
              <a:avLst/>
            </a:prstGeom>
            <a:ln w="3937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874" tIns="7874" rIns="7874" bIns="7874" anchor="ctr">
              <a:spAutoFit/>
            </a:bodyPr>
            <a:lstStyle>
              <a:lvl1pPr>
                <a:defRPr>
                  <a:solidFill>
                    <a:srgbClr val="000000"/>
                  </a:solidFill>
                </a:defRPr>
              </a:lvl1pPr>
            </a:lstStyle>
            <a:p>
              <a:pPr algn="ctr" defTabSz="1219169" hangingPunct="0"/>
              <a:r>
                <a:rPr sz="992" kern="0" dirty="0">
                  <a:latin typeface="Helvetica Neue"/>
                  <a:ea typeface="Helvetica Neue"/>
                  <a:cs typeface="Helvetica Neue"/>
                  <a:sym typeface="Helvetica Neue"/>
                </a:rPr>
                <a:t>-</a:t>
              </a:r>
            </a:p>
          </p:txBody>
        </p:sp>
        <p:sp>
          <p:nvSpPr>
            <p:cNvPr id="5193" name="Arrow 2">
              <a:extLst>
                <a:ext uri="{FF2B5EF4-FFF2-40B4-BE49-F238E27FC236}">
                  <a16:creationId xmlns:a16="http://schemas.microsoft.com/office/drawing/2014/main" id="{08664626-E203-2630-4E1E-AC7DF1D3B0D0}"/>
                </a:ext>
              </a:extLst>
            </p:cNvPr>
            <p:cNvSpPr/>
            <p:nvPr/>
          </p:nvSpPr>
          <p:spPr>
            <a:xfrm>
              <a:off x="17585212" y="22355132"/>
              <a:ext cx="813585" cy="6551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749" y="0"/>
                  </a:moveTo>
                  <a:cubicBezTo>
                    <a:pt x="8457" y="0"/>
                    <a:pt x="6373" y="1103"/>
                    <a:pt x="4819" y="2903"/>
                  </a:cubicBezTo>
                  <a:lnTo>
                    <a:pt x="6744" y="6147"/>
                  </a:lnTo>
                  <a:cubicBezTo>
                    <a:pt x="7744" y="4819"/>
                    <a:pt x="9169" y="3989"/>
                    <a:pt x="10749" y="3989"/>
                  </a:cubicBezTo>
                  <a:cubicBezTo>
                    <a:pt x="13751" y="3989"/>
                    <a:pt x="16189" y="6985"/>
                    <a:pt x="16232" y="10700"/>
                  </a:cubicBezTo>
                  <a:lnTo>
                    <a:pt x="14265" y="10700"/>
                  </a:lnTo>
                  <a:lnTo>
                    <a:pt x="17933" y="16883"/>
                  </a:lnTo>
                  <a:lnTo>
                    <a:pt x="21600" y="10700"/>
                  </a:lnTo>
                  <a:lnTo>
                    <a:pt x="19444" y="10700"/>
                  </a:lnTo>
                  <a:cubicBezTo>
                    <a:pt x="19401" y="4782"/>
                    <a:pt x="15525" y="0"/>
                    <a:pt x="10749" y="0"/>
                  </a:cubicBezTo>
                  <a:close/>
                  <a:moveTo>
                    <a:pt x="3667" y="4515"/>
                  </a:moveTo>
                  <a:lnTo>
                    <a:pt x="0" y="10700"/>
                  </a:lnTo>
                  <a:lnTo>
                    <a:pt x="2054" y="10700"/>
                  </a:lnTo>
                  <a:cubicBezTo>
                    <a:pt x="2053" y="10733"/>
                    <a:pt x="2054" y="10767"/>
                    <a:pt x="2054" y="10801"/>
                  </a:cubicBezTo>
                  <a:cubicBezTo>
                    <a:pt x="2054" y="16766"/>
                    <a:pt x="5946" y="21600"/>
                    <a:pt x="10749" y="21600"/>
                  </a:cubicBezTo>
                  <a:cubicBezTo>
                    <a:pt x="13080" y="21600"/>
                    <a:pt x="15197" y="20461"/>
                    <a:pt x="16759" y="18607"/>
                  </a:cubicBezTo>
                  <a:lnTo>
                    <a:pt x="14814" y="15375"/>
                  </a:lnTo>
                  <a:cubicBezTo>
                    <a:pt x="13811" y="16749"/>
                    <a:pt x="12360" y="17611"/>
                    <a:pt x="10749" y="17611"/>
                  </a:cubicBezTo>
                  <a:cubicBezTo>
                    <a:pt x="7720" y="17611"/>
                    <a:pt x="5266" y="14563"/>
                    <a:pt x="5266" y="10801"/>
                  </a:cubicBezTo>
                  <a:cubicBezTo>
                    <a:pt x="5266" y="10767"/>
                    <a:pt x="5265" y="10733"/>
                    <a:pt x="5266" y="10700"/>
                  </a:cubicBezTo>
                  <a:lnTo>
                    <a:pt x="7335" y="10700"/>
                  </a:lnTo>
                  <a:lnTo>
                    <a:pt x="3667" y="4515"/>
                  </a:lnTo>
                  <a:close/>
                </a:path>
              </a:pathLst>
            </a:custGeom>
            <a:solidFill>
              <a:srgbClr val="7030A0"/>
            </a:solidFill>
            <a:ln w="3937"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cxnSp>
          <p:nvCxnSpPr>
            <p:cNvPr id="5194" name="Straight Connector 206">
              <a:extLst>
                <a:ext uri="{FF2B5EF4-FFF2-40B4-BE49-F238E27FC236}">
                  <a16:creationId xmlns:a16="http://schemas.microsoft.com/office/drawing/2014/main" id="{CACCE266-14D2-2674-C1C9-27DC2C2CA702}"/>
                </a:ext>
              </a:extLst>
            </p:cNvPr>
            <p:cNvCxnSpPr>
              <a:cxnSpLocks/>
            </p:cNvCxnSpPr>
            <p:nvPr/>
          </p:nvCxnSpPr>
          <p:spPr>
            <a:xfrm>
              <a:off x="19037319" y="22146146"/>
              <a:ext cx="1760116" cy="0"/>
            </a:xfrm>
            <a:prstGeom prst="line">
              <a:avLst/>
            </a:prstGeom>
            <a:ln w="20669" cmpd="tri">
              <a:solidFill>
                <a:srgbClr val="9452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5" name="Straight Connector 210">
              <a:extLst>
                <a:ext uri="{FF2B5EF4-FFF2-40B4-BE49-F238E27FC236}">
                  <a16:creationId xmlns:a16="http://schemas.microsoft.com/office/drawing/2014/main" id="{135D3126-506E-6589-3728-44C403672DDE}"/>
                </a:ext>
              </a:extLst>
            </p:cNvPr>
            <p:cNvCxnSpPr>
              <a:cxnSpLocks/>
            </p:cNvCxnSpPr>
            <p:nvPr/>
          </p:nvCxnSpPr>
          <p:spPr>
            <a:xfrm>
              <a:off x="21056470" y="22127257"/>
              <a:ext cx="1567738" cy="0"/>
            </a:xfrm>
            <a:prstGeom prst="line">
              <a:avLst/>
            </a:prstGeom>
            <a:ln w="11811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96" name="Right Brace 214">
              <a:extLst>
                <a:ext uri="{FF2B5EF4-FFF2-40B4-BE49-F238E27FC236}">
                  <a16:creationId xmlns:a16="http://schemas.microsoft.com/office/drawing/2014/main" id="{C864E36A-E21D-1124-EF71-4CCA23D86840}"/>
                </a:ext>
              </a:extLst>
            </p:cNvPr>
            <p:cNvSpPr/>
            <p:nvPr/>
          </p:nvSpPr>
          <p:spPr>
            <a:xfrm rot="16200000">
              <a:off x="15668787" y="17702414"/>
              <a:ext cx="1248473" cy="6267212"/>
            </a:xfrm>
            <a:prstGeom prst="rightBrace">
              <a:avLst>
                <a:gd name="adj1" fmla="val 8333"/>
                <a:gd name="adj2" fmla="val 35245"/>
              </a:avLst>
            </a:prstGeom>
            <a:ln w="15748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28346" tIns="14173" rIns="28346" bIns="14173" rtlCol="0" anchor="ctr"/>
            <a:lstStyle/>
            <a:p>
              <a:pPr algn="ctr"/>
              <a:endParaRPr lang="en-US"/>
            </a:p>
          </p:txBody>
        </p:sp>
        <p:sp>
          <p:nvSpPr>
            <p:cNvPr id="5197" name="TextBox 216">
              <a:extLst>
                <a:ext uri="{FF2B5EF4-FFF2-40B4-BE49-F238E27FC236}">
                  <a16:creationId xmlns:a16="http://schemas.microsoft.com/office/drawing/2014/main" id="{BA7A0923-E91D-D872-8F34-3D19072EFC79}"/>
                </a:ext>
              </a:extLst>
            </p:cNvPr>
            <p:cNvSpPr txBox="1"/>
            <p:nvPr/>
          </p:nvSpPr>
          <p:spPr>
            <a:xfrm>
              <a:off x="14709168" y="19638369"/>
              <a:ext cx="1673856" cy="646331"/>
            </a:xfrm>
            <a:prstGeom prst="rect">
              <a:avLst/>
            </a:prstGeom>
            <a:noFill/>
          </p:spPr>
          <p:txBody>
            <a:bodyPr wrap="none" lIns="28346" tIns="14173" rIns="28346" bIns="14173" rtlCol="0">
              <a:spAutoFit/>
            </a:bodyPr>
            <a:lstStyle/>
            <a:p>
              <a:r>
                <a:rPr lang="en-US" sz="892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Natural</a:t>
              </a:r>
              <a:endParaRPr lang="en-US" sz="892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grpSp>
          <p:nvGrpSpPr>
            <p:cNvPr id="5198" name="Group 166">
              <a:extLst>
                <a:ext uri="{FF2B5EF4-FFF2-40B4-BE49-F238E27FC236}">
                  <a16:creationId xmlns:a16="http://schemas.microsoft.com/office/drawing/2014/main" id="{563C3E38-B3E0-1340-6FED-F08DDEA1FD4C}"/>
                </a:ext>
              </a:extLst>
            </p:cNvPr>
            <p:cNvGrpSpPr/>
            <p:nvPr/>
          </p:nvGrpSpPr>
          <p:grpSpPr>
            <a:xfrm>
              <a:off x="13740710" y="23120032"/>
              <a:ext cx="529186" cy="784577"/>
              <a:chOff x="4728958" y="7635040"/>
              <a:chExt cx="529186" cy="784577"/>
            </a:xfrm>
          </p:grpSpPr>
          <p:cxnSp>
            <p:nvCxnSpPr>
              <p:cNvPr id="5199" name="Straight Connector 170">
                <a:extLst>
                  <a:ext uri="{FF2B5EF4-FFF2-40B4-BE49-F238E27FC236}">
                    <a16:creationId xmlns:a16="http://schemas.microsoft.com/office/drawing/2014/main" id="{1011B6F6-6A5D-E25A-5F97-F5655D4175E8}"/>
                  </a:ext>
                </a:extLst>
              </p:cNvPr>
              <p:cNvCxnSpPr/>
              <p:nvPr/>
            </p:nvCxnSpPr>
            <p:spPr>
              <a:xfrm>
                <a:off x="5024187" y="7640871"/>
                <a:ext cx="0" cy="771930"/>
              </a:xfrm>
              <a:prstGeom prst="line">
                <a:avLst/>
              </a:prstGeom>
              <a:ln w="15748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00" name="Straight Connector 172">
                <a:extLst>
                  <a:ext uri="{FF2B5EF4-FFF2-40B4-BE49-F238E27FC236}">
                    <a16:creationId xmlns:a16="http://schemas.microsoft.com/office/drawing/2014/main" id="{56383685-19A3-8BD5-C6BF-DFBA38EC25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28958" y="7635040"/>
                <a:ext cx="529186" cy="0"/>
              </a:xfrm>
              <a:prstGeom prst="line">
                <a:avLst/>
              </a:prstGeom>
              <a:ln w="15748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01" name="Straight Connector 176">
                <a:extLst>
                  <a:ext uri="{FF2B5EF4-FFF2-40B4-BE49-F238E27FC236}">
                    <a16:creationId xmlns:a16="http://schemas.microsoft.com/office/drawing/2014/main" id="{3BBEA666-B93A-4E92-08F2-C62345BDDE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28958" y="8419617"/>
                <a:ext cx="529186" cy="0"/>
              </a:xfrm>
              <a:prstGeom prst="line">
                <a:avLst/>
              </a:prstGeom>
              <a:ln w="15748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02" name="Oval 199">
              <a:extLst>
                <a:ext uri="{FF2B5EF4-FFF2-40B4-BE49-F238E27FC236}">
                  <a16:creationId xmlns:a16="http://schemas.microsoft.com/office/drawing/2014/main" id="{40832648-CCB5-2D3C-C92B-BE41D14697F3}"/>
                </a:ext>
              </a:extLst>
            </p:cNvPr>
            <p:cNvSpPr/>
            <p:nvPr/>
          </p:nvSpPr>
          <p:spPr>
            <a:xfrm>
              <a:off x="19659424" y="21905625"/>
              <a:ext cx="484610" cy="485463"/>
            </a:xfrm>
            <a:prstGeom prst="ellipse">
              <a:avLst/>
            </a:prstGeom>
            <a:noFill/>
            <a:ln w="2559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28346" tIns="14173" rIns="28346" bIns="14173" rtlCol="0" anchor="ctr"/>
            <a:lstStyle/>
            <a:p>
              <a:pPr algn="ctr"/>
              <a:endParaRPr lang="en-US"/>
            </a:p>
          </p:txBody>
        </p:sp>
        <p:sp>
          <p:nvSpPr>
            <p:cNvPr id="5203" name="Oval 200">
              <a:extLst>
                <a:ext uri="{FF2B5EF4-FFF2-40B4-BE49-F238E27FC236}">
                  <a16:creationId xmlns:a16="http://schemas.microsoft.com/office/drawing/2014/main" id="{D977A7C3-2390-45B8-DFF4-0F9EFFBAA728}"/>
                </a:ext>
              </a:extLst>
            </p:cNvPr>
            <p:cNvSpPr/>
            <p:nvPr/>
          </p:nvSpPr>
          <p:spPr>
            <a:xfrm>
              <a:off x="21408036" y="21845646"/>
              <a:ext cx="484610" cy="485463"/>
            </a:xfrm>
            <a:prstGeom prst="ellipse">
              <a:avLst/>
            </a:prstGeom>
            <a:noFill/>
            <a:ln w="2559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28346" tIns="14173" rIns="28346" bIns="14173" rtlCol="0" anchor="ctr"/>
            <a:lstStyle/>
            <a:p>
              <a:pPr algn="ctr"/>
              <a:endParaRPr lang="en-US"/>
            </a:p>
          </p:txBody>
        </p:sp>
        <p:sp>
          <p:nvSpPr>
            <p:cNvPr id="5204" name="Line">
              <a:extLst>
                <a:ext uri="{FF2B5EF4-FFF2-40B4-BE49-F238E27FC236}">
                  <a16:creationId xmlns:a16="http://schemas.microsoft.com/office/drawing/2014/main" id="{BFC5CB96-7EA4-C56C-9996-7CAC11482567}"/>
                </a:ext>
              </a:extLst>
            </p:cNvPr>
            <p:cNvSpPr/>
            <p:nvPr/>
          </p:nvSpPr>
          <p:spPr>
            <a:xfrm>
              <a:off x="14349085" y="21193892"/>
              <a:ext cx="2797987" cy="167953"/>
            </a:xfrm>
            <a:prstGeom prst="line">
              <a:avLst/>
            </a:prstGeom>
            <a:ln w="3937">
              <a:solidFill>
                <a:srgbClr val="FF0000"/>
              </a:solidFill>
              <a:prstDash val="solid"/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205" name="Line">
              <a:extLst>
                <a:ext uri="{FF2B5EF4-FFF2-40B4-BE49-F238E27FC236}">
                  <a16:creationId xmlns:a16="http://schemas.microsoft.com/office/drawing/2014/main" id="{0F4DAC91-E8CF-3440-C438-C76EEB984004}"/>
                </a:ext>
              </a:extLst>
            </p:cNvPr>
            <p:cNvSpPr/>
            <p:nvPr/>
          </p:nvSpPr>
          <p:spPr>
            <a:xfrm flipV="1">
              <a:off x="14023855" y="22870151"/>
              <a:ext cx="3902467" cy="530346"/>
            </a:xfrm>
            <a:prstGeom prst="line">
              <a:avLst/>
            </a:prstGeom>
            <a:ln w="3937">
              <a:solidFill>
                <a:srgbClr val="7030A0"/>
              </a:solidFill>
              <a:prstDash val="solid"/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206" name="Right Triangle 257">
              <a:extLst>
                <a:ext uri="{FF2B5EF4-FFF2-40B4-BE49-F238E27FC236}">
                  <a16:creationId xmlns:a16="http://schemas.microsoft.com/office/drawing/2014/main" id="{CF2FB6BA-FA4B-0CF3-BFE0-B14EDFA3F870}"/>
                </a:ext>
              </a:extLst>
            </p:cNvPr>
            <p:cNvSpPr/>
            <p:nvPr/>
          </p:nvSpPr>
          <p:spPr>
            <a:xfrm rot="10800000" flipH="1">
              <a:off x="14491172" y="23961365"/>
              <a:ext cx="3138971" cy="2458745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lIns="28346" tIns="14173" rIns="28346" bIns="14173" rtlCol="0" anchor="ctr"/>
            <a:lstStyle/>
            <a:p>
              <a:pPr algn="ctr"/>
              <a:endParaRPr lang="en-US"/>
            </a:p>
          </p:txBody>
        </p:sp>
        <p:sp>
          <p:nvSpPr>
            <p:cNvPr id="5207" name="Line">
              <a:extLst>
                <a:ext uri="{FF2B5EF4-FFF2-40B4-BE49-F238E27FC236}">
                  <a16:creationId xmlns:a16="http://schemas.microsoft.com/office/drawing/2014/main" id="{7FB8D1E9-4A73-19CF-A488-4F27DE188774}"/>
                </a:ext>
              </a:extLst>
            </p:cNvPr>
            <p:cNvSpPr/>
            <p:nvPr/>
          </p:nvSpPr>
          <p:spPr>
            <a:xfrm>
              <a:off x="14053583" y="21610770"/>
              <a:ext cx="2302213" cy="3903378"/>
            </a:xfrm>
            <a:prstGeom prst="line">
              <a:avLst/>
            </a:prstGeom>
            <a:ln w="23622">
              <a:solidFill>
                <a:schemeClr val="accent1">
                  <a:lumMod val="60000"/>
                  <a:lumOff val="40000"/>
                </a:schemeClr>
              </a:solidFill>
              <a:miter lim="400000"/>
              <a:tailEnd type="triangle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208" name="Line">
              <a:extLst>
                <a:ext uri="{FF2B5EF4-FFF2-40B4-BE49-F238E27FC236}">
                  <a16:creationId xmlns:a16="http://schemas.microsoft.com/office/drawing/2014/main" id="{5CEBC96E-417E-8C99-4371-38605F0E876F}"/>
                </a:ext>
              </a:extLst>
            </p:cNvPr>
            <p:cNvSpPr/>
            <p:nvPr/>
          </p:nvSpPr>
          <p:spPr>
            <a:xfrm flipV="1">
              <a:off x="16635712" y="20851431"/>
              <a:ext cx="1071004" cy="4426472"/>
            </a:xfrm>
            <a:prstGeom prst="line">
              <a:avLst/>
            </a:prstGeom>
            <a:ln w="23622">
              <a:solidFill>
                <a:schemeClr val="accent1">
                  <a:lumMod val="60000"/>
                  <a:lumOff val="40000"/>
                </a:schemeClr>
              </a:solidFill>
              <a:miter lim="400000"/>
              <a:tailEnd type="triangle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 dirty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209" name="Line">
              <a:extLst>
                <a:ext uri="{FF2B5EF4-FFF2-40B4-BE49-F238E27FC236}">
                  <a16:creationId xmlns:a16="http://schemas.microsoft.com/office/drawing/2014/main" id="{0968E786-5B3A-C8AD-7F5C-9D1BEDD1BCBF}"/>
                </a:ext>
              </a:extLst>
            </p:cNvPr>
            <p:cNvSpPr/>
            <p:nvPr/>
          </p:nvSpPr>
          <p:spPr>
            <a:xfrm flipV="1">
              <a:off x="14053310" y="24556968"/>
              <a:ext cx="3902467" cy="530346"/>
            </a:xfrm>
            <a:prstGeom prst="line">
              <a:avLst/>
            </a:prstGeom>
            <a:ln w="3937">
              <a:solidFill>
                <a:srgbClr val="7030A0"/>
              </a:solidFill>
              <a:prstDash val="solid"/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210" name="Gear">
              <a:extLst>
                <a:ext uri="{FF2B5EF4-FFF2-40B4-BE49-F238E27FC236}">
                  <a16:creationId xmlns:a16="http://schemas.microsoft.com/office/drawing/2014/main" id="{72015309-BD13-F8F2-77C7-E195A751A6D1}"/>
                </a:ext>
              </a:extLst>
            </p:cNvPr>
            <p:cNvSpPr/>
            <p:nvPr/>
          </p:nvSpPr>
          <p:spPr>
            <a:xfrm>
              <a:off x="17064571" y="21217652"/>
              <a:ext cx="637759" cy="6349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9" extrusionOk="0">
                  <a:moveTo>
                    <a:pt x="9384" y="0"/>
                  </a:moveTo>
                  <a:cubicBezTo>
                    <a:pt x="9373" y="0"/>
                    <a:pt x="9237" y="27"/>
                    <a:pt x="9075" y="54"/>
                  </a:cubicBezTo>
                  <a:lnTo>
                    <a:pt x="7468" y="445"/>
                  </a:lnTo>
                  <a:cubicBezTo>
                    <a:pt x="7312" y="494"/>
                    <a:pt x="7177" y="531"/>
                    <a:pt x="7166" y="537"/>
                  </a:cubicBezTo>
                  <a:cubicBezTo>
                    <a:pt x="7161" y="542"/>
                    <a:pt x="7154" y="677"/>
                    <a:pt x="7154" y="840"/>
                  </a:cubicBezTo>
                  <a:lnTo>
                    <a:pt x="7166" y="1761"/>
                  </a:lnTo>
                  <a:cubicBezTo>
                    <a:pt x="7166" y="1924"/>
                    <a:pt x="7047" y="2119"/>
                    <a:pt x="6902" y="2190"/>
                  </a:cubicBezTo>
                  <a:lnTo>
                    <a:pt x="6151" y="2574"/>
                  </a:lnTo>
                  <a:cubicBezTo>
                    <a:pt x="6006" y="2655"/>
                    <a:pt x="5778" y="2644"/>
                    <a:pt x="5649" y="2547"/>
                  </a:cubicBezTo>
                  <a:lnTo>
                    <a:pt x="4900" y="2010"/>
                  </a:lnTo>
                  <a:cubicBezTo>
                    <a:pt x="4765" y="1913"/>
                    <a:pt x="4651" y="1842"/>
                    <a:pt x="4645" y="1848"/>
                  </a:cubicBezTo>
                  <a:cubicBezTo>
                    <a:pt x="4640" y="1853"/>
                    <a:pt x="4527" y="1941"/>
                    <a:pt x="4398" y="2044"/>
                  </a:cubicBezTo>
                  <a:lnTo>
                    <a:pt x="3162" y="3116"/>
                  </a:lnTo>
                  <a:cubicBezTo>
                    <a:pt x="3043" y="3230"/>
                    <a:pt x="2941" y="3327"/>
                    <a:pt x="2936" y="3333"/>
                  </a:cubicBezTo>
                  <a:cubicBezTo>
                    <a:pt x="2930" y="3338"/>
                    <a:pt x="2990" y="3462"/>
                    <a:pt x="3065" y="3609"/>
                  </a:cubicBezTo>
                  <a:lnTo>
                    <a:pt x="3490" y="4401"/>
                  </a:lnTo>
                  <a:cubicBezTo>
                    <a:pt x="3566" y="4548"/>
                    <a:pt x="3551" y="4769"/>
                    <a:pt x="3448" y="4899"/>
                  </a:cubicBezTo>
                  <a:lnTo>
                    <a:pt x="2909" y="5648"/>
                  </a:lnTo>
                  <a:cubicBezTo>
                    <a:pt x="2817" y="5783"/>
                    <a:pt x="2612" y="5879"/>
                    <a:pt x="2450" y="5858"/>
                  </a:cubicBezTo>
                  <a:lnTo>
                    <a:pt x="1548" y="5739"/>
                  </a:lnTo>
                  <a:cubicBezTo>
                    <a:pt x="1386" y="5717"/>
                    <a:pt x="1251" y="5707"/>
                    <a:pt x="1246" y="5712"/>
                  </a:cubicBezTo>
                  <a:cubicBezTo>
                    <a:pt x="1241" y="5717"/>
                    <a:pt x="1181" y="5848"/>
                    <a:pt x="1111" y="6000"/>
                  </a:cubicBezTo>
                  <a:lnTo>
                    <a:pt x="518" y="7483"/>
                  </a:lnTo>
                  <a:cubicBezTo>
                    <a:pt x="464" y="7640"/>
                    <a:pt x="420" y="7776"/>
                    <a:pt x="415" y="7781"/>
                  </a:cubicBezTo>
                  <a:cubicBezTo>
                    <a:pt x="415" y="7792"/>
                    <a:pt x="523" y="7874"/>
                    <a:pt x="658" y="7966"/>
                  </a:cubicBezTo>
                  <a:lnTo>
                    <a:pt x="1381" y="8454"/>
                  </a:lnTo>
                  <a:cubicBezTo>
                    <a:pt x="1516" y="8546"/>
                    <a:pt x="1602" y="8752"/>
                    <a:pt x="1570" y="8914"/>
                  </a:cubicBezTo>
                  <a:lnTo>
                    <a:pt x="1420" y="9944"/>
                  </a:lnTo>
                  <a:cubicBezTo>
                    <a:pt x="1404" y="10106"/>
                    <a:pt x="1263" y="10291"/>
                    <a:pt x="1106" y="10345"/>
                  </a:cubicBezTo>
                  <a:lnTo>
                    <a:pt x="280" y="10648"/>
                  </a:lnTo>
                  <a:cubicBezTo>
                    <a:pt x="123" y="10702"/>
                    <a:pt x="0" y="10758"/>
                    <a:pt x="0" y="10769"/>
                  </a:cubicBezTo>
                  <a:cubicBezTo>
                    <a:pt x="0" y="10779"/>
                    <a:pt x="6" y="10919"/>
                    <a:pt x="17" y="11082"/>
                  </a:cubicBezTo>
                  <a:lnTo>
                    <a:pt x="167" y="12626"/>
                  </a:lnTo>
                  <a:cubicBezTo>
                    <a:pt x="194" y="12789"/>
                    <a:pt x="210" y="12930"/>
                    <a:pt x="216" y="12941"/>
                  </a:cubicBezTo>
                  <a:cubicBezTo>
                    <a:pt x="216" y="12952"/>
                    <a:pt x="350" y="12974"/>
                    <a:pt x="518" y="12990"/>
                  </a:cubicBezTo>
                  <a:lnTo>
                    <a:pt x="1354" y="13082"/>
                  </a:lnTo>
                  <a:cubicBezTo>
                    <a:pt x="1516" y="13098"/>
                    <a:pt x="1688" y="13245"/>
                    <a:pt x="1737" y="13402"/>
                  </a:cubicBezTo>
                  <a:lnTo>
                    <a:pt x="2121" y="14501"/>
                  </a:lnTo>
                  <a:cubicBezTo>
                    <a:pt x="2181" y="14653"/>
                    <a:pt x="2142" y="14881"/>
                    <a:pt x="2028" y="15000"/>
                  </a:cubicBezTo>
                  <a:lnTo>
                    <a:pt x="1457" y="15624"/>
                  </a:lnTo>
                  <a:cubicBezTo>
                    <a:pt x="1349" y="15743"/>
                    <a:pt x="1258" y="15850"/>
                    <a:pt x="1263" y="15856"/>
                  </a:cubicBezTo>
                  <a:cubicBezTo>
                    <a:pt x="1268" y="15861"/>
                    <a:pt x="1338" y="15986"/>
                    <a:pt x="1425" y="16127"/>
                  </a:cubicBezTo>
                  <a:lnTo>
                    <a:pt x="2256" y="17380"/>
                  </a:lnTo>
                  <a:cubicBezTo>
                    <a:pt x="2353" y="17510"/>
                    <a:pt x="2440" y="17623"/>
                    <a:pt x="2445" y="17634"/>
                  </a:cubicBezTo>
                  <a:cubicBezTo>
                    <a:pt x="2450" y="17639"/>
                    <a:pt x="2579" y="17595"/>
                    <a:pt x="2730" y="17535"/>
                  </a:cubicBezTo>
                  <a:lnTo>
                    <a:pt x="3490" y="17232"/>
                  </a:lnTo>
                  <a:cubicBezTo>
                    <a:pt x="3641" y="17173"/>
                    <a:pt x="3863" y="17216"/>
                    <a:pt x="3976" y="17336"/>
                  </a:cubicBezTo>
                  <a:lnTo>
                    <a:pt x="4905" y="18192"/>
                  </a:lnTo>
                  <a:cubicBezTo>
                    <a:pt x="5029" y="18295"/>
                    <a:pt x="5100" y="18511"/>
                    <a:pt x="5062" y="18673"/>
                  </a:cubicBezTo>
                  <a:lnTo>
                    <a:pt x="4851" y="19476"/>
                  </a:lnTo>
                  <a:cubicBezTo>
                    <a:pt x="4808" y="19633"/>
                    <a:pt x="4780" y="19769"/>
                    <a:pt x="4785" y="19774"/>
                  </a:cubicBezTo>
                  <a:cubicBezTo>
                    <a:pt x="4791" y="19780"/>
                    <a:pt x="4915" y="19850"/>
                    <a:pt x="5055" y="19937"/>
                  </a:cubicBezTo>
                  <a:lnTo>
                    <a:pt x="6345" y="20631"/>
                  </a:lnTo>
                  <a:cubicBezTo>
                    <a:pt x="6491" y="20701"/>
                    <a:pt x="6621" y="20761"/>
                    <a:pt x="6632" y="20766"/>
                  </a:cubicBezTo>
                  <a:cubicBezTo>
                    <a:pt x="6637" y="20772"/>
                    <a:pt x="6735" y="20668"/>
                    <a:pt x="6843" y="20543"/>
                  </a:cubicBezTo>
                  <a:lnTo>
                    <a:pt x="7370" y="19932"/>
                  </a:lnTo>
                  <a:cubicBezTo>
                    <a:pt x="7478" y="19807"/>
                    <a:pt x="7694" y="19742"/>
                    <a:pt x="7851" y="19791"/>
                  </a:cubicBezTo>
                  <a:lnTo>
                    <a:pt x="9136" y="20116"/>
                  </a:lnTo>
                  <a:cubicBezTo>
                    <a:pt x="9298" y="20149"/>
                    <a:pt x="9459" y="20306"/>
                    <a:pt x="9497" y="20468"/>
                  </a:cubicBezTo>
                  <a:lnTo>
                    <a:pt x="9680" y="21259"/>
                  </a:lnTo>
                  <a:cubicBezTo>
                    <a:pt x="9718" y="21422"/>
                    <a:pt x="9756" y="21552"/>
                    <a:pt x="9761" y="21552"/>
                  </a:cubicBezTo>
                  <a:cubicBezTo>
                    <a:pt x="9767" y="21552"/>
                    <a:pt x="9911" y="21562"/>
                    <a:pt x="10073" y="21573"/>
                  </a:cubicBezTo>
                  <a:lnTo>
                    <a:pt x="10500" y="21595"/>
                  </a:lnTo>
                  <a:cubicBezTo>
                    <a:pt x="10662" y="21600"/>
                    <a:pt x="10931" y="21600"/>
                    <a:pt x="11098" y="21595"/>
                  </a:cubicBezTo>
                  <a:lnTo>
                    <a:pt x="11525" y="21573"/>
                  </a:lnTo>
                  <a:cubicBezTo>
                    <a:pt x="11687" y="21562"/>
                    <a:pt x="11828" y="21552"/>
                    <a:pt x="11839" y="21552"/>
                  </a:cubicBezTo>
                  <a:cubicBezTo>
                    <a:pt x="11849" y="21552"/>
                    <a:pt x="11882" y="21416"/>
                    <a:pt x="11920" y="21259"/>
                  </a:cubicBezTo>
                  <a:lnTo>
                    <a:pt x="12103" y="20468"/>
                  </a:lnTo>
                  <a:cubicBezTo>
                    <a:pt x="12141" y="20306"/>
                    <a:pt x="12302" y="20149"/>
                    <a:pt x="12464" y="20116"/>
                  </a:cubicBezTo>
                  <a:lnTo>
                    <a:pt x="13749" y="19791"/>
                  </a:lnTo>
                  <a:cubicBezTo>
                    <a:pt x="13906" y="19742"/>
                    <a:pt x="14120" y="19807"/>
                    <a:pt x="14228" y="19932"/>
                  </a:cubicBezTo>
                  <a:lnTo>
                    <a:pt x="14757" y="20543"/>
                  </a:lnTo>
                  <a:cubicBezTo>
                    <a:pt x="14865" y="20668"/>
                    <a:pt x="14957" y="20767"/>
                    <a:pt x="14968" y="20766"/>
                  </a:cubicBezTo>
                  <a:cubicBezTo>
                    <a:pt x="14974" y="20761"/>
                    <a:pt x="15102" y="20701"/>
                    <a:pt x="15253" y="20631"/>
                  </a:cubicBezTo>
                  <a:lnTo>
                    <a:pt x="16543" y="19937"/>
                  </a:lnTo>
                  <a:cubicBezTo>
                    <a:pt x="16683" y="19850"/>
                    <a:pt x="16802" y="19780"/>
                    <a:pt x="16813" y="19774"/>
                  </a:cubicBezTo>
                  <a:cubicBezTo>
                    <a:pt x="16818" y="19769"/>
                    <a:pt x="16792" y="19633"/>
                    <a:pt x="16749" y="19476"/>
                  </a:cubicBezTo>
                  <a:lnTo>
                    <a:pt x="16538" y="18673"/>
                  </a:lnTo>
                  <a:cubicBezTo>
                    <a:pt x="16495" y="18516"/>
                    <a:pt x="16565" y="18301"/>
                    <a:pt x="16695" y="18192"/>
                  </a:cubicBezTo>
                  <a:lnTo>
                    <a:pt x="17622" y="17336"/>
                  </a:lnTo>
                  <a:cubicBezTo>
                    <a:pt x="17736" y="17216"/>
                    <a:pt x="17957" y="17173"/>
                    <a:pt x="18108" y="17232"/>
                  </a:cubicBezTo>
                  <a:lnTo>
                    <a:pt x="18868" y="17535"/>
                  </a:lnTo>
                  <a:cubicBezTo>
                    <a:pt x="19019" y="17595"/>
                    <a:pt x="19150" y="17639"/>
                    <a:pt x="19155" y="17634"/>
                  </a:cubicBezTo>
                  <a:cubicBezTo>
                    <a:pt x="19160" y="17628"/>
                    <a:pt x="19247" y="17515"/>
                    <a:pt x="19344" y="17380"/>
                  </a:cubicBezTo>
                  <a:lnTo>
                    <a:pt x="20175" y="16127"/>
                  </a:lnTo>
                  <a:cubicBezTo>
                    <a:pt x="20262" y="15986"/>
                    <a:pt x="20332" y="15861"/>
                    <a:pt x="20337" y="15856"/>
                  </a:cubicBezTo>
                  <a:cubicBezTo>
                    <a:pt x="20342" y="15850"/>
                    <a:pt x="20256" y="15743"/>
                    <a:pt x="20143" y="15624"/>
                  </a:cubicBezTo>
                  <a:lnTo>
                    <a:pt x="19570" y="14989"/>
                  </a:lnTo>
                  <a:cubicBezTo>
                    <a:pt x="19462" y="14869"/>
                    <a:pt x="19419" y="14642"/>
                    <a:pt x="19479" y="14491"/>
                  </a:cubicBezTo>
                  <a:lnTo>
                    <a:pt x="19862" y="13390"/>
                  </a:lnTo>
                  <a:cubicBezTo>
                    <a:pt x="19910" y="13233"/>
                    <a:pt x="20082" y="13088"/>
                    <a:pt x="20244" y="13072"/>
                  </a:cubicBezTo>
                  <a:lnTo>
                    <a:pt x="21081" y="12978"/>
                  </a:lnTo>
                  <a:cubicBezTo>
                    <a:pt x="21243" y="12962"/>
                    <a:pt x="21379" y="12940"/>
                    <a:pt x="21384" y="12929"/>
                  </a:cubicBezTo>
                  <a:cubicBezTo>
                    <a:pt x="21384" y="12918"/>
                    <a:pt x="21404" y="12784"/>
                    <a:pt x="21431" y="12616"/>
                  </a:cubicBezTo>
                  <a:lnTo>
                    <a:pt x="21583" y="11072"/>
                  </a:lnTo>
                  <a:cubicBezTo>
                    <a:pt x="21594" y="10909"/>
                    <a:pt x="21600" y="10767"/>
                    <a:pt x="21600" y="10757"/>
                  </a:cubicBezTo>
                  <a:cubicBezTo>
                    <a:pt x="21584" y="10757"/>
                    <a:pt x="21460" y="10702"/>
                    <a:pt x="21303" y="10648"/>
                  </a:cubicBezTo>
                  <a:lnTo>
                    <a:pt x="20477" y="10345"/>
                  </a:lnTo>
                  <a:cubicBezTo>
                    <a:pt x="20321" y="10291"/>
                    <a:pt x="20180" y="10106"/>
                    <a:pt x="20163" y="9944"/>
                  </a:cubicBezTo>
                  <a:lnTo>
                    <a:pt x="20013" y="8914"/>
                  </a:lnTo>
                  <a:cubicBezTo>
                    <a:pt x="19981" y="8752"/>
                    <a:pt x="20067" y="8546"/>
                    <a:pt x="20202" y="8454"/>
                  </a:cubicBezTo>
                  <a:lnTo>
                    <a:pt x="20926" y="7966"/>
                  </a:lnTo>
                  <a:cubicBezTo>
                    <a:pt x="21060" y="7874"/>
                    <a:pt x="21174" y="7792"/>
                    <a:pt x="21168" y="7781"/>
                  </a:cubicBezTo>
                  <a:cubicBezTo>
                    <a:pt x="21168" y="7770"/>
                    <a:pt x="21119" y="7640"/>
                    <a:pt x="21065" y="7483"/>
                  </a:cubicBezTo>
                  <a:lnTo>
                    <a:pt x="20472" y="6000"/>
                  </a:lnTo>
                  <a:cubicBezTo>
                    <a:pt x="20402" y="5848"/>
                    <a:pt x="20342" y="5723"/>
                    <a:pt x="20337" y="5712"/>
                  </a:cubicBezTo>
                  <a:cubicBezTo>
                    <a:pt x="20332" y="5701"/>
                    <a:pt x="20197" y="5717"/>
                    <a:pt x="20035" y="5739"/>
                  </a:cubicBezTo>
                  <a:lnTo>
                    <a:pt x="19133" y="5858"/>
                  </a:lnTo>
                  <a:cubicBezTo>
                    <a:pt x="18971" y="5879"/>
                    <a:pt x="18761" y="5788"/>
                    <a:pt x="18674" y="5648"/>
                  </a:cubicBezTo>
                  <a:lnTo>
                    <a:pt x="18135" y="4899"/>
                  </a:lnTo>
                  <a:cubicBezTo>
                    <a:pt x="18032" y="4769"/>
                    <a:pt x="18017" y="4548"/>
                    <a:pt x="18093" y="4401"/>
                  </a:cubicBezTo>
                  <a:lnTo>
                    <a:pt x="18518" y="3609"/>
                  </a:lnTo>
                  <a:cubicBezTo>
                    <a:pt x="18593" y="3462"/>
                    <a:pt x="18653" y="3338"/>
                    <a:pt x="18647" y="3333"/>
                  </a:cubicBezTo>
                  <a:cubicBezTo>
                    <a:pt x="18642" y="3327"/>
                    <a:pt x="18540" y="3230"/>
                    <a:pt x="18422" y="3116"/>
                  </a:cubicBezTo>
                  <a:lnTo>
                    <a:pt x="17186" y="2044"/>
                  </a:lnTo>
                  <a:cubicBezTo>
                    <a:pt x="17056" y="1941"/>
                    <a:pt x="16943" y="1853"/>
                    <a:pt x="16938" y="1848"/>
                  </a:cubicBezTo>
                  <a:cubicBezTo>
                    <a:pt x="16932" y="1842"/>
                    <a:pt x="16813" y="1918"/>
                    <a:pt x="16683" y="2010"/>
                  </a:cubicBezTo>
                  <a:lnTo>
                    <a:pt x="15934" y="2547"/>
                  </a:lnTo>
                  <a:cubicBezTo>
                    <a:pt x="15800" y="2644"/>
                    <a:pt x="15572" y="2655"/>
                    <a:pt x="15432" y="2574"/>
                  </a:cubicBezTo>
                  <a:lnTo>
                    <a:pt x="14682" y="2190"/>
                  </a:lnTo>
                  <a:cubicBezTo>
                    <a:pt x="14531" y="2119"/>
                    <a:pt x="14411" y="1929"/>
                    <a:pt x="14417" y="1761"/>
                  </a:cubicBezTo>
                  <a:lnTo>
                    <a:pt x="14429" y="840"/>
                  </a:lnTo>
                  <a:cubicBezTo>
                    <a:pt x="14429" y="677"/>
                    <a:pt x="14428" y="537"/>
                    <a:pt x="14417" y="537"/>
                  </a:cubicBezTo>
                  <a:cubicBezTo>
                    <a:pt x="14411" y="531"/>
                    <a:pt x="14272" y="494"/>
                    <a:pt x="14115" y="445"/>
                  </a:cubicBezTo>
                  <a:lnTo>
                    <a:pt x="12508" y="54"/>
                  </a:lnTo>
                  <a:cubicBezTo>
                    <a:pt x="12346" y="22"/>
                    <a:pt x="12205" y="0"/>
                    <a:pt x="12200" y="0"/>
                  </a:cubicBezTo>
                  <a:cubicBezTo>
                    <a:pt x="12189" y="0"/>
                    <a:pt x="12125" y="120"/>
                    <a:pt x="12049" y="266"/>
                  </a:cubicBezTo>
                  <a:lnTo>
                    <a:pt x="11628" y="1096"/>
                  </a:lnTo>
                  <a:cubicBezTo>
                    <a:pt x="11552" y="1242"/>
                    <a:pt x="11358" y="1355"/>
                    <a:pt x="11196" y="1350"/>
                  </a:cubicBezTo>
                  <a:lnTo>
                    <a:pt x="10387" y="1350"/>
                  </a:lnTo>
                  <a:cubicBezTo>
                    <a:pt x="10225" y="1355"/>
                    <a:pt x="10025" y="1242"/>
                    <a:pt x="9955" y="1096"/>
                  </a:cubicBezTo>
                  <a:lnTo>
                    <a:pt x="9534" y="266"/>
                  </a:lnTo>
                  <a:cubicBezTo>
                    <a:pt x="9458" y="120"/>
                    <a:pt x="9394" y="0"/>
                    <a:pt x="9384" y="0"/>
                  </a:cubicBezTo>
                  <a:close/>
                  <a:moveTo>
                    <a:pt x="10792" y="5820"/>
                  </a:moveTo>
                  <a:cubicBezTo>
                    <a:pt x="13533" y="5820"/>
                    <a:pt x="15761" y="8053"/>
                    <a:pt x="15761" y="10811"/>
                  </a:cubicBezTo>
                  <a:cubicBezTo>
                    <a:pt x="15761" y="13569"/>
                    <a:pt x="13533" y="15801"/>
                    <a:pt x="10792" y="15801"/>
                  </a:cubicBezTo>
                  <a:cubicBezTo>
                    <a:pt x="8051" y="15801"/>
                    <a:pt x="5822" y="13569"/>
                    <a:pt x="5822" y="10811"/>
                  </a:cubicBezTo>
                  <a:cubicBezTo>
                    <a:pt x="5822" y="8053"/>
                    <a:pt x="8045" y="5820"/>
                    <a:pt x="10792" y="5820"/>
                  </a:cubicBezTo>
                  <a:close/>
                  <a:moveTo>
                    <a:pt x="10792" y="7592"/>
                  </a:moveTo>
                  <a:cubicBezTo>
                    <a:pt x="9016" y="7592"/>
                    <a:pt x="7581" y="9033"/>
                    <a:pt x="7581" y="10816"/>
                  </a:cubicBezTo>
                  <a:cubicBezTo>
                    <a:pt x="7581" y="12593"/>
                    <a:pt x="9016" y="14040"/>
                    <a:pt x="10792" y="14040"/>
                  </a:cubicBezTo>
                  <a:cubicBezTo>
                    <a:pt x="12567" y="14040"/>
                    <a:pt x="14002" y="12599"/>
                    <a:pt x="14002" y="10816"/>
                  </a:cubicBezTo>
                  <a:cubicBezTo>
                    <a:pt x="14002" y="9033"/>
                    <a:pt x="12567" y="7592"/>
                    <a:pt x="10792" y="7592"/>
                  </a:cubicBezTo>
                  <a:close/>
                </a:path>
              </a:pathLst>
            </a:custGeom>
            <a:solidFill>
              <a:srgbClr val="000000"/>
            </a:solidFill>
            <a:ln w="3937"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211" name="Oval 204">
              <a:extLst>
                <a:ext uri="{FF2B5EF4-FFF2-40B4-BE49-F238E27FC236}">
                  <a16:creationId xmlns:a16="http://schemas.microsoft.com/office/drawing/2014/main" id="{6C4DBFF4-36ED-AADF-44C2-10895FD95FA2}"/>
                </a:ext>
              </a:extLst>
            </p:cNvPr>
            <p:cNvSpPr/>
            <p:nvPr/>
          </p:nvSpPr>
          <p:spPr>
            <a:xfrm>
              <a:off x="17143787" y="21286384"/>
              <a:ext cx="484610" cy="485463"/>
            </a:xfrm>
            <a:prstGeom prst="ellipse">
              <a:avLst/>
            </a:prstGeom>
            <a:noFill/>
            <a:ln w="2559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28346" tIns="14173" rIns="28346" bIns="14173" rtlCol="0" anchor="ctr"/>
            <a:lstStyle/>
            <a:p>
              <a:pPr algn="ctr"/>
              <a:endParaRPr lang="en-US"/>
            </a:p>
          </p:txBody>
        </p:sp>
        <p:sp>
          <p:nvSpPr>
            <p:cNvPr id="5212" name="Gear">
              <a:extLst>
                <a:ext uri="{FF2B5EF4-FFF2-40B4-BE49-F238E27FC236}">
                  <a16:creationId xmlns:a16="http://schemas.microsoft.com/office/drawing/2014/main" id="{3FD69CC0-4FA8-BBA0-F53F-C86463237E7A}"/>
                </a:ext>
              </a:extLst>
            </p:cNvPr>
            <p:cNvSpPr/>
            <p:nvPr/>
          </p:nvSpPr>
          <p:spPr>
            <a:xfrm>
              <a:off x="13824595" y="21023740"/>
              <a:ext cx="637756" cy="6349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9" extrusionOk="0">
                  <a:moveTo>
                    <a:pt x="9384" y="0"/>
                  </a:moveTo>
                  <a:cubicBezTo>
                    <a:pt x="9373" y="0"/>
                    <a:pt x="9237" y="27"/>
                    <a:pt x="9075" y="54"/>
                  </a:cubicBezTo>
                  <a:lnTo>
                    <a:pt x="7468" y="445"/>
                  </a:lnTo>
                  <a:cubicBezTo>
                    <a:pt x="7312" y="494"/>
                    <a:pt x="7177" y="531"/>
                    <a:pt x="7166" y="537"/>
                  </a:cubicBezTo>
                  <a:cubicBezTo>
                    <a:pt x="7161" y="542"/>
                    <a:pt x="7154" y="677"/>
                    <a:pt x="7154" y="840"/>
                  </a:cubicBezTo>
                  <a:lnTo>
                    <a:pt x="7166" y="1761"/>
                  </a:lnTo>
                  <a:cubicBezTo>
                    <a:pt x="7166" y="1924"/>
                    <a:pt x="7047" y="2119"/>
                    <a:pt x="6902" y="2190"/>
                  </a:cubicBezTo>
                  <a:lnTo>
                    <a:pt x="6151" y="2574"/>
                  </a:lnTo>
                  <a:cubicBezTo>
                    <a:pt x="6006" y="2655"/>
                    <a:pt x="5778" y="2644"/>
                    <a:pt x="5649" y="2547"/>
                  </a:cubicBezTo>
                  <a:lnTo>
                    <a:pt x="4900" y="2010"/>
                  </a:lnTo>
                  <a:cubicBezTo>
                    <a:pt x="4765" y="1913"/>
                    <a:pt x="4651" y="1842"/>
                    <a:pt x="4645" y="1848"/>
                  </a:cubicBezTo>
                  <a:cubicBezTo>
                    <a:pt x="4640" y="1853"/>
                    <a:pt x="4527" y="1941"/>
                    <a:pt x="4398" y="2044"/>
                  </a:cubicBezTo>
                  <a:lnTo>
                    <a:pt x="3162" y="3116"/>
                  </a:lnTo>
                  <a:cubicBezTo>
                    <a:pt x="3043" y="3230"/>
                    <a:pt x="2941" y="3327"/>
                    <a:pt x="2936" y="3333"/>
                  </a:cubicBezTo>
                  <a:cubicBezTo>
                    <a:pt x="2930" y="3338"/>
                    <a:pt x="2990" y="3462"/>
                    <a:pt x="3065" y="3609"/>
                  </a:cubicBezTo>
                  <a:lnTo>
                    <a:pt x="3490" y="4401"/>
                  </a:lnTo>
                  <a:cubicBezTo>
                    <a:pt x="3566" y="4548"/>
                    <a:pt x="3551" y="4769"/>
                    <a:pt x="3448" y="4899"/>
                  </a:cubicBezTo>
                  <a:lnTo>
                    <a:pt x="2909" y="5648"/>
                  </a:lnTo>
                  <a:cubicBezTo>
                    <a:pt x="2817" y="5783"/>
                    <a:pt x="2612" y="5879"/>
                    <a:pt x="2450" y="5858"/>
                  </a:cubicBezTo>
                  <a:lnTo>
                    <a:pt x="1548" y="5739"/>
                  </a:lnTo>
                  <a:cubicBezTo>
                    <a:pt x="1386" y="5717"/>
                    <a:pt x="1251" y="5707"/>
                    <a:pt x="1246" y="5712"/>
                  </a:cubicBezTo>
                  <a:cubicBezTo>
                    <a:pt x="1241" y="5717"/>
                    <a:pt x="1181" y="5848"/>
                    <a:pt x="1111" y="6000"/>
                  </a:cubicBezTo>
                  <a:lnTo>
                    <a:pt x="518" y="7483"/>
                  </a:lnTo>
                  <a:cubicBezTo>
                    <a:pt x="464" y="7640"/>
                    <a:pt x="420" y="7776"/>
                    <a:pt x="415" y="7781"/>
                  </a:cubicBezTo>
                  <a:cubicBezTo>
                    <a:pt x="415" y="7792"/>
                    <a:pt x="523" y="7874"/>
                    <a:pt x="658" y="7966"/>
                  </a:cubicBezTo>
                  <a:lnTo>
                    <a:pt x="1381" y="8454"/>
                  </a:lnTo>
                  <a:cubicBezTo>
                    <a:pt x="1516" y="8546"/>
                    <a:pt x="1602" y="8752"/>
                    <a:pt x="1570" y="8914"/>
                  </a:cubicBezTo>
                  <a:lnTo>
                    <a:pt x="1420" y="9944"/>
                  </a:lnTo>
                  <a:cubicBezTo>
                    <a:pt x="1404" y="10106"/>
                    <a:pt x="1263" y="10291"/>
                    <a:pt x="1106" y="10345"/>
                  </a:cubicBezTo>
                  <a:lnTo>
                    <a:pt x="280" y="10648"/>
                  </a:lnTo>
                  <a:cubicBezTo>
                    <a:pt x="123" y="10702"/>
                    <a:pt x="0" y="10758"/>
                    <a:pt x="0" y="10769"/>
                  </a:cubicBezTo>
                  <a:cubicBezTo>
                    <a:pt x="0" y="10779"/>
                    <a:pt x="6" y="10919"/>
                    <a:pt x="17" y="11082"/>
                  </a:cubicBezTo>
                  <a:lnTo>
                    <a:pt x="167" y="12626"/>
                  </a:lnTo>
                  <a:cubicBezTo>
                    <a:pt x="194" y="12789"/>
                    <a:pt x="210" y="12930"/>
                    <a:pt x="216" y="12941"/>
                  </a:cubicBezTo>
                  <a:cubicBezTo>
                    <a:pt x="216" y="12952"/>
                    <a:pt x="350" y="12974"/>
                    <a:pt x="518" y="12990"/>
                  </a:cubicBezTo>
                  <a:lnTo>
                    <a:pt x="1354" y="13082"/>
                  </a:lnTo>
                  <a:cubicBezTo>
                    <a:pt x="1516" y="13098"/>
                    <a:pt x="1688" y="13245"/>
                    <a:pt x="1737" y="13402"/>
                  </a:cubicBezTo>
                  <a:lnTo>
                    <a:pt x="2121" y="14501"/>
                  </a:lnTo>
                  <a:cubicBezTo>
                    <a:pt x="2181" y="14653"/>
                    <a:pt x="2142" y="14881"/>
                    <a:pt x="2028" y="15000"/>
                  </a:cubicBezTo>
                  <a:lnTo>
                    <a:pt x="1457" y="15624"/>
                  </a:lnTo>
                  <a:cubicBezTo>
                    <a:pt x="1349" y="15743"/>
                    <a:pt x="1258" y="15850"/>
                    <a:pt x="1263" y="15856"/>
                  </a:cubicBezTo>
                  <a:cubicBezTo>
                    <a:pt x="1268" y="15861"/>
                    <a:pt x="1338" y="15986"/>
                    <a:pt x="1425" y="16127"/>
                  </a:cubicBezTo>
                  <a:lnTo>
                    <a:pt x="2256" y="17380"/>
                  </a:lnTo>
                  <a:cubicBezTo>
                    <a:pt x="2353" y="17510"/>
                    <a:pt x="2440" y="17623"/>
                    <a:pt x="2445" y="17634"/>
                  </a:cubicBezTo>
                  <a:cubicBezTo>
                    <a:pt x="2450" y="17639"/>
                    <a:pt x="2579" y="17595"/>
                    <a:pt x="2730" y="17535"/>
                  </a:cubicBezTo>
                  <a:lnTo>
                    <a:pt x="3490" y="17232"/>
                  </a:lnTo>
                  <a:cubicBezTo>
                    <a:pt x="3641" y="17173"/>
                    <a:pt x="3863" y="17216"/>
                    <a:pt x="3976" y="17336"/>
                  </a:cubicBezTo>
                  <a:lnTo>
                    <a:pt x="4905" y="18192"/>
                  </a:lnTo>
                  <a:cubicBezTo>
                    <a:pt x="5029" y="18295"/>
                    <a:pt x="5100" y="18511"/>
                    <a:pt x="5062" y="18673"/>
                  </a:cubicBezTo>
                  <a:lnTo>
                    <a:pt x="4851" y="19476"/>
                  </a:lnTo>
                  <a:cubicBezTo>
                    <a:pt x="4808" y="19633"/>
                    <a:pt x="4780" y="19769"/>
                    <a:pt x="4785" y="19774"/>
                  </a:cubicBezTo>
                  <a:cubicBezTo>
                    <a:pt x="4791" y="19780"/>
                    <a:pt x="4915" y="19850"/>
                    <a:pt x="5055" y="19937"/>
                  </a:cubicBezTo>
                  <a:lnTo>
                    <a:pt x="6345" y="20631"/>
                  </a:lnTo>
                  <a:cubicBezTo>
                    <a:pt x="6491" y="20701"/>
                    <a:pt x="6621" y="20761"/>
                    <a:pt x="6632" y="20766"/>
                  </a:cubicBezTo>
                  <a:cubicBezTo>
                    <a:pt x="6637" y="20772"/>
                    <a:pt x="6735" y="20668"/>
                    <a:pt x="6843" y="20543"/>
                  </a:cubicBezTo>
                  <a:lnTo>
                    <a:pt x="7370" y="19932"/>
                  </a:lnTo>
                  <a:cubicBezTo>
                    <a:pt x="7478" y="19807"/>
                    <a:pt x="7694" y="19742"/>
                    <a:pt x="7851" y="19791"/>
                  </a:cubicBezTo>
                  <a:lnTo>
                    <a:pt x="9136" y="20116"/>
                  </a:lnTo>
                  <a:cubicBezTo>
                    <a:pt x="9298" y="20149"/>
                    <a:pt x="9459" y="20306"/>
                    <a:pt x="9497" y="20468"/>
                  </a:cubicBezTo>
                  <a:lnTo>
                    <a:pt x="9680" y="21259"/>
                  </a:lnTo>
                  <a:cubicBezTo>
                    <a:pt x="9718" y="21422"/>
                    <a:pt x="9756" y="21552"/>
                    <a:pt x="9761" y="21552"/>
                  </a:cubicBezTo>
                  <a:cubicBezTo>
                    <a:pt x="9767" y="21552"/>
                    <a:pt x="9911" y="21562"/>
                    <a:pt x="10073" y="21573"/>
                  </a:cubicBezTo>
                  <a:lnTo>
                    <a:pt x="10500" y="21595"/>
                  </a:lnTo>
                  <a:cubicBezTo>
                    <a:pt x="10662" y="21600"/>
                    <a:pt x="10931" y="21600"/>
                    <a:pt x="11098" y="21595"/>
                  </a:cubicBezTo>
                  <a:lnTo>
                    <a:pt x="11525" y="21573"/>
                  </a:lnTo>
                  <a:cubicBezTo>
                    <a:pt x="11687" y="21562"/>
                    <a:pt x="11828" y="21552"/>
                    <a:pt x="11839" y="21552"/>
                  </a:cubicBezTo>
                  <a:cubicBezTo>
                    <a:pt x="11849" y="21552"/>
                    <a:pt x="11882" y="21416"/>
                    <a:pt x="11920" y="21259"/>
                  </a:cubicBezTo>
                  <a:lnTo>
                    <a:pt x="12103" y="20468"/>
                  </a:lnTo>
                  <a:cubicBezTo>
                    <a:pt x="12141" y="20306"/>
                    <a:pt x="12302" y="20149"/>
                    <a:pt x="12464" y="20116"/>
                  </a:cubicBezTo>
                  <a:lnTo>
                    <a:pt x="13749" y="19791"/>
                  </a:lnTo>
                  <a:cubicBezTo>
                    <a:pt x="13906" y="19742"/>
                    <a:pt x="14120" y="19807"/>
                    <a:pt x="14228" y="19932"/>
                  </a:cubicBezTo>
                  <a:lnTo>
                    <a:pt x="14757" y="20543"/>
                  </a:lnTo>
                  <a:cubicBezTo>
                    <a:pt x="14865" y="20668"/>
                    <a:pt x="14957" y="20767"/>
                    <a:pt x="14968" y="20766"/>
                  </a:cubicBezTo>
                  <a:cubicBezTo>
                    <a:pt x="14974" y="20761"/>
                    <a:pt x="15102" y="20701"/>
                    <a:pt x="15253" y="20631"/>
                  </a:cubicBezTo>
                  <a:lnTo>
                    <a:pt x="16543" y="19937"/>
                  </a:lnTo>
                  <a:cubicBezTo>
                    <a:pt x="16683" y="19850"/>
                    <a:pt x="16802" y="19780"/>
                    <a:pt x="16813" y="19774"/>
                  </a:cubicBezTo>
                  <a:cubicBezTo>
                    <a:pt x="16818" y="19769"/>
                    <a:pt x="16792" y="19633"/>
                    <a:pt x="16749" y="19476"/>
                  </a:cubicBezTo>
                  <a:lnTo>
                    <a:pt x="16538" y="18673"/>
                  </a:lnTo>
                  <a:cubicBezTo>
                    <a:pt x="16495" y="18516"/>
                    <a:pt x="16565" y="18301"/>
                    <a:pt x="16695" y="18192"/>
                  </a:cubicBezTo>
                  <a:lnTo>
                    <a:pt x="17622" y="17336"/>
                  </a:lnTo>
                  <a:cubicBezTo>
                    <a:pt x="17736" y="17216"/>
                    <a:pt x="17957" y="17173"/>
                    <a:pt x="18108" y="17232"/>
                  </a:cubicBezTo>
                  <a:lnTo>
                    <a:pt x="18868" y="17535"/>
                  </a:lnTo>
                  <a:cubicBezTo>
                    <a:pt x="19019" y="17595"/>
                    <a:pt x="19150" y="17639"/>
                    <a:pt x="19155" y="17634"/>
                  </a:cubicBezTo>
                  <a:cubicBezTo>
                    <a:pt x="19160" y="17628"/>
                    <a:pt x="19247" y="17515"/>
                    <a:pt x="19344" y="17380"/>
                  </a:cubicBezTo>
                  <a:lnTo>
                    <a:pt x="20175" y="16127"/>
                  </a:lnTo>
                  <a:cubicBezTo>
                    <a:pt x="20262" y="15986"/>
                    <a:pt x="20332" y="15861"/>
                    <a:pt x="20337" y="15856"/>
                  </a:cubicBezTo>
                  <a:cubicBezTo>
                    <a:pt x="20342" y="15850"/>
                    <a:pt x="20256" y="15743"/>
                    <a:pt x="20143" y="15624"/>
                  </a:cubicBezTo>
                  <a:lnTo>
                    <a:pt x="19570" y="14989"/>
                  </a:lnTo>
                  <a:cubicBezTo>
                    <a:pt x="19462" y="14869"/>
                    <a:pt x="19419" y="14642"/>
                    <a:pt x="19479" y="14491"/>
                  </a:cubicBezTo>
                  <a:lnTo>
                    <a:pt x="19862" y="13390"/>
                  </a:lnTo>
                  <a:cubicBezTo>
                    <a:pt x="19910" y="13233"/>
                    <a:pt x="20082" y="13088"/>
                    <a:pt x="20244" y="13072"/>
                  </a:cubicBezTo>
                  <a:lnTo>
                    <a:pt x="21081" y="12978"/>
                  </a:lnTo>
                  <a:cubicBezTo>
                    <a:pt x="21243" y="12962"/>
                    <a:pt x="21379" y="12940"/>
                    <a:pt x="21384" y="12929"/>
                  </a:cubicBezTo>
                  <a:cubicBezTo>
                    <a:pt x="21384" y="12918"/>
                    <a:pt x="21404" y="12784"/>
                    <a:pt x="21431" y="12616"/>
                  </a:cubicBezTo>
                  <a:lnTo>
                    <a:pt x="21583" y="11072"/>
                  </a:lnTo>
                  <a:cubicBezTo>
                    <a:pt x="21594" y="10909"/>
                    <a:pt x="21600" y="10767"/>
                    <a:pt x="21600" y="10757"/>
                  </a:cubicBezTo>
                  <a:cubicBezTo>
                    <a:pt x="21584" y="10757"/>
                    <a:pt x="21460" y="10702"/>
                    <a:pt x="21303" y="10648"/>
                  </a:cubicBezTo>
                  <a:lnTo>
                    <a:pt x="20477" y="10345"/>
                  </a:lnTo>
                  <a:cubicBezTo>
                    <a:pt x="20321" y="10291"/>
                    <a:pt x="20180" y="10106"/>
                    <a:pt x="20163" y="9944"/>
                  </a:cubicBezTo>
                  <a:lnTo>
                    <a:pt x="20013" y="8914"/>
                  </a:lnTo>
                  <a:cubicBezTo>
                    <a:pt x="19981" y="8752"/>
                    <a:pt x="20067" y="8546"/>
                    <a:pt x="20202" y="8454"/>
                  </a:cubicBezTo>
                  <a:lnTo>
                    <a:pt x="20926" y="7966"/>
                  </a:lnTo>
                  <a:cubicBezTo>
                    <a:pt x="21060" y="7874"/>
                    <a:pt x="21174" y="7792"/>
                    <a:pt x="21168" y="7781"/>
                  </a:cubicBezTo>
                  <a:cubicBezTo>
                    <a:pt x="21168" y="7770"/>
                    <a:pt x="21119" y="7640"/>
                    <a:pt x="21065" y="7483"/>
                  </a:cubicBezTo>
                  <a:lnTo>
                    <a:pt x="20472" y="6000"/>
                  </a:lnTo>
                  <a:cubicBezTo>
                    <a:pt x="20402" y="5848"/>
                    <a:pt x="20342" y="5723"/>
                    <a:pt x="20337" y="5712"/>
                  </a:cubicBezTo>
                  <a:cubicBezTo>
                    <a:pt x="20332" y="5701"/>
                    <a:pt x="20197" y="5717"/>
                    <a:pt x="20035" y="5739"/>
                  </a:cubicBezTo>
                  <a:lnTo>
                    <a:pt x="19133" y="5858"/>
                  </a:lnTo>
                  <a:cubicBezTo>
                    <a:pt x="18971" y="5879"/>
                    <a:pt x="18761" y="5788"/>
                    <a:pt x="18674" y="5648"/>
                  </a:cubicBezTo>
                  <a:lnTo>
                    <a:pt x="18135" y="4899"/>
                  </a:lnTo>
                  <a:cubicBezTo>
                    <a:pt x="18032" y="4769"/>
                    <a:pt x="18017" y="4548"/>
                    <a:pt x="18093" y="4401"/>
                  </a:cubicBezTo>
                  <a:lnTo>
                    <a:pt x="18518" y="3609"/>
                  </a:lnTo>
                  <a:cubicBezTo>
                    <a:pt x="18593" y="3462"/>
                    <a:pt x="18653" y="3338"/>
                    <a:pt x="18647" y="3333"/>
                  </a:cubicBezTo>
                  <a:cubicBezTo>
                    <a:pt x="18642" y="3327"/>
                    <a:pt x="18540" y="3230"/>
                    <a:pt x="18422" y="3116"/>
                  </a:cubicBezTo>
                  <a:lnTo>
                    <a:pt x="17186" y="2044"/>
                  </a:lnTo>
                  <a:cubicBezTo>
                    <a:pt x="17056" y="1941"/>
                    <a:pt x="16943" y="1853"/>
                    <a:pt x="16938" y="1848"/>
                  </a:cubicBezTo>
                  <a:cubicBezTo>
                    <a:pt x="16932" y="1842"/>
                    <a:pt x="16813" y="1918"/>
                    <a:pt x="16683" y="2010"/>
                  </a:cubicBezTo>
                  <a:lnTo>
                    <a:pt x="15934" y="2547"/>
                  </a:lnTo>
                  <a:cubicBezTo>
                    <a:pt x="15800" y="2644"/>
                    <a:pt x="15572" y="2655"/>
                    <a:pt x="15432" y="2574"/>
                  </a:cubicBezTo>
                  <a:lnTo>
                    <a:pt x="14682" y="2190"/>
                  </a:lnTo>
                  <a:cubicBezTo>
                    <a:pt x="14531" y="2119"/>
                    <a:pt x="14411" y="1929"/>
                    <a:pt x="14417" y="1761"/>
                  </a:cubicBezTo>
                  <a:lnTo>
                    <a:pt x="14429" y="840"/>
                  </a:lnTo>
                  <a:cubicBezTo>
                    <a:pt x="14429" y="677"/>
                    <a:pt x="14428" y="537"/>
                    <a:pt x="14417" y="537"/>
                  </a:cubicBezTo>
                  <a:cubicBezTo>
                    <a:pt x="14411" y="531"/>
                    <a:pt x="14272" y="494"/>
                    <a:pt x="14115" y="445"/>
                  </a:cubicBezTo>
                  <a:lnTo>
                    <a:pt x="12508" y="54"/>
                  </a:lnTo>
                  <a:cubicBezTo>
                    <a:pt x="12346" y="22"/>
                    <a:pt x="12205" y="0"/>
                    <a:pt x="12200" y="0"/>
                  </a:cubicBezTo>
                  <a:cubicBezTo>
                    <a:pt x="12189" y="0"/>
                    <a:pt x="12125" y="120"/>
                    <a:pt x="12049" y="266"/>
                  </a:cubicBezTo>
                  <a:lnTo>
                    <a:pt x="11628" y="1096"/>
                  </a:lnTo>
                  <a:cubicBezTo>
                    <a:pt x="11552" y="1242"/>
                    <a:pt x="11358" y="1355"/>
                    <a:pt x="11196" y="1350"/>
                  </a:cubicBezTo>
                  <a:lnTo>
                    <a:pt x="10387" y="1350"/>
                  </a:lnTo>
                  <a:cubicBezTo>
                    <a:pt x="10225" y="1355"/>
                    <a:pt x="10025" y="1242"/>
                    <a:pt x="9955" y="1096"/>
                  </a:cubicBezTo>
                  <a:lnTo>
                    <a:pt x="9534" y="266"/>
                  </a:lnTo>
                  <a:cubicBezTo>
                    <a:pt x="9458" y="120"/>
                    <a:pt x="9394" y="0"/>
                    <a:pt x="9384" y="0"/>
                  </a:cubicBezTo>
                  <a:close/>
                  <a:moveTo>
                    <a:pt x="10792" y="5820"/>
                  </a:moveTo>
                  <a:cubicBezTo>
                    <a:pt x="13533" y="5820"/>
                    <a:pt x="15761" y="8053"/>
                    <a:pt x="15761" y="10811"/>
                  </a:cubicBezTo>
                  <a:cubicBezTo>
                    <a:pt x="15761" y="13569"/>
                    <a:pt x="13533" y="15801"/>
                    <a:pt x="10792" y="15801"/>
                  </a:cubicBezTo>
                  <a:cubicBezTo>
                    <a:pt x="8051" y="15801"/>
                    <a:pt x="5822" y="13569"/>
                    <a:pt x="5822" y="10811"/>
                  </a:cubicBezTo>
                  <a:cubicBezTo>
                    <a:pt x="5822" y="8053"/>
                    <a:pt x="8045" y="5820"/>
                    <a:pt x="10792" y="5820"/>
                  </a:cubicBezTo>
                  <a:close/>
                  <a:moveTo>
                    <a:pt x="10792" y="7592"/>
                  </a:moveTo>
                  <a:cubicBezTo>
                    <a:pt x="9016" y="7592"/>
                    <a:pt x="7581" y="9033"/>
                    <a:pt x="7581" y="10816"/>
                  </a:cubicBezTo>
                  <a:cubicBezTo>
                    <a:pt x="7581" y="12593"/>
                    <a:pt x="9016" y="14040"/>
                    <a:pt x="10792" y="14040"/>
                  </a:cubicBezTo>
                  <a:cubicBezTo>
                    <a:pt x="12567" y="14040"/>
                    <a:pt x="14002" y="12599"/>
                    <a:pt x="14002" y="10816"/>
                  </a:cubicBezTo>
                  <a:cubicBezTo>
                    <a:pt x="14002" y="9033"/>
                    <a:pt x="12567" y="7592"/>
                    <a:pt x="10792" y="7592"/>
                  </a:cubicBezTo>
                  <a:close/>
                </a:path>
              </a:pathLst>
            </a:custGeom>
            <a:solidFill>
              <a:srgbClr val="000000"/>
            </a:solidFill>
            <a:ln w="3937"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213" name="Oval 207">
              <a:extLst>
                <a:ext uri="{FF2B5EF4-FFF2-40B4-BE49-F238E27FC236}">
                  <a16:creationId xmlns:a16="http://schemas.microsoft.com/office/drawing/2014/main" id="{FFF6CAAE-AFF7-A96E-762E-BDAF9CC6F4DC}"/>
                </a:ext>
              </a:extLst>
            </p:cNvPr>
            <p:cNvSpPr/>
            <p:nvPr/>
          </p:nvSpPr>
          <p:spPr>
            <a:xfrm>
              <a:off x="13905311" y="21095605"/>
              <a:ext cx="484610" cy="485463"/>
            </a:xfrm>
            <a:prstGeom prst="ellipse">
              <a:avLst/>
            </a:prstGeom>
            <a:noFill/>
            <a:ln w="2559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28346" tIns="14173" rIns="28346" bIns="14173" rtlCol="0" anchor="ctr"/>
            <a:lstStyle/>
            <a:p>
              <a:pPr algn="ctr"/>
              <a:endParaRPr lang="en-US"/>
            </a:p>
          </p:txBody>
        </p:sp>
        <p:sp>
          <p:nvSpPr>
            <p:cNvPr id="5214" name="Right Brace 215">
              <a:extLst>
                <a:ext uri="{FF2B5EF4-FFF2-40B4-BE49-F238E27FC236}">
                  <a16:creationId xmlns:a16="http://schemas.microsoft.com/office/drawing/2014/main" id="{D9B229EB-1C71-79D0-B155-69908E65E987}"/>
                </a:ext>
              </a:extLst>
            </p:cNvPr>
            <p:cNvSpPr/>
            <p:nvPr/>
          </p:nvSpPr>
          <p:spPr>
            <a:xfrm rot="16200000">
              <a:off x="19033235" y="19737323"/>
              <a:ext cx="1252728" cy="1920240"/>
            </a:xfrm>
            <a:prstGeom prst="rightBrace">
              <a:avLst>
                <a:gd name="adj1" fmla="val 8333"/>
                <a:gd name="adj2" fmla="val 63204"/>
              </a:avLst>
            </a:prstGeom>
            <a:ln w="15748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28346" tIns="14173" rIns="28346" bIns="14173" rtlCol="0" anchor="ctr"/>
            <a:lstStyle/>
            <a:p>
              <a:pPr algn="ctr"/>
              <a:endParaRPr lang="en-US"/>
            </a:p>
          </p:txBody>
        </p:sp>
        <p:sp>
          <p:nvSpPr>
            <p:cNvPr id="5215" name="Right Brace 215">
              <a:extLst>
                <a:ext uri="{FF2B5EF4-FFF2-40B4-BE49-F238E27FC236}">
                  <a16:creationId xmlns:a16="http://schemas.microsoft.com/office/drawing/2014/main" id="{D9B229EB-1C71-79D0-B155-69908E65E987}"/>
                </a:ext>
              </a:extLst>
            </p:cNvPr>
            <p:cNvSpPr/>
            <p:nvPr/>
          </p:nvSpPr>
          <p:spPr>
            <a:xfrm rot="16200000">
              <a:off x="21182076" y="19691603"/>
              <a:ext cx="1252728" cy="2011679"/>
            </a:xfrm>
            <a:prstGeom prst="rightBrace">
              <a:avLst>
                <a:gd name="adj1" fmla="val 8333"/>
                <a:gd name="adj2" fmla="val 63204"/>
              </a:avLst>
            </a:prstGeom>
            <a:ln w="15748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28346" tIns="14173" rIns="28346" bIns="14173" rtlCol="0" anchor="ctr"/>
            <a:lstStyle/>
            <a:p>
              <a:pPr algn="ctr"/>
              <a:endParaRPr lang="en-US"/>
            </a:p>
          </p:txBody>
        </p:sp>
        <p:sp>
          <p:nvSpPr>
            <p:cNvPr id="5216" name="TextBox 217">
              <a:extLst>
                <a:ext uri="{FF2B5EF4-FFF2-40B4-BE49-F238E27FC236}">
                  <a16:creationId xmlns:a16="http://schemas.microsoft.com/office/drawing/2014/main" id="{11E2C376-EF76-4765-0474-338E24D9A8AD}"/>
                </a:ext>
              </a:extLst>
            </p:cNvPr>
            <p:cNvSpPr txBox="1"/>
            <p:nvPr/>
          </p:nvSpPr>
          <p:spPr>
            <a:xfrm>
              <a:off x="18196560" y="19431000"/>
              <a:ext cx="2926080" cy="649224"/>
            </a:xfrm>
            <a:prstGeom prst="rect">
              <a:avLst/>
            </a:prstGeom>
            <a:noFill/>
          </p:spPr>
          <p:txBody>
            <a:bodyPr wrap="none" lIns="28346" tIns="14173" rIns="28346" bIns="14173" rtlCol="0">
              <a:spAutoFit/>
            </a:bodyPr>
            <a:lstStyle/>
            <a:p>
              <a:pPr algn="ctr"/>
              <a:r>
                <a:rPr lang="en-US" sz="892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GHG</a:t>
              </a:r>
              <a:endParaRPr lang="en-US" sz="892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217" name="TextBox 217">
              <a:extLst>
                <a:ext uri="{FF2B5EF4-FFF2-40B4-BE49-F238E27FC236}">
                  <a16:creationId xmlns:a16="http://schemas.microsoft.com/office/drawing/2014/main" id="{11E2C376-EF76-4765-0474-338E24D9A8AD}"/>
                </a:ext>
              </a:extLst>
            </p:cNvPr>
            <p:cNvSpPr txBox="1"/>
            <p:nvPr/>
          </p:nvSpPr>
          <p:spPr>
            <a:xfrm>
              <a:off x="20345400" y="19431000"/>
              <a:ext cx="2926080" cy="649224"/>
            </a:xfrm>
            <a:prstGeom prst="rect">
              <a:avLst/>
            </a:prstGeom>
            <a:noFill/>
          </p:spPr>
          <p:txBody>
            <a:bodyPr wrap="none" lIns="28346" tIns="14173" rIns="28346" bIns="14173" rtlCol="0">
              <a:spAutoFit/>
            </a:bodyPr>
            <a:lstStyle/>
            <a:p>
              <a:pPr algn="ctr"/>
              <a:r>
                <a:rPr lang="en-US" sz="892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Other human</a:t>
              </a:r>
              <a:endParaRPr lang="en-US" sz="892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cxnSp>
        <p:nvCxnSpPr>
          <p:cNvPr id="5218" name="Connector 5217"/>
          <p:cNvCxnSpPr/>
          <p:nvPr/>
        </p:nvCxnSpPr>
        <p:spPr>
          <a:xfrm>
            <a:off x="2362985" y="8461606"/>
            <a:ext cx="1706454" cy="0"/>
          </a:xfrm>
          <a:prstGeom prst="line">
            <a:avLst/>
          </a:prstGeom>
          <a:ln w="9525">
            <a:solidFill>
              <a:srgbClr val="FFFFFF"/>
            </a:solidFill>
          </a:ln>
        </p:spPr>
      </p:cxnSp>
      <p:sp>
        <p:nvSpPr>
          <p:cNvPr id="5219" name="TextBox 5218"/>
          <p:cNvSpPr txBox="1"/>
          <p:nvPr/>
        </p:nvSpPr>
        <p:spPr>
          <a:xfrm>
            <a:off x="2972433" y="8206488"/>
            <a:ext cx="1097005" cy="255117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Helvetica Neue"/>
              </a:rPr>
              <a:t>Middle Ocean</a:t>
            </a:r>
          </a:p>
        </p:txBody>
      </p:sp>
      <p:sp>
        <p:nvSpPr>
          <p:cNvPr id="5220" name="TextBox 5219"/>
          <p:cNvSpPr txBox="1"/>
          <p:nvPr/>
        </p:nvSpPr>
        <p:spPr>
          <a:xfrm>
            <a:off x="2235427" y="8461606"/>
            <a:ext cx="1834012" cy="297637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  <a:latin typeface="Helvetica Neue"/>
              </a:rPr>
              <a:t>Deep Ocean</a:t>
            </a:r>
          </a:p>
        </p:txBody>
      </p:sp>
      <p:cxnSp>
        <p:nvCxnSpPr>
          <p:cNvPr id="5221" name="Connector 5220"/>
          <p:cNvCxnSpPr/>
          <p:nvPr/>
        </p:nvCxnSpPr>
        <p:spPr>
          <a:xfrm>
            <a:off x="1589129" y="8220662"/>
            <a:ext cx="0" cy="229605"/>
          </a:xfrm>
          <a:prstGeom prst="line">
            <a:avLst/>
          </a:prstGeom>
          <a:ln w="12700">
            <a:solidFill>
              <a:srgbClr val="7030A0"/>
            </a:solidFill>
          </a:ln>
        </p:spPr>
      </p:cxnSp>
      <p:cxnSp>
        <p:nvCxnSpPr>
          <p:cNvPr id="5222" name="Connector 5221"/>
          <p:cNvCxnSpPr/>
          <p:nvPr/>
        </p:nvCxnSpPr>
        <p:spPr>
          <a:xfrm>
            <a:off x="1506833" y="8220662"/>
            <a:ext cx="164592" cy="0"/>
          </a:xfrm>
          <a:prstGeom prst="line">
            <a:avLst/>
          </a:prstGeom>
          <a:ln w="12700">
            <a:solidFill>
              <a:srgbClr val="7030A0"/>
            </a:solidFill>
          </a:ln>
        </p:spPr>
      </p:cxnSp>
      <p:cxnSp>
        <p:nvCxnSpPr>
          <p:cNvPr id="5223" name="Connector 5222"/>
          <p:cNvCxnSpPr/>
          <p:nvPr/>
        </p:nvCxnSpPr>
        <p:spPr>
          <a:xfrm>
            <a:off x="1506833" y="8450267"/>
            <a:ext cx="164592" cy="0"/>
          </a:xfrm>
          <a:prstGeom prst="line">
            <a:avLst/>
          </a:prstGeom>
          <a:ln w="12700">
            <a:solidFill>
              <a:srgbClr val="7030A0"/>
            </a:solidFill>
          </a:ln>
        </p:spPr>
      </p:cxnSp>
      <p:cxnSp>
        <p:nvCxnSpPr>
          <p:cNvPr id="5224" name="Connector 5223"/>
          <p:cNvCxnSpPr/>
          <p:nvPr/>
        </p:nvCxnSpPr>
        <p:spPr>
          <a:xfrm>
            <a:off x="1589129" y="8472945"/>
            <a:ext cx="0" cy="280629"/>
          </a:xfrm>
          <a:prstGeom prst="line">
            <a:avLst/>
          </a:prstGeom>
          <a:ln w="12700">
            <a:solidFill>
              <a:srgbClr val="7030A0"/>
            </a:solidFill>
          </a:ln>
        </p:spPr>
      </p:cxnSp>
      <p:cxnSp>
        <p:nvCxnSpPr>
          <p:cNvPr id="5225" name="Connector 5224"/>
          <p:cNvCxnSpPr/>
          <p:nvPr/>
        </p:nvCxnSpPr>
        <p:spPr>
          <a:xfrm>
            <a:off x="1506833" y="8472945"/>
            <a:ext cx="164592" cy="0"/>
          </a:xfrm>
          <a:prstGeom prst="line">
            <a:avLst/>
          </a:prstGeom>
          <a:ln w="12700">
            <a:solidFill>
              <a:srgbClr val="7030A0"/>
            </a:solidFill>
          </a:ln>
        </p:spPr>
      </p:cxnSp>
      <p:cxnSp>
        <p:nvCxnSpPr>
          <p:cNvPr id="5226" name="Connector 5225"/>
          <p:cNvCxnSpPr/>
          <p:nvPr/>
        </p:nvCxnSpPr>
        <p:spPr>
          <a:xfrm>
            <a:off x="1506833" y="8753574"/>
            <a:ext cx="164592" cy="0"/>
          </a:xfrm>
          <a:prstGeom prst="line">
            <a:avLst/>
          </a:prstGeom>
          <a:ln w="12700">
            <a:solidFill>
              <a:srgbClr val="7030A0"/>
            </a:solidFill>
          </a:ln>
        </p:spPr>
      </p:cxnSp>
      <p:sp>
        <p:nvSpPr>
          <p:cNvPr id="5227" name="TextBox 5226"/>
          <p:cNvSpPr txBox="1"/>
          <p:nvPr/>
        </p:nvSpPr>
        <p:spPr>
          <a:xfrm>
            <a:off x="4120462" y="7979717"/>
            <a:ext cx="731520" cy="18288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750" b="0" i="1">
                <a:solidFill>
                  <a:srgbClr val="7030A0"/>
                </a:solidFill>
                <a:latin typeface="Helvetica Neue"/>
              </a:rPr>
              <a:t>τ ≈ 1 yr</a:t>
            </a:r>
          </a:p>
        </p:txBody>
      </p:sp>
      <p:sp>
        <p:nvSpPr>
          <p:cNvPr id="5228" name="TextBox 5227"/>
          <p:cNvSpPr txBox="1"/>
          <p:nvPr/>
        </p:nvSpPr>
        <p:spPr>
          <a:xfrm>
            <a:off x="4120462" y="8263181"/>
            <a:ext cx="731520" cy="18288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750" b="0" i="1">
                <a:solidFill>
                  <a:srgbClr val="7030A0"/>
                </a:solidFill>
                <a:latin typeface="Helvetica Neue"/>
              </a:rPr>
              <a:t>τ ≈ 8 yr</a:t>
            </a:r>
          </a:p>
        </p:txBody>
      </p:sp>
      <p:sp>
        <p:nvSpPr>
          <p:cNvPr id="5229" name="TextBox 5228"/>
          <p:cNvSpPr txBox="1"/>
          <p:nvPr/>
        </p:nvSpPr>
        <p:spPr>
          <a:xfrm>
            <a:off x="4120462" y="8560818"/>
            <a:ext cx="731520" cy="18288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750" b="0" i="1">
                <a:solidFill>
                  <a:srgbClr val="7030A0"/>
                </a:solidFill>
                <a:latin typeface="Helvetica Neue"/>
              </a:rPr>
              <a:t>τ ≈ 320 yr</a:t>
            </a:r>
          </a:p>
        </p:txBody>
      </p:sp>
      <p:sp>
        <p:nvSpPr>
          <p:cNvPr id="5230" name="TextBox 5229"/>
          <p:cNvSpPr txBox="1"/>
          <p:nvPr/>
        </p:nvSpPr>
        <p:spPr>
          <a:xfrm>
            <a:off x="4120462" y="8698436"/>
            <a:ext cx="1325880" cy="31089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700" b="0" i="1">
                <a:solidFill>
                  <a:srgbClr val="7030A0"/>
                </a:solidFill>
                <a:latin typeface="Helvetica Neue"/>
              </a:rPr>
              <a:t>FaIR v2 boxes,</a:t>
            </a:r>
          </a:p>
          <a:p>
            <a:pPr algn="l"/>
            <a:r>
              <a:rPr sz="700" b="0" i="1">
                <a:solidFill>
                  <a:srgbClr val="7030A0"/>
                </a:solidFill>
                <a:latin typeface="Helvetica Neue"/>
              </a:rPr>
              <a:t>28 CMIP6 emulations</a:t>
            </a:r>
          </a:p>
        </p:txBody>
      </p:sp>
      <p:sp>
        <p:nvSpPr>
          <p:cNvPr id="16" name="Freeform 15"/>
          <p:cNvSpPr/>
          <p:nvPr/>
        </p:nvSpPr>
        <p:spPr>
          <a:xfrm>
            <a:off x="5276088" y="7447081"/>
            <a:ext cx="1600200" cy="270347"/>
          </a:xfrm>
          <a:custGeom>
            <a:avLst/>
            <a:gdLst/>
            <a:ahLst/>
            <a:cxnLst/>
            <a:rect l="l" t="t" r="r" b="b"/>
            <a:pathLst>
              <a:path w="1600200" h="270347">
                <a:moveTo>
                  <a:pt x="0" y="151079"/>
                </a:moveTo>
                <a:lnTo>
                  <a:pt x="27122" y="100460"/>
                </a:lnTo>
                <a:lnTo>
                  <a:pt x="54244" y="84158"/>
                </a:lnTo>
                <a:lnTo>
                  <a:pt x="81366" y="125375"/>
                </a:lnTo>
                <a:lnTo>
                  <a:pt x="108488" y="136046"/>
                </a:lnTo>
                <a:lnTo>
                  <a:pt x="135610" y="147519"/>
                </a:lnTo>
                <a:lnTo>
                  <a:pt x="162732" y="72108"/>
                </a:lnTo>
                <a:lnTo>
                  <a:pt x="189854" y="114276"/>
                </a:lnTo>
                <a:lnTo>
                  <a:pt x="216976" y="75569"/>
                </a:lnTo>
                <a:lnTo>
                  <a:pt x="244098" y="82936"/>
                </a:lnTo>
                <a:lnTo>
                  <a:pt x="271220" y="60308"/>
                </a:lnTo>
                <a:lnTo>
                  <a:pt x="298342" y="74013"/>
                </a:lnTo>
                <a:lnTo>
                  <a:pt x="325464" y="72947"/>
                </a:lnTo>
                <a:lnTo>
                  <a:pt x="352586" y="68877"/>
                </a:lnTo>
                <a:lnTo>
                  <a:pt x="379708" y="77686"/>
                </a:lnTo>
                <a:lnTo>
                  <a:pt x="406830" y="67759"/>
                </a:lnTo>
                <a:lnTo>
                  <a:pt x="433952" y="69018"/>
                </a:lnTo>
                <a:lnTo>
                  <a:pt x="461074" y="41696"/>
                </a:lnTo>
                <a:lnTo>
                  <a:pt x="488196" y="0"/>
                </a:lnTo>
                <a:lnTo>
                  <a:pt x="515318" y="25501"/>
                </a:lnTo>
                <a:lnTo>
                  <a:pt x="542440" y="50357"/>
                </a:lnTo>
                <a:lnTo>
                  <a:pt x="569562" y="52263"/>
                </a:lnTo>
                <a:lnTo>
                  <a:pt x="596684" y="120369"/>
                </a:lnTo>
                <a:lnTo>
                  <a:pt x="623806" y="115068"/>
                </a:lnTo>
                <a:lnTo>
                  <a:pt x="650928" y="137322"/>
                </a:lnTo>
                <a:lnTo>
                  <a:pt x="678050" y="165841"/>
                </a:lnTo>
                <a:lnTo>
                  <a:pt x="705172" y="214378"/>
                </a:lnTo>
                <a:lnTo>
                  <a:pt x="732294" y="212104"/>
                </a:lnTo>
                <a:lnTo>
                  <a:pt x="759416" y="186559"/>
                </a:lnTo>
                <a:lnTo>
                  <a:pt x="786538" y="198220"/>
                </a:lnTo>
                <a:lnTo>
                  <a:pt x="813661" y="220397"/>
                </a:lnTo>
                <a:lnTo>
                  <a:pt x="840783" y="228084"/>
                </a:lnTo>
                <a:lnTo>
                  <a:pt x="867905" y="221400"/>
                </a:lnTo>
                <a:lnTo>
                  <a:pt x="895027" y="248105"/>
                </a:lnTo>
                <a:lnTo>
                  <a:pt x="922149" y="250722"/>
                </a:lnTo>
                <a:lnTo>
                  <a:pt x="949271" y="270347"/>
                </a:lnTo>
                <a:lnTo>
                  <a:pt x="976393" y="256511"/>
                </a:lnTo>
                <a:lnTo>
                  <a:pt x="1003515" y="184613"/>
                </a:lnTo>
                <a:lnTo>
                  <a:pt x="1030637" y="174265"/>
                </a:lnTo>
                <a:lnTo>
                  <a:pt x="1057759" y="106757"/>
                </a:lnTo>
                <a:lnTo>
                  <a:pt x="1084881" y="135687"/>
                </a:lnTo>
                <a:lnTo>
                  <a:pt x="1112003" y="174517"/>
                </a:lnTo>
                <a:lnTo>
                  <a:pt x="1139125" y="180130"/>
                </a:lnTo>
                <a:lnTo>
                  <a:pt x="1166247" y="173034"/>
                </a:lnTo>
                <a:lnTo>
                  <a:pt x="1193369" y="157714"/>
                </a:lnTo>
                <a:lnTo>
                  <a:pt x="1220491" y="144292"/>
                </a:lnTo>
                <a:lnTo>
                  <a:pt x="1247613" y="155469"/>
                </a:lnTo>
                <a:lnTo>
                  <a:pt x="1274735" y="126334"/>
                </a:lnTo>
                <a:lnTo>
                  <a:pt x="1301857" y="132915"/>
                </a:lnTo>
                <a:lnTo>
                  <a:pt x="1328979" y="113134"/>
                </a:lnTo>
                <a:lnTo>
                  <a:pt x="1356101" y="104404"/>
                </a:lnTo>
                <a:lnTo>
                  <a:pt x="1383223" y="103313"/>
                </a:lnTo>
                <a:lnTo>
                  <a:pt x="1410345" y="103370"/>
                </a:lnTo>
                <a:lnTo>
                  <a:pt x="1437467" y="133761"/>
                </a:lnTo>
                <a:lnTo>
                  <a:pt x="1464589" y="118967"/>
                </a:lnTo>
                <a:lnTo>
                  <a:pt x="1491711" y="105109"/>
                </a:lnTo>
                <a:lnTo>
                  <a:pt x="1518833" y="127488"/>
                </a:lnTo>
                <a:lnTo>
                  <a:pt x="1545955" y="49279"/>
                </a:lnTo>
                <a:lnTo>
                  <a:pt x="1573077" y="59241"/>
                </a:lnTo>
                <a:lnTo>
                  <a:pt x="1600200" y="114295"/>
                </a:lnTo>
              </a:path>
            </a:pathLst>
          </a:custGeom>
          <a:noFill/>
          <a:ln w="5715">
            <a:solidFill>
              <a:srgbClr val="7030A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Freeform 16"/>
          <p:cNvSpPr/>
          <p:nvPr/>
        </p:nvSpPr>
        <p:spPr>
          <a:xfrm>
            <a:off x="5276088" y="7487524"/>
            <a:ext cx="1600200" cy="233900"/>
          </a:xfrm>
          <a:custGeom>
            <a:avLst/>
            <a:gdLst/>
            <a:ahLst/>
            <a:cxnLst/>
            <a:rect l="l" t="t" r="r" b="b"/>
            <a:pathLst>
              <a:path w="1600200" h="233900">
                <a:moveTo>
                  <a:pt x="0" y="110636"/>
                </a:moveTo>
                <a:lnTo>
                  <a:pt x="27122" y="123344"/>
                </a:lnTo>
                <a:lnTo>
                  <a:pt x="54244" y="112954"/>
                </a:lnTo>
                <a:lnTo>
                  <a:pt x="81366" y="93089"/>
                </a:lnTo>
                <a:lnTo>
                  <a:pt x="108488" y="126973"/>
                </a:lnTo>
                <a:lnTo>
                  <a:pt x="135610" y="99845"/>
                </a:lnTo>
                <a:lnTo>
                  <a:pt x="162732" y="93264"/>
                </a:lnTo>
                <a:lnTo>
                  <a:pt x="189854" y="70700"/>
                </a:lnTo>
                <a:lnTo>
                  <a:pt x="216976" y="67933"/>
                </a:lnTo>
                <a:lnTo>
                  <a:pt x="244098" y="36983"/>
                </a:lnTo>
                <a:lnTo>
                  <a:pt x="271220" y="78177"/>
                </a:lnTo>
                <a:lnTo>
                  <a:pt x="298342" y="25950"/>
                </a:lnTo>
                <a:lnTo>
                  <a:pt x="325464" y="0"/>
                </a:lnTo>
                <a:lnTo>
                  <a:pt x="352586" y="35882"/>
                </a:lnTo>
                <a:lnTo>
                  <a:pt x="379708" y="25873"/>
                </a:lnTo>
                <a:lnTo>
                  <a:pt x="406830" y="24290"/>
                </a:lnTo>
                <a:lnTo>
                  <a:pt x="433952" y="93363"/>
                </a:lnTo>
                <a:lnTo>
                  <a:pt x="461074" y="76819"/>
                </a:lnTo>
                <a:lnTo>
                  <a:pt x="488196" y="100711"/>
                </a:lnTo>
                <a:lnTo>
                  <a:pt x="515318" y="110237"/>
                </a:lnTo>
                <a:lnTo>
                  <a:pt x="542440" y="129661"/>
                </a:lnTo>
                <a:lnTo>
                  <a:pt x="569562" y="140569"/>
                </a:lnTo>
                <a:lnTo>
                  <a:pt x="596684" y="133773"/>
                </a:lnTo>
                <a:lnTo>
                  <a:pt x="623806" y="127194"/>
                </a:lnTo>
                <a:lnTo>
                  <a:pt x="650928" y="174832"/>
                </a:lnTo>
                <a:lnTo>
                  <a:pt x="678050" y="173841"/>
                </a:lnTo>
                <a:lnTo>
                  <a:pt x="705172" y="207591"/>
                </a:lnTo>
                <a:lnTo>
                  <a:pt x="732294" y="233900"/>
                </a:lnTo>
                <a:lnTo>
                  <a:pt x="759416" y="226564"/>
                </a:lnTo>
                <a:lnTo>
                  <a:pt x="786538" y="181679"/>
                </a:lnTo>
                <a:lnTo>
                  <a:pt x="813661" y="150743"/>
                </a:lnTo>
                <a:lnTo>
                  <a:pt x="840783" y="164165"/>
                </a:lnTo>
                <a:lnTo>
                  <a:pt x="867905" y="178973"/>
                </a:lnTo>
                <a:lnTo>
                  <a:pt x="895027" y="195321"/>
                </a:lnTo>
                <a:lnTo>
                  <a:pt x="922149" y="178030"/>
                </a:lnTo>
                <a:lnTo>
                  <a:pt x="949271" y="137811"/>
                </a:lnTo>
                <a:lnTo>
                  <a:pt x="976393" y="133154"/>
                </a:lnTo>
                <a:lnTo>
                  <a:pt x="1003515" y="107506"/>
                </a:lnTo>
                <a:lnTo>
                  <a:pt x="1030637" y="97836"/>
                </a:lnTo>
                <a:lnTo>
                  <a:pt x="1057759" y="51402"/>
                </a:lnTo>
                <a:lnTo>
                  <a:pt x="1084881" y="124796"/>
                </a:lnTo>
                <a:lnTo>
                  <a:pt x="1112003" y="191178"/>
                </a:lnTo>
                <a:lnTo>
                  <a:pt x="1139125" y="185476"/>
                </a:lnTo>
                <a:lnTo>
                  <a:pt x="1166247" y="153787"/>
                </a:lnTo>
                <a:lnTo>
                  <a:pt x="1193369" y="160512"/>
                </a:lnTo>
                <a:lnTo>
                  <a:pt x="1220491" y="139344"/>
                </a:lnTo>
                <a:lnTo>
                  <a:pt x="1247613" y="172763"/>
                </a:lnTo>
                <a:lnTo>
                  <a:pt x="1274735" y="203929"/>
                </a:lnTo>
                <a:lnTo>
                  <a:pt x="1301857" y="212971"/>
                </a:lnTo>
                <a:lnTo>
                  <a:pt x="1328979" y="170575"/>
                </a:lnTo>
                <a:lnTo>
                  <a:pt x="1356101" y="139199"/>
                </a:lnTo>
                <a:lnTo>
                  <a:pt x="1383223" y="157843"/>
                </a:lnTo>
                <a:lnTo>
                  <a:pt x="1410345" y="144940"/>
                </a:lnTo>
                <a:lnTo>
                  <a:pt x="1437467" y="160612"/>
                </a:lnTo>
                <a:lnTo>
                  <a:pt x="1464589" y="152470"/>
                </a:lnTo>
                <a:lnTo>
                  <a:pt x="1491711" y="182016"/>
                </a:lnTo>
                <a:lnTo>
                  <a:pt x="1518833" y="172806"/>
                </a:lnTo>
                <a:lnTo>
                  <a:pt x="1545955" y="187133"/>
                </a:lnTo>
                <a:lnTo>
                  <a:pt x="1573077" y="177084"/>
                </a:lnTo>
                <a:lnTo>
                  <a:pt x="1600200" y="188078"/>
                </a:lnTo>
              </a:path>
            </a:pathLst>
          </a:custGeom>
          <a:noFill/>
          <a:ln w="5715">
            <a:solidFill>
              <a:srgbClr val="7030A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Freeform 17"/>
          <p:cNvSpPr/>
          <p:nvPr/>
        </p:nvSpPr>
        <p:spPr>
          <a:xfrm>
            <a:off x="5276088" y="7470773"/>
            <a:ext cx="1600200" cy="202795"/>
          </a:xfrm>
          <a:custGeom>
            <a:avLst/>
            <a:gdLst/>
            <a:ahLst/>
            <a:cxnLst/>
            <a:rect l="l" t="t" r="r" b="b"/>
            <a:pathLst>
              <a:path w="1600200" h="202795">
                <a:moveTo>
                  <a:pt x="0" y="127387"/>
                </a:moveTo>
                <a:lnTo>
                  <a:pt x="27122" y="98161"/>
                </a:lnTo>
                <a:lnTo>
                  <a:pt x="54244" y="78390"/>
                </a:lnTo>
                <a:lnTo>
                  <a:pt x="81366" y="86561"/>
                </a:lnTo>
                <a:lnTo>
                  <a:pt x="108488" y="71709"/>
                </a:lnTo>
                <a:lnTo>
                  <a:pt x="135610" y="100987"/>
                </a:lnTo>
                <a:lnTo>
                  <a:pt x="162732" y="163759"/>
                </a:lnTo>
                <a:lnTo>
                  <a:pt x="189854" y="104345"/>
                </a:lnTo>
                <a:lnTo>
                  <a:pt x="216976" y="92479"/>
                </a:lnTo>
                <a:lnTo>
                  <a:pt x="244098" y="164142"/>
                </a:lnTo>
                <a:lnTo>
                  <a:pt x="271220" y="192670"/>
                </a:lnTo>
                <a:lnTo>
                  <a:pt x="298342" y="202795"/>
                </a:lnTo>
                <a:lnTo>
                  <a:pt x="325464" y="180504"/>
                </a:lnTo>
                <a:lnTo>
                  <a:pt x="352586" y="129880"/>
                </a:lnTo>
                <a:lnTo>
                  <a:pt x="379708" y="119616"/>
                </a:lnTo>
                <a:lnTo>
                  <a:pt x="406830" y="134701"/>
                </a:lnTo>
                <a:lnTo>
                  <a:pt x="433952" y="118580"/>
                </a:lnTo>
                <a:lnTo>
                  <a:pt x="461074" y="127043"/>
                </a:lnTo>
                <a:lnTo>
                  <a:pt x="488196" y="121216"/>
                </a:lnTo>
                <a:lnTo>
                  <a:pt x="515318" y="143559"/>
                </a:lnTo>
                <a:lnTo>
                  <a:pt x="542440" y="179928"/>
                </a:lnTo>
                <a:lnTo>
                  <a:pt x="569562" y="130797"/>
                </a:lnTo>
                <a:lnTo>
                  <a:pt x="596684" y="140571"/>
                </a:lnTo>
                <a:lnTo>
                  <a:pt x="623806" y="134791"/>
                </a:lnTo>
                <a:lnTo>
                  <a:pt x="650928" y="152995"/>
                </a:lnTo>
                <a:lnTo>
                  <a:pt x="678050" y="166669"/>
                </a:lnTo>
                <a:lnTo>
                  <a:pt x="705172" y="172147"/>
                </a:lnTo>
                <a:lnTo>
                  <a:pt x="732294" y="144282"/>
                </a:lnTo>
                <a:lnTo>
                  <a:pt x="759416" y="102575"/>
                </a:lnTo>
                <a:lnTo>
                  <a:pt x="786538" y="88852"/>
                </a:lnTo>
                <a:lnTo>
                  <a:pt x="813661" y="112438"/>
                </a:lnTo>
                <a:lnTo>
                  <a:pt x="840783" y="24788"/>
                </a:lnTo>
                <a:lnTo>
                  <a:pt x="867905" y="13196"/>
                </a:lnTo>
                <a:lnTo>
                  <a:pt x="895027" y="0"/>
                </a:lnTo>
                <a:lnTo>
                  <a:pt x="922149" y="36700"/>
                </a:lnTo>
                <a:lnTo>
                  <a:pt x="949271" y="58125"/>
                </a:lnTo>
                <a:lnTo>
                  <a:pt x="976393" y="48934"/>
                </a:lnTo>
                <a:lnTo>
                  <a:pt x="1003515" y="116618"/>
                </a:lnTo>
                <a:lnTo>
                  <a:pt x="1030637" y="143136"/>
                </a:lnTo>
                <a:lnTo>
                  <a:pt x="1057759" y="127930"/>
                </a:lnTo>
                <a:lnTo>
                  <a:pt x="1084881" y="50004"/>
                </a:lnTo>
                <a:lnTo>
                  <a:pt x="1112003" y="47986"/>
                </a:lnTo>
                <a:lnTo>
                  <a:pt x="1139125" y="93232"/>
                </a:lnTo>
                <a:lnTo>
                  <a:pt x="1166247" y="137496"/>
                </a:lnTo>
                <a:lnTo>
                  <a:pt x="1193369" y="104501"/>
                </a:lnTo>
                <a:lnTo>
                  <a:pt x="1220491" y="134022"/>
                </a:lnTo>
                <a:lnTo>
                  <a:pt x="1247613" y="144103"/>
                </a:lnTo>
                <a:lnTo>
                  <a:pt x="1274735" y="78468"/>
                </a:lnTo>
                <a:lnTo>
                  <a:pt x="1301857" y="83870"/>
                </a:lnTo>
                <a:lnTo>
                  <a:pt x="1328979" y="101861"/>
                </a:lnTo>
                <a:lnTo>
                  <a:pt x="1356101" y="130854"/>
                </a:lnTo>
                <a:lnTo>
                  <a:pt x="1383223" y="87802"/>
                </a:lnTo>
                <a:lnTo>
                  <a:pt x="1410345" y="51352"/>
                </a:lnTo>
                <a:lnTo>
                  <a:pt x="1437467" y="84454"/>
                </a:lnTo>
                <a:lnTo>
                  <a:pt x="1464589" y="136394"/>
                </a:lnTo>
                <a:lnTo>
                  <a:pt x="1491711" y="138935"/>
                </a:lnTo>
                <a:lnTo>
                  <a:pt x="1518833" y="92961"/>
                </a:lnTo>
                <a:lnTo>
                  <a:pt x="1545955" y="83461"/>
                </a:lnTo>
                <a:lnTo>
                  <a:pt x="1573077" y="129088"/>
                </a:lnTo>
                <a:lnTo>
                  <a:pt x="1600200" y="118064"/>
                </a:lnTo>
              </a:path>
            </a:pathLst>
          </a:custGeom>
          <a:noFill/>
          <a:ln w="5715">
            <a:solidFill>
              <a:srgbClr val="7030A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Freeform 18"/>
          <p:cNvSpPr/>
          <p:nvPr/>
        </p:nvSpPr>
        <p:spPr>
          <a:xfrm>
            <a:off x="5276088" y="7498209"/>
            <a:ext cx="1600200" cy="173996"/>
          </a:xfrm>
          <a:custGeom>
            <a:avLst/>
            <a:gdLst/>
            <a:ahLst/>
            <a:cxnLst/>
            <a:rect l="l" t="t" r="r" b="b"/>
            <a:pathLst>
              <a:path w="1600200" h="173996">
                <a:moveTo>
                  <a:pt x="0" y="99951"/>
                </a:moveTo>
                <a:lnTo>
                  <a:pt x="27122" y="87145"/>
                </a:lnTo>
                <a:lnTo>
                  <a:pt x="54244" y="107159"/>
                </a:lnTo>
                <a:lnTo>
                  <a:pt x="81366" y="87149"/>
                </a:lnTo>
                <a:lnTo>
                  <a:pt x="108488" y="87715"/>
                </a:lnTo>
                <a:lnTo>
                  <a:pt x="135610" y="140050"/>
                </a:lnTo>
                <a:lnTo>
                  <a:pt x="162732" y="101835"/>
                </a:lnTo>
                <a:lnTo>
                  <a:pt x="189854" y="104699"/>
                </a:lnTo>
                <a:lnTo>
                  <a:pt x="216976" y="84062"/>
                </a:lnTo>
                <a:lnTo>
                  <a:pt x="244098" y="27397"/>
                </a:lnTo>
                <a:lnTo>
                  <a:pt x="271220" y="29651"/>
                </a:lnTo>
                <a:lnTo>
                  <a:pt x="298342" y="74737"/>
                </a:lnTo>
                <a:lnTo>
                  <a:pt x="325464" y="100411"/>
                </a:lnTo>
                <a:lnTo>
                  <a:pt x="352586" y="67654"/>
                </a:lnTo>
                <a:lnTo>
                  <a:pt x="379708" y="119329"/>
                </a:lnTo>
                <a:lnTo>
                  <a:pt x="406830" y="107949"/>
                </a:lnTo>
                <a:lnTo>
                  <a:pt x="433952" y="94686"/>
                </a:lnTo>
                <a:lnTo>
                  <a:pt x="461074" y="132454"/>
                </a:lnTo>
                <a:lnTo>
                  <a:pt x="488196" y="122137"/>
                </a:lnTo>
                <a:lnTo>
                  <a:pt x="515318" y="100929"/>
                </a:lnTo>
                <a:lnTo>
                  <a:pt x="542440" y="125625"/>
                </a:lnTo>
                <a:lnTo>
                  <a:pt x="569562" y="137220"/>
                </a:lnTo>
                <a:lnTo>
                  <a:pt x="596684" y="114149"/>
                </a:lnTo>
                <a:lnTo>
                  <a:pt x="623806" y="153775"/>
                </a:lnTo>
                <a:lnTo>
                  <a:pt x="650928" y="173996"/>
                </a:lnTo>
                <a:lnTo>
                  <a:pt x="678050" y="132225"/>
                </a:lnTo>
                <a:lnTo>
                  <a:pt x="705172" y="124632"/>
                </a:lnTo>
                <a:lnTo>
                  <a:pt x="732294" y="166455"/>
                </a:lnTo>
                <a:lnTo>
                  <a:pt x="759416" y="156113"/>
                </a:lnTo>
                <a:lnTo>
                  <a:pt x="786538" y="85285"/>
                </a:lnTo>
                <a:lnTo>
                  <a:pt x="813661" y="136128"/>
                </a:lnTo>
                <a:lnTo>
                  <a:pt x="840783" y="104472"/>
                </a:lnTo>
                <a:lnTo>
                  <a:pt x="867905" y="79403"/>
                </a:lnTo>
                <a:lnTo>
                  <a:pt x="895027" y="88169"/>
                </a:lnTo>
                <a:lnTo>
                  <a:pt x="922149" y="70478"/>
                </a:lnTo>
                <a:lnTo>
                  <a:pt x="949271" y="96569"/>
                </a:lnTo>
                <a:lnTo>
                  <a:pt x="976393" y="47418"/>
                </a:lnTo>
                <a:lnTo>
                  <a:pt x="1003515" y="0"/>
                </a:lnTo>
                <a:lnTo>
                  <a:pt x="1030637" y="43282"/>
                </a:lnTo>
                <a:lnTo>
                  <a:pt x="1057759" y="58651"/>
                </a:lnTo>
                <a:lnTo>
                  <a:pt x="1084881" y="60606"/>
                </a:lnTo>
                <a:lnTo>
                  <a:pt x="1112003" y="86612"/>
                </a:lnTo>
                <a:lnTo>
                  <a:pt x="1139125" y="77275"/>
                </a:lnTo>
                <a:lnTo>
                  <a:pt x="1166247" y="114031"/>
                </a:lnTo>
                <a:lnTo>
                  <a:pt x="1193369" y="93358"/>
                </a:lnTo>
                <a:lnTo>
                  <a:pt x="1220491" y="104013"/>
                </a:lnTo>
                <a:lnTo>
                  <a:pt x="1247613" y="104972"/>
                </a:lnTo>
                <a:lnTo>
                  <a:pt x="1274735" y="89074"/>
                </a:lnTo>
                <a:lnTo>
                  <a:pt x="1301857" y="60929"/>
                </a:lnTo>
                <a:lnTo>
                  <a:pt x="1328979" y="98405"/>
                </a:lnTo>
                <a:lnTo>
                  <a:pt x="1356101" y="73263"/>
                </a:lnTo>
                <a:lnTo>
                  <a:pt x="1383223" y="49007"/>
                </a:lnTo>
                <a:lnTo>
                  <a:pt x="1410345" y="60351"/>
                </a:lnTo>
                <a:lnTo>
                  <a:pt x="1437467" y="16858"/>
                </a:lnTo>
                <a:lnTo>
                  <a:pt x="1464589" y="53902"/>
                </a:lnTo>
                <a:lnTo>
                  <a:pt x="1491711" y="78343"/>
                </a:lnTo>
                <a:lnTo>
                  <a:pt x="1518833" y="69302"/>
                </a:lnTo>
                <a:lnTo>
                  <a:pt x="1545955" y="95769"/>
                </a:lnTo>
                <a:lnTo>
                  <a:pt x="1573077" y="51626"/>
                </a:lnTo>
                <a:lnTo>
                  <a:pt x="1600200" y="52509"/>
                </a:lnTo>
              </a:path>
            </a:pathLst>
          </a:custGeom>
          <a:noFill/>
          <a:ln w="5715">
            <a:solidFill>
              <a:srgbClr val="7030A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Freeform 19"/>
          <p:cNvSpPr/>
          <p:nvPr/>
        </p:nvSpPr>
        <p:spPr>
          <a:xfrm>
            <a:off x="5276088" y="7523093"/>
            <a:ext cx="1600200" cy="158042"/>
          </a:xfrm>
          <a:custGeom>
            <a:avLst/>
            <a:gdLst/>
            <a:ahLst/>
            <a:cxnLst/>
            <a:rect l="l" t="t" r="r" b="b"/>
            <a:pathLst>
              <a:path w="1600200" h="158042">
                <a:moveTo>
                  <a:pt x="0" y="75067"/>
                </a:moveTo>
                <a:lnTo>
                  <a:pt x="27122" y="76351"/>
                </a:lnTo>
                <a:lnTo>
                  <a:pt x="54244" y="116591"/>
                </a:lnTo>
                <a:lnTo>
                  <a:pt x="81366" y="27615"/>
                </a:lnTo>
                <a:lnTo>
                  <a:pt x="108488" y="19245"/>
                </a:lnTo>
                <a:lnTo>
                  <a:pt x="135610" y="6930"/>
                </a:lnTo>
                <a:lnTo>
                  <a:pt x="162732" y="23835"/>
                </a:lnTo>
                <a:lnTo>
                  <a:pt x="189854" y="29646"/>
                </a:lnTo>
                <a:lnTo>
                  <a:pt x="216976" y="25634"/>
                </a:lnTo>
                <a:lnTo>
                  <a:pt x="244098" y="26777"/>
                </a:lnTo>
                <a:lnTo>
                  <a:pt x="271220" y="53608"/>
                </a:lnTo>
                <a:lnTo>
                  <a:pt x="298342" y="37067"/>
                </a:lnTo>
                <a:lnTo>
                  <a:pt x="325464" y="27002"/>
                </a:lnTo>
                <a:lnTo>
                  <a:pt x="352586" y="38014"/>
                </a:lnTo>
                <a:lnTo>
                  <a:pt x="379708" y="66693"/>
                </a:lnTo>
                <a:lnTo>
                  <a:pt x="406830" y="96218"/>
                </a:lnTo>
                <a:lnTo>
                  <a:pt x="433952" y="125451"/>
                </a:lnTo>
                <a:lnTo>
                  <a:pt x="461074" y="109000"/>
                </a:lnTo>
                <a:lnTo>
                  <a:pt x="488196" y="115191"/>
                </a:lnTo>
                <a:lnTo>
                  <a:pt x="515318" y="81171"/>
                </a:lnTo>
                <a:lnTo>
                  <a:pt x="542440" y="108794"/>
                </a:lnTo>
                <a:lnTo>
                  <a:pt x="569562" y="80405"/>
                </a:lnTo>
                <a:lnTo>
                  <a:pt x="596684" y="78739"/>
                </a:lnTo>
                <a:lnTo>
                  <a:pt x="623806" y="96476"/>
                </a:lnTo>
                <a:lnTo>
                  <a:pt x="650928" y="59686"/>
                </a:lnTo>
                <a:lnTo>
                  <a:pt x="678050" y="57149"/>
                </a:lnTo>
                <a:lnTo>
                  <a:pt x="705172" y="34433"/>
                </a:lnTo>
                <a:lnTo>
                  <a:pt x="732294" y="5454"/>
                </a:lnTo>
                <a:lnTo>
                  <a:pt x="759416" y="0"/>
                </a:lnTo>
                <a:lnTo>
                  <a:pt x="786538" y="26923"/>
                </a:lnTo>
                <a:lnTo>
                  <a:pt x="813661" y="28172"/>
                </a:lnTo>
                <a:lnTo>
                  <a:pt x="840783" y="2915"/>
                </a:lnTo>
                <a:lnTo>
                  <a:pt x="867905" y="33779"/>
                </a:lnTo>
                <a:lnTo>
                  <a:pt x="895027" y="22429"/>
                </a:lnTo>
                <a:lnTo>
                  <a:pt x="922149" y="36616"/>
                </a:lnTo>
                <a:lnTo>
                  <a:pt x="949271" y="57871"/>
                </a:lnTo>
                <a:lnTo>
                  <a:pt x="976393" y="78510"/>
                </a:lnTo>
                <a:lnTo>
                  <a:pt x="1003515" y="112752"/>
                </a:lnTo>
                <a:lnTo>
                  <a:pt x="1030637" y="115611"/>
                </a:lnTo>
                <a:lnTo>
                  <a:pt x="1057759" y="97347"/>
                </a:lnTo>
                <a:lnTo>
                  <a:pt x="1084881" y="157558"/>
                </a:lnTo>
                <a:lnTo>
                  <a:pt x="1112003" y="158042"/>
                </a:lnTo>
                <a:lnTo>
                  <a:pt x="1139125" y="138931"/>
                </a:lnTo>
                <a:lnTo>
                  <a:pt x="1166247" y="142136"/>
                </a:lnTo>
                <a:lnTo>
                  <a:pt x="1193369" y="108373"/>
                </a:lnTo>
                <a:lnTo>
                  <a:pt x="1220491" y="129441"/>
                </a:lnTo>
                <a:lnTo>
                  <a:pt x="1247613" y="98793"/>
                </a:lnTo>
                <a:lnTo>
                  <a:pt x="1274735" y="69805"/>
                </a:lnTo>
                <a:lnTo>
                  <a:pt x="1301857" y="58557"/>
                </a:lnTo>
                <a:lnTo>
                  <a:pt x="1328979" y="85185"/>
                </a:lnTo>
                <a:lnTo>
                  <a:pt x="1356101" y="27869"/>
                </a:lnTo>
                <a:lnTo>
                  <a:pt x="1383223" y="43477"/>
                </a:lnTo>
                <a:lnTo>
                  <a:pt x="1410345" y="32539"/>
                </a:lnTo>
                <a:lnTo>
                  <a:pt x="1437467" y="70687"/>
                </a:lnTo>
                <a:lnTo>
                  <a:pt x="1464589" y="94559"/>
                </a:lnTo>
                <a:lnTo>
                  <a:pt x="1491711" y="79958"/>
                </a:lnTo>
                <a:lnTo>
                  <a:pt x="1518833" y="124250"/>
                </a:lnTo>
                <a:lnTo>
                  <a:pt x="1545955" y="103443"/>
                </a:lnTo>
                <a:lnTo>
                  <a:pt x="1573077" y="44255"/>
                </a:lnTo>
                <a:lnTo>
                  <a:pt x="1600200" y="94831"/>
                </a:lnTo>
              </a:path>
            </a:pathLst>
          </a:custGeom>
          <a:noFill/>
          <a:ln w="5715">
            <a:solidFill>
              <a:srgbClr val="7030A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Freeform 20"/>
          <p:cNvSpPr/>
          <p:nvPr/>
        </p:nvSpPr>
        <p:spPr>
          <a:xfrm>
            <a:off x="5276088" y="7444929"/>
            <a:ext cx="1600200" cy="274584"/>
          </a:xfrm>
          <a:custGeom>
            <a:avLst/>
            <a:gdLst/>
            <a:ahLst/>
            <a:cxnLst/>
            <a:rect l="l" t="t" r="r" b="b"/>
            <a:pathLst>
              <a:path w="1600200" h="274584">
                <a:moveTo>
                  <a:pt x="0" y="153231"/>
                </a:moveTo>
                <a:lnTo>
                  <a:pt x="27122" y="189820"/>
                </a:lnTo>
                <a:lnTo>
                  <a:pt x="54244" y="159540"/>
                </a:lnTo>
                <a:lnTo>
                  <a:pt x="81366" y="121622"/>
                </a:lnTo>
                <a:lnTo>
                  <a:pt x="108488" y="102719"/>
                </a:lnTo>
                <a:lnTo>
                  <a:pt x="135610" y="63749"/>
                </a:lnTo>
                <a:lnTo>
                  <a:pt x="162732" y="77065"/>
                </a:lnTo>
                <a:lnTo>
                  <a:pt x="189854" y="134236"/>
                </a:lnTo>
                <a:lnTo>
                  <a:pt x="216976" y="138930"/>
                </a:lnTo>
                <a:lnTo>
                  <a:pt x="244098" y="125560"/>
                </a:lnTo>
                <a:lnTo>
                  <a:pt x="271220" y="116364"/>
                </a:lnTo>
                <a:lnTo>
                  <a:pt x="298342" y="141208"/>
                </a:lnTo>
                <a:lnTo>
                  <a:pt x="325464" y="209228"/>
                </a:lnTo>
                <a:lnTo>
                  <a:pt x="352586" y="133484"/>
                </a:lnTo>
                <a:lnTo>
                  <a:pt x="379708" y="136535"/>
                </a:lnTo>
                <a:lnTo>
                  <a:pt x="406830" y="124070"/>
                </a:lnTo>
                <a:lnTo>
                  <a:pt x="433952" y="148944"/>
                </a:lnTo>
                <a:lnTo>
                  <a:pt x="461074" y="176072"/>
                </a:lnTo>
                <a:lnTo>
                  <a:pt x="488196" y="151953"/>
                </a:lnTo>
                <a:lnTo>
                  <a:pt x="515318" y="121557"/>
                </a:lnTo>
                <a:lnTo>
                  <a:pt x="542440" y="156612"/>
                </a:lnTo>
                <a:lnTo>
                  <a:pt x="569562" y="174182"/>
                </a:lnTo>
                <a:lnTo>
                  <a:pt x="596684" y="193617"/>
                </a:lnTo>
                <a:lnTo>
                  <a:pt x="623806" y="222600"/>
                </a:lnTo>
                <a:lnTo>
                  <a:pt x="650928" y="238946"/>
                </a:lnTo>
                <a:lnTo>
                  <a:pt x="678050" y="229948"/>
                </a:lnTo>
                <a:lnTo>
                  <a:pt x="705172" y="274584"/>
                </a:lnTo>
                <a:lnTo>
                  <a:pt x="732294" y="187453"/>
                </a:lnTo>
                <a:lnTo>
                  <a:pt x="759416" y="228415"/>
                </a:lnTo>
                <a:lnTo>
                  <a:pt x="786538" y="229796"/>
                </a:lnTo>
                <a:lnTo>
                  <a:pt x="813661" y="161046"/>
                </a:lnTo>
                <a:lnTo>
                  <a:pt x="840783" y="173436"/>
                </a:lnTo>
                <a:lnTo>
                  <a:pt x="867905" y="168995"/>
                </a:lnTo>
                <a:lnTo>
                  <a:pt x="895027" y="146582"/>
                </a:lnTo>
                <a:lnTo>
                  <a:pt x="922149" y="92987"/>
                </a:lnTo>
                <a:lnTo>
                  <a:pt x="949271" y="130966"/>
                </a:lnTo>
                <a:lnTo>
                  <a:pt x="976393" y="85507"/>
                </a:lnTo>
                <a:lnTo>
                  <a:pt x="1003515" y="131444"/>
                </a:lnTo>
                <a:lnTo>
                  <a:pt x="1030637" y="73720"/>
                </a:lnTo>
                <a:lnTo>
                  <a:pt x="1057759" y="48922"/>
                </a:lnTo>
                <a:lnTo>
                  <a:pt x="1084881" y="46767"/>
                </a:lnTo>
                <a:lnTo>
                  <a:pt x="1112003" y="72605"/>
                </a:lnTo>
                <a:lnTo>
                  <a:pt x="1139125" y="33464"/>
                </a:lnTo>
                <a:lnTo>
                  <a:pt x="1166247" y="21485"/>
                </a:lnTo>
                <a:lnTo>
                  <a:pt x="1193369" y="0"/>
                </a:lnTo>
                <a:lnTo>
                  <a:pt x="1220491" y="64606"/>
                </a:lnTo>
                <a:lnTo>
                  <a:pt x="1247613" y="77132"/>
                </a:lnTo>
                <a:lnTo>
                  <a:pt x="1274735" y="77518"/>
                </a:lnTo>
                <a:lnTo>
                  <a:pt x="1301857" y="69162"/>
                </a:lnTo>
                <a:lnTo>
                  <a:pt x="1328979" y="134281"/>
                </a:lnTo>
                <a:lnTo>
                  <a:pt x="1356101" y="188754"/>
                </a:lnTo>
                <a:lnTo>
                  <a:pt x="1383223" y="166243"/>
                </a:lnTo>
                <a:lnTo>
                  <a:pt x="1410345" y="176585"/>
                </a:lnTo>
                <a:lnTo>
                  <a:pt x="1437467" y="165164"/>
                </a:lnTo>
                <a:lnTo>
                  <a:pt x="1464589" y="198967"/>
                </a:lnTo>
                <a:lnTo>
                  <a:pt x="1491711" y="187912"/>
                </a:lnTo>
                <a:lnTo>
                  <a:pt x="1518833" y="211194"/>
                </a:lnTo>
                <a:lnTo>
                  <a:pt x="1545955" y="240487"/>
                </a:lnTo>
                <a:lnTo>
                  <a:pt x="1573077" y="264968"/>
                </a:lnTo>
                <a:lnTo>
                  <a:pt x="1600200" y="237146"/>
                </a:lnTo>
              </a:path>
            </a:pathLst>
          </a:custGeom>
          <a:noFill/>
          <a:ln w="5715">
            <a:solidFill>
              <a:srgbClr val="7030A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Freeform 21"/>
          <p:cNvSpPr/>
          <p:nvPr/>
        </p:nvSpPr>
        <p:spPr>
          <a:xfrm>
            <a:off x="5276088" y="7542854"/>
            <a:ext cx="1600200" cy="140008"/>
          </a:xfrm>
          <a:custGeom>
            <a:avLst/>
            <a:gdLst/>
            <a:ahLst/>
            <a:cxnLst/>
            <a:rect l="l" t="t" r="r" b="b"/>
            <a:pathLst>
              <a:path w="1600200" h="140008">
                <a:moveTo>
                  <a:pt x="0" y="55306"/>
                </a:moveTo>
                <a:lnTo>
                  <a:pt x="27122" y="90983"/>
                </a:lnTo>
                <a:lnTo>
                  <a:pt x="54244" y="94888"/>
                </a:lnTo>
                <a:lnTo>
                  <a:pt x="81366" y="97410"/>
                </a:lnTo>
                <a:lnTo>
                  <a:pt x="108488" y="98707"/>
                </a:lnTo>
                <a:lnTo>
                  <a:pt x="135610" y="56231"/>
                </a:lnTo>
                <a:lnTo>
                  <a:pt x="162732" y="51813"/>
                </a:lnTo>
                <a:lnTo>
                  <a:pt x="189854" y="40800"/>
                </a:lnTo>
                <a:lnTo>
                  <a:pt x="216976" y="42789"/>
                </a:lnTo>
                <a:lnTo>
                  <a:pt x="244098" y="73548"/>
                </a:lnTo>
                <a:lnTo>
                  <a:pt x="271220" y="65288"/>
                </a:lnTo>
                <a:lnTo>
                  <a:pt x="298342" y="40446"/>
                </a:lnTo>
                <a:lnTo>
                  <a:pt x="325464" y="38906"/>
                </a:lnTo>
                <a:lnTo>
                  <a:pt x="352586" y="58983"/>
                </a:lnTo>
                <a:lnTo>
                  <a:pt x="379708" y="97689"/>
                </a:lnTo>
                <a:lnTo>
                  <a:pt x="406830" y="39100"/>
                </a:lnTo>
                <a:lnTo>
                  <a:pt x="433952" y="66844"/>
                </a:lnTo>
                <a:lnTo>
                  <a:pt x="461074" y="90657"/>
                </a:lnTo>
                <a:lnTo>
                  <a:pt x="488196" y="127543"/>
                </a:lnTo>
                <a:lnTo>
                  <a:pt x="515318" y="106675"/>
                </a:lnTo>
                <a:lnTo>
                  <a:pt x="542440" y="95522"/>
                </a:lnTo>
                <a:lnTo>
                  <a:pt x="569562" y="113799"/>
                </a:lnTo>
                <a:lnTo>
                  <a:pt x="596684" y="110756"/>
                </a:lnTo>
                <a:lnTo>
                  <a:pt x="623806" y="96185"/>
                </a:lnTo>
                <a:lnTo>
                  <a:pt x="650928" y="102923"/>
                </a:lnTo>
                <a:lnTo>
                  <a:pt x="678050" y="128715"/>
                </a:lnTo>
                <a:lnTo>
                  <a:pt x="705172" y="126975"/>
                </a:lnTo>
                <a:lnTo>
                  <a:pt x="732294" y="109387"/>
                </a:lnTo>
                <a:lnTo>
                  <a:pt x="759416" y="132738"/>
                </a:lnTo>
                <a:lnTo>
                  <a:pt x="786538" y="140008"/>
                </a:lnTo>
                <a:lnTo>
                  <a:pt x="813661" y="108353"/>
                </a:lnTo>
                <a:lnTo>
                  <a:pt x="840783" y="66609"/>
                </a:lnTo>
                <a:lnTo>
                  <a:pt x="867905" y="40080"/>
                </a:lnTo>
                <a:lnTo>
                  <a:pt x="895027" y="33627"/>
                </a:lnTo>
                <a:lnTo>
                  <a:pt x="922149" y="0"/>
                </a:lnTo>
                <a:lnTo>
                  <a:pt x="949271" y="22073"/>
                </a:lnTo>
                <a:lnTo>
                  <a:pt x="976393" y="30392"/>
                </a:lnTo>
                <a:lnTo>
                  <a:pt x="1003515" y="41124"/>
                </a:lnTo>
                <a:lnTo>
                  <a:pt x="1030637" y="15650"/>
                </a:lnTo>
                <a:lnTo>
                  <a:pt x="1057759" y="46053"/>
                </a:lnTo>
                <a:lnTo>
                  <a:pt x="1084881" y="62348"/>
                </a:lnTo>
                <a:lnTo>
                  <a:pt x="1112003" y="10517"/>
                </a:lnTo>
                <a:lnTo>
                  <a:pt x="1139125" y="32517"/>
                </a:lnTo>
                <a:lnTo>
                  <a:pt x="1166247" y="94265"/>
                </a:lnTo>
                <a:lnTo>
                  <a:pt x="1193369" y="64909"/>
                </a:lnTo>
                <a:lnTo>
                  <a:pt x="1220491" y="32782"/>
                </a:lnTo>
                <a:lnTo>
                  <a:pt x="1247613" y="65183"/>
                </a:lnTo>
                <a:lnTo>
                  <a:pt x="1274735" y="92771"/>
                </a:lnTo>
                <a:lnTo>
                  <a:pt x="1301857" y="106831"/>
                </a:lnTo>
                <a:lnTo>
                  <a:pt x="1328979" y="96767"/>
                </a:lnTo>
                <a:lnTo>
                  <a:pt x="1356101" y="52513"/>
                </a:lnTo>
                <a:lnTo>
                  <a:pt x="1383223" y="22006"/>
                </a:lnTo>
                <a:lnTo>
                  <a:pt x="1410345" y="69745"/>
                </a:lnTo>
                <a:lnTo>
                  <a:pt x="1437467" y="20993"/>
                </a:lnTo>
                <a:lnTo>
                  <a:pt x="1464589" y="50564"/>
                </a:lnTo>
                <a:lnTo>
                  <a:pt x="1491711" y="42689"/>
                </a:lnTo>
                <a:lnTo>
                  <a:pt x="1518833" y="46596"/>
                </a:lnTo>
                <a:lnTo>
                  <a:pt x="1545955" y="59612"/>
                </a:lnTo>
                <a:lnTo>
                  <a:pt x="1573077" y="95276"/>
                </a:lnTo>
                <a:lnTo>
                  <a:pt x="1600200" y="21833"/>
                </a:lnTo>
              </a:path>
            </a:pathLst>
          </a:custGeom>
          <a:noFill/>
          <a:ln w="5715">
            <a:solidFill>
              <a:srgbClr val="7030A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Freeform 22"/>
          <p:cNvSpPr/>
          <p:nvPr/>
        </p:nvSpPr>
        <p:spPr>
          <a:xfrm>
            <a:off x="5276088" y="7525089"/>
            <a:ext cx="1600200" cy="171043"/>
          </a:xfrm>
          <a:custGeom>
            <a:avLst/>
            <a:gdLst/>
            <a:ahLst/>
            <a:cxnLst/>
            <a:rect l="l" t="t" r="r" b="b"/>
            <a:pathLst>
              <a:path w="1600200" h="171043">
                <a:moveTo>
                  <a:pt x="0" y="73071"/>
                </a:moveTo>
                <a:lnTo>
                  <a:pt x="27122" y="44142"/>
                </a:lnTo>
                <a:lnTo>
                  <a:pt x="54244" y="63217"/>
                </a:lnTo>
                <a:lnTo>
                  <a:pt x="81366" y="106939"/>
                </a:lnTo>
                <a:lnTo>
                  <a:pt x="108488" y="80684"/>
                </a:lnTo>
                <a:lnTo>
                  <a:pt x="135610" y="48828"/>
                </a:lnTo>
                <a:lnTo>
                  <a:pt x="162732" y="35599"/>
                </a:lnTo>
                <a:lnTo>
                  <a:pt x="189854" y="123460"/>
                </a:lnTo>
                <a:lnTo>
                  <a:pt x="216976" y="165259"/>
                </a:lnTo>
                <a:lnTo>
                  <a:pt x="244098" y="131704"/>
                </a:lnTo>
                <a:lnTo>
                  <a:pt x="271220" y="74870"/>
                </a:lnTo>
                <a:lnTo>
                  <a:pt x="298342" y="122646"/>
                </a:lnTo>
                <a:lnTo>
                  <a:pt x="325464" y="84017"/>
                </a:lnTo>
                <a:lnTo>
                  <a:pt x="352586" y="46400"/>
                </a:lnTo>
                <a:lnTo>
                  <a:pt x="379708" y="49841"/>
                </a:lnTo>
                <a:lnTo>
                  <a:pt x="406830" y="96375"/>
                </a:lnTo>
                <a:lnTo>
                  <a:pt x="433952" y="113463"/>
                </a:lnTo>
                <a:lnTo>
                  <a:pt x="461074" y="119042"/>
                </a:lnTo>
                <a:lnTo>
                  <a:pt x="488196" y="89936"/>
                </a:lnTo>
                <a:lnTo>
                  <a:pt x="515318" y="58495"/>
                </a:lnTo>
                <a:lnTo>
                  <a:pt x="542440" y="92406"/>
                </a:lnTo>
                <a:lnTo>
                  <a:pt x="569562" y="92789"/>
                </a:lnTo>
                <a:lnTo>
                  <a:pt x="596684" y="90954"/>
                </a:lnTo>
                <a:lnTo>
                  <a:pt x="623806" y="93893"/>
                </a:lnTo>
                <a:lnTo>
                  <a:pt x="650928" y="60361"/>
                </a:lnTo>
                <a:lnTo>
                  <a:pt x="678050" y="71000"/>
                </a:lnTo>
                <a:lnTo>
                  <a:pt x="705172" y="73561"/>
                </a:lnTo>
                <a:lnTo>
                  <a:pt x="732294" y="121187"/>
                </a:lnTo>
                <a:lnTo>
                  <a:pt x="759416" y="109271"/>
                </a:lnTo>
                <a:lnTo>
                  <a:pt x="786538" y="134019"/>
                </a:lnTo>
                <a:lnTo>
                  <a:pt x="813661" y="64261"/>
                </a:lnTo>
                <a:lnTo>
                  <a:pt x="840783" y="60804"/>
                </a:lnTo>
                <a:lnTo>
                  <a:pt x="867905" y="56733"/>
                </a:lnTo>
                <a:lnTo>
                  <a:pt x="895027" y="56012"/>
                </a:lnTo>
                <a:lnTo>
                  <a:pt x="922149" y="96215"/>
                </a:lnTo>
                <a:lnTo>
                  <a:pt x="949271" y="106740"/>
                </a:lnTo>
                <a:lnTo>
                  <a:pt x="976393" y="98125"/>
                </a:lnTo>
                <a:lnTo>
                  <a:pt x="1003515" y="65058"/>
                </a:lnTo>
                <a:lnTo>
                  <a:pt x="1030637" y="59199"/>
                </a:lnTo>
                <a:lnTo>
                  <a:pt x="1057759" y="103780"/>
                </a:lnTo>
                <a:lnTo>
                  <a:pt x="1084881" y="106062"/>
                </a:lnTo>
                <a:lnTo>
                  <a:pt x="1112003" y="105555"/>
                </a:lnTo>
                <a:lnTo>
                  <a:pt x="1139125" y="154843"/>
                </a:lnTo>
                <a:lnTo>
                  <a:pt x="1166247" y="125232"/>
                </a:lnTo>
                <a:lnTo>
                  <a:pt x="1193369" y="92855"/>
                </a:lnTo>
                <a:lnTo>
                  <a:pt x="1220491" y="119219"/>
                </a:lnTo>
                <a:lnTo>
                  <a:pt x="1247613" y="42046"/>
                </a:lnTo>
                <a:lnTo>
                  <a:pt x="1274735" y="36257"/>
                </a:lnTo>
                <a:lnTo>
                  <a:pt x="1301857" y="60697"/>
                </a:lnTo>
                <a:lnTo>
                  <a:pt x="1328979" y="0"/>
                </a:lnTo>
                <a:lnTo>
                  <a:pt x="1356101" y="29884"/>
                </a:lnTo>
                <a:lnTo>
                  <a:pt x="1383223" y="31556"/>
                </a:lnTo>
                <a:lnTo>
                  <a:pt x="1410345" y="96049"/>
                </a:lnTo>
                <a:lnTo>
                  <a:pt x="1437467" y="127894"/>
                </a:lnTo>
                <a:lnTo>
                  <a:pt x="1464589" y="63406"/>
                </a:lnTo>
                <a:lnTo>
                  <a:pt x="1491711" y="97055"/>
                </a:lnTo>
                <a:lnTo>
                  <a:pt x="1518833" y="120521"/>
                </a:lnTo>
                <a:lnTo>
                  <a:pt x="1545955" y="121773"/>
                </a:lnTo>
                <a:lnTo>
                  <a:pt x="1573077" y="140981"/>
                </a:lnTo>
                <a:lnTo>
                  <a:pt x="1600200" y="171043"/>
                </a:lnTo>
              </a:path>
            </a:pathLst>
          </a:custGeom>
          <a:noFill/>
          <a:ln w="5715">
            <a:solidFill>
              <a:srgbClr val="7030A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Freeform 23"/>
          <p:cNvSpPr/>
          <p:nvPr/>
        </p:nvSpPr>
        <p:spPr>
          <a:xfrm>
            <a:off x="5276088" y="7462470"/>
            <a:ext cx="1600200" cy="235655"/>
          </a:xfrm>
          <a:custGeom>
            <a:avLst/>
            <a:gdLst/>
            <a:ahLst/>
            <a:cxnLst/>
            <a:rect l="l" t="t" r="r" b="b"/>
            <a:pathLst>
              <a:path w="1600200" h="235655">
                <a:moveTo>
                  <a:pt x="0" y="135690"/>
                </a:moveTo>
                <a:lnTo>
                  <a:pt x="27122" y="89214"/>
                </a:lnTo>
                <a:lnTo>
                  <a:pt x="54244" y="91756"/>
                </a:lnTo>
                <a:lnTo>
                  <a:pt x="81366" y="89690"/>
                </a:lnTo>
                <a:lnTo>
                  <a:pt x="108488" y="68526"/>
                </a:lnTo>
                <a:lnTo>
                  <a:pt x="135610" y="64139"/>
                </a:lnTo>
                <a:lnTo>
                  <a:pt x="162732" y="25795"/>
                </a:lnTo>
                <a:lnTo>
                  <a:pt x="189854" y="79596"/>
                </a:lnTo>
                <a:lnTo>
                  <a:pt x="216976" y="59062"/>
                </a:lnTo>
                <a:lnTo>
                  <a:pt x="244098" y="67621"/>
                </a:lnTo>
                <a:lnTo>
                  <a:pt x="271220" y="35978"/>
                </a:lnTo>
                <a:lnTo>
                  <a:pt x="298342" y="10146"/>
                </a:lnTo>
                <a:lnTo>
                  <a:pt x="325464" y="0"/>
                </a:lnTo>
                <a:lnTo>
                  <a:pt x="352586" y="37533"/>
                </a:lnTo>
                <a:lnTo>
                  <a:pt x="379708" y="68692"/>
                </a:lnTo>
                <a:lnTo>
                  <a:pt x="406830" y="73100"/>
                </a:lnTo>
                <a:lnTo>
                  <a:pt x="433952" y="97811"/>
                </a:lnTo>
                <a:lnTo>
                  <a:pt x="461074" y="164036"/>
                </a:lnTo>
                <a:lnTo>
                  <a:pt x="488196" y="205695"/>
                </a:lnTo>
                <a:lnTo>
                  <a:pt x="515318" y="184094"/>
                </a:lnTo>
                <a:lnTo>
                  <a:pt x="542440" y="210646"/>
                </a:lnTo>
                <a:lnTo>
                  <a:pt x="569562" y="209788"/>
                </a:lnTo>
                <a:lnTo>
                  <a:pt x="596684" y="199662"/>
                </a:lnTo>
                <a:lnTo>
                  <a:pt x="623806" y="235655"/>
                </a:lnTo>
                <a:lnTo>
                  <a:pt x="650928" y="234838"/>
                </a:lnTo>
                <a:lnTo>
                  <a:pt x="678050" y="178491"/>
                </a:lnTo>
                <a:lnTo>
                  <a:pt x="705172" y="129104"/>
                </a:lnTo>
                <a:lnTo>
                  <a:pt x="732294" y="115397"/>
                </a:lnTo>
                <a:lnTo>
                  <a:pt x="759416" y="103103"/>
                </a:lnTo>
                <a:lnTo>
                  <a:pt x="786538" y="116658"/>
                </a:lnTo>
                <a:lnTo>
                  <a:pt x="813661" y="119093"/>
                </a:lnTo>
                <a:lnTo>
                  <a:pt x="840783" y="96821"/>
                </a:lnTo>
                <a:lnTo>
                  <a:pt x="867905" y="152396"/>
                </a:lnTo>
                <a:lnTo>
                  <a:pt x="895027" y="164512"/>
                </a:lnTo>
                <a:lnTo>
                  <a:pt x="922149" y="171975"/>
                </a:lnTo>
                <a:lnTo>
                  <a:pt x="949271" y="141432"/>
                </a:lnTo>
                <a:lnTo>
                  <a:pt x="976393" y="174848"/>
                </a:lnTo>
                <a:lnTo>
                  <a:pt x="1003515" y="109021"/>
                </a:lnTo>
                <a:lnTo>
                  <a:pt x="1030637" y="136722"/>
                </a:lnTo>
                <a:lnTo>
                  <a:pt x="1057759" y="72111"/>
                </a:lnTo>
                <a:lnTo>
                  <a:pt x="1084881" y="83246"/>
                </a:lnTo>
                <a:lnTo>
                  <a:pt x="1112003" y="87686"/>
                </a:lnTo>
                <a:lnTo>
                  <a:pt x="1139125" y="42410"/>
                </a:lnTo>
                <a:lnTo>
                  <a:pt x="1166247" y="112792"/>
                </a:lnTo>
                <a:lnTo>
                  <a:pt x="1193369" y="94268"/>
                </a:lnTo>
                <a:lnTo>
                  <a:pt x="1220491" y="45920"/>
                </a:lnTo>
                <a:lnTo>
                  <a:pt x="1247613" y="88941"/>
                </a:lnTo>
                <a:lnTo>
                  <a:pt x="1274735" y="71632"/>
                </a:lnTo>
                <a:lnTo>
                  <a:pt x="1301857" y="99786"/>
                </a:lnTo>
                <a:lnTo>
                  <a:pt x="1328979" y="77070"/>
                </a:lnTo>
                <a:lnTo>
                  <a:pt x="1356101" y="96303"/>
                </a:lnTo>
                <a:lnTo>
                  <a:pt x="1383223" y="66898"/>
                </a:lnTo>
                <a:lnTo>
                  <a:pt x="1410345" y="91265"/>
                </a:lnTo>
                <a:lnTo>
                  <a:pt x="1437467" y="113911"/>
                </a:lnTo>
                <a:lnTo>
                  <a:pt x="1464589" y="126481"/>
                </a:lnTo>
                <a:lnTo>
                  <a:pt x="1491711" y="158733"/>
                </a:lnTo>
                <a:lnTo>
                  <a:pt x="1518833" y="109407"/>
                </a:lnTo>
                <a:lnTo>
                  <a:pt x="1545955" y="91871"/>
                </a:lnTo>
                <a:lnTo>
                  <a:pt x="1573077" y="57710"/>
                </a:lnTo>
                <a:lnTo>
                  <a:pt x="1600200" y="34191"/>
                </a:lnTo>
              </a:path>
            </a:pathLst>
          </a:custGeom>
          <a:noFill/>
          <a:ln w="5715">
            <a:solidFill>
              <a:srgbClr val="7030A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Freeform 24"/>
          <p:cNvSpPr/>
          <p:nvPr/>
        </p:nvSpPr>
        <p:spPr>
          <a:xfrm>
            <a:off x="5276088" y="7494423"/>
            <a:ext cx="1600200" cy="170954"/>
          </a:xfrm>
          <a:custGeom>
            <a:avLst/>
            <a:gdLst/>
            <a:ahLst/>
            <a:cxnLst/>
            <a:rect l="l" t="t" r="r" b="b"/>
            <a:pathLst>
              <a:path w="1600200" h="170954">
                <a:moveTo>
                  <a:pt x="0" y="103737"/>
                </a:moveTo>
                <a:lnTo>
                  <a:pt x="27122" y="102918"/>
                </a:lnTo>
                <a:lnTo>
                  <a:pt x="54244" y="93568"/>
                </a:lnTo>
                <a:lnTo>
                  <a:pt x="81366" y="89211"/>
                </a:lnTo>
                <a:lnTo>
                  <a:pt x="108488" y="119348"/>
                </a:lnTo>
                <a:lnTo>
                  <a:pt x="135610" y="154600"/>
                </a:lnTo>
                <a:lnTo>
                  <a:pt x="162732" y="135898"/>
                </a:lnTo>
                <a:lnTo>
                  <a:pt x="189854" y="117235"/>
                </a:lnTo>
                <a:lnTo>
                  <a:pt x="216976" y="54004"/>
                </a:lnTo>
                <a:lnTo>
                  <a:pt x="244098" y="81109"/>
                </a:lnTo>
                <a:lnTo>
                  <a:pt x="271220" y="71314"/>
                </a:lnTo>
                <a:lnTo>
                  <a:pt x="298342" y="70602"/>
                </a:lnTo>
                <a:lnTo>
                  <a:pt x="325464" y="82571"/>
                </a:lnTo>
                <a:lnTo>
                  <a:pt x="352586" y="127043"/>
                </a:lnTo>
                <a:lnTo>
                  <a:pt x="379708" y="170954"/>
                </a:lnTo>
                <a:lnTo>
                  <a:pt x="406830" y="98103"/>
                </a:lnTo>
                <a:lnTo>
                  <a:pt x="433952" y="114543"/>
                </a:lnTo>
                <a:lnTo>
                  <a:pt x="461074" y="47710"/>
                </a:lnTo>
                <a:lnTo>
                  <a:pt x="488196" y="33169"/>
                </a:lnTo>
                <a:lnTo>
                  <a:pt x="515318" y="63577"/>
                </a:lnTo>
                <a:lnTo>
                  <a:pt x="542440" y="54769"/>
                </a:lnTo>
                <a:lnTo>
                  <a:pt x="569562" y="110306"/>
                </a:lnTo>
                <a:lnTo>
                  <a:pt x="596684" y="124068"/>
                </a:lnTo>
                <a:lnTo>
                  <a:pt x="623806" y="119974"/>
                </a:lnTo>
                <a:lnTo>
                  <a:pt x="650928" y="106654"/>
                </a:lnTo>
                <a:lnTo>
                  <a:pt x="678050" y="121939"/>
                </a:lnTo>
                <a:lnTo>
                  <a:pt x="705172" y="151269"/>
                </a:lnTo>
                <a:lnTo>
                  <a:pt x="732294" y="148381"/>
                </a:lnTo>
                <a:lnTo>
                  <a:pt x="759416" y="137465"/>
                </a:lnTo>
                <a:lnTo>
                  <a:pt x="786538" y="143603"/>
                </a:lnTo>
                <a:lnTo>
                  <a:pt x="813661" y="141266"/>
                </a:lnTo>
                <a:lnTo>
                  <a:pt x="840783" y="103170"/>
                </a:lnTo>
                <a:lnTo>
                  <a:pt x="867905" y="59192"/>
                </a:lnTo>
                <a:lnTo>
                  <a:pt x="895027" y="21692"/>
                </a:lnTo>
                <a:lnTo>
                  <a:pt x="922149" y="57114"/>
                </a:lnTo>
                <a:lnTo>
                  <a:pt x="949271" y="74805"/>
                </a:lnTo>
                <a:lnTo>
                  <a:pt x="976393" y="57941"/>
                </a:lnTo>
                <a:lnTo>
                  <a:pt x="1003515" y="50600"/>
                </a:lnTo>
                <a:lnTo>
                  <a:pt x="1030637" y="6211"/>
                </a:lnTo>
                <a:lnTo>
                  <a:pt x="1057759" y="19737"/>
                </a:lnTo>
                <a:lnTo>
                  <a:pt x="1084881" y="0"/>
                </a:lnTo>
                <a:lnTo>
                  <a:pt x="1112003" y="28874"/>
                </a:lnTo>
                <a:lnTo>
                  <a:pt x="1139125" y="58051"/>
                </a:lnTo>
                <a:lnTo>
                  <a:pt x="1166247" y="73736"/>
                </a:lnTo>
                <a:lnTo>
                  <a:pt x="1193369" y="39403"/>
                </a:lnTo>
                <a:lnTo>
                  <a:pt x="1220491" y="105968"/>
                </a:lnTo>
                <a:lnTo>
                  <a:pt x="1247613" y="123624"/>
                </a:lnTo>
                <a:lnTo>
                  <a:pt x="1274735" y="156771"/>
                </a:lnTo>
                <a:lnTo>
                  <a:pt x="1301857" y="153039"/>
                </a:lnTo>
                <a:lnTo>
                  <a:pt x="1328979" y="118544"/>
                </a:lnTo>
                <a:lnTo>
                  <a:pt x="1356101" y="97878"/>
                </a:lnTo>
                <a:lnTo>
                  <a:pt x="1383223" y="81277"/>
                </a:lnTo>
                <a:lnTo>
                  <a:pt x="1410345" y="126617"/>
                </a:lnTo>
                <a:lnTo>
                  <a:pt x="1437467" y="109678"/>
                </a:lnTo>
                <a:lnTo>
                  <a:pt x="1464589" y="61213"/>
                </a:lnTo>
                <a:lnTo>
                  <a:pt x="1491711" y="55335"/>
                </a:lnTo>
                <a:lnTo>
                  <a:pt x="1518833" y="19200"/>
                </a:lnTo>
                <a:lnTo>
                  <a:pt x="1545955" y="68333"/>
                </a:lnTo>
                <a:lnTo>
                  <a:pt x="1573077" y="63677"/>
                </a:lnTo>
                <a:lnTo>
                  <a:pt x="1600200" y="34673"/>
                </a:lnTo>
              </a:path>
            </a:pathLst>
          </a:custGeom>
          <a:noFill/>
          <a:ln w="5715">
            <a:solidFill>
              <a:srgbClr val="7030A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Freeform 25"/>
          <p:cNvSpPr/>
          <p:nvPr/>
        </p:nvSpPr>
        <p:spPr>
          <a:xfrm>
            <a:off x="5276088" y="7518809"/>
            <a:ext cx="1600200" cy="175209"/>
          </a:xfrm>
          <a:custGeom>
            <a:avLst/>
            <a:gdLst/>
            <a:ahLst/>
            <a:cxnLst/>
            <a:rect l="l" t="t" r="r" b="b"/>
            <a:pathLst>
              <a:path w="1600200" h="175209">
                <a:moveTo>
                  <a:pt x="0" y="79351"/>
                </a:moveTo>
                <a:lnTo>
                  <a:pt x="27122" y="116066"/>
                </a:lnTo>
                <a:lnTo>
                  <a:pt x="54244" y="144935"/>
                </a:lnTo>
                <a:lnTo>
                  <a:pt x="81366" y="159441"/>
                </a:lnTo>
                <a:lnTo>
                  <a:pt x="108488" y="122717"/>
                </a:lnTo>
                <a:lnTo>
                  <a:pt x="135610" y="149579"/>
                </a:lnTo>
                <a:lnTo>
                  <a:pt x="162732" y="172029"/>
                </a:lnTo>
                <a:lnTo>
                  <a:pt x="189854" y="170749"/>
                </a:lnTo>
                <a:lnTo>
                  <a:pt x="216976" y="112428"/>
                </a:lnTo>
                <a:lnTo>
                  <a:pt x="244098" y="136960"/>
                </a:lnTo>
                <a:lnTo>
                  <a:pt x="271220" y="150716"/>
                </a:lnTo>
                <a:lnTo>
                  <a:pt x="298342" y="133797"/>
                </a:lnTo>
                <a:lnTo>
                  <a:pt x="325464" y="120980"/>
                </a:lnTo>
                <a:lnTo>
                  <a:pt x="352586" y="102324"/>
                </a:lnTo>
                <a:lnTo>
                  <a:pt x="379708" y="117221"/>
                </a:lnTo>
                <a:lnTo>
                  <a:pt x="406830" y="141617"/>
                </a:lnTo>
                <a:lnTo>
                  <a:pt x="433952" y="175209"/>
                </a:lnTo>
                <a:lnTo>
                  <a:pt x="461074" y="150238"/>
                </a:lnTo>
                <a:lnTo>
                  <a:pt x="488196" y="146277"/>
                </a:lnTo>
                <a:lnTo>
                  <a:pt x="515318" y="122518"/>
                </a:lnTo>
                <a:lnTo>
                  <a:pt x="542440" y="114596"/>
                </a:lnTo>
                <a:lnTo>
                  <a:pt x="569562" y="64610"/>
                </a:lnTo>
                <a:lnTo>
                  <a:pt x="596684" y="48075"/>
                </a:lnTo>
                <a:lnTo>
                  <a:pt x="623806" y="47455"/>
                </a:lnTo>
                <a:lnTo>
                  <a:pt x="650928" y="50825"/>
                </a:lnTo>
                <a:lnTo>
                  <a:pt x="678050" y="71505"/>
                </a:lnTo>
                <a:lnTo>
                  <a:pt x="705172" y="85134"/>
                </a:lnTo>
                <a:lnTo>
                  <a:pt x="732294" y="94554"/>
                </a:lnTo>
                <a:lnTo>
                  <a:pt x="759416" y="43348"/>
                </a:lnTo>
                <a:lnTo>
                  <a:pt x="786538" y="54830"/>
                </a:lnTo>
                <a:lnTo>
                  <a:pt x="813661" y="77689"/>
                </a:lnTo>
                <a:lnTo>
                  <a:pt x="840783" y="70175"/>
                </a:lnTo>
                <a:lnTo>
                  <a:pt x="867905" y="48333"/>
                </a:lnTo>
                <a:lnTo>
                  <a:pt x="895027" y="89253"/>
                </a:lnTo>
                <a:lnTo>
                  <a:pt x="922149" y="162709"/>
                </a:lnTo>
                <a:lnTo>
                  <a:pt x="949271" y="158905"/>
                </a:lnTo>
                <a:lnTo>
                  <a:pt x="976393" y="114024"/>
                </a:lnTo>
                <a:lnTo>
                  <a:pt x="1003515" y="131072"/>
                </a:lnTo>
                <a:lnTo>
                  <a:pt x="1030637" y="103081"/>
                </a:lnTo>
                <a:lnTo>
                  <a:pt x="1057759" y="88958"/>
                </a:lnTo>
                <a:lnTo>
                  <a:pt x="1084881" y="65312"/>
                </a:lnTo>
                <a:lnTo>
                  <a:pt x="1112003" y="87967"/>
                </a:lnTo>
                <a:lnTo>
                  <a:pt x="1139125" y="97984"/>
                </a:lnTo>
                <a:lnTo>
                  <a:pt x="1166247" y="43488"/>
                </a:lnTo>
                <a:lnTo>
                  <a:pt x="1193369" y="26667"/>
                </a:lnTo>
                <a:lnTo>
                  <a:pt x="1220491" y="115032"/>
                </a:lnTo>
                <a:lnTo>
                  <a:pt x="1247613" y="69207"/>
                </a:lnTo>
                <a:lnTo>
                  <a:pt x="1274735" y="6058"/>
                </a:lnTo>
                <a:lnTo>
                  <a:pt x="1301857" y="25654"/>
                </a:lnTo>
                <a:lnTo>
                  <a:pt x="1328979" y="7395"/>
                </a:lnTo>
                <a:lnTo>
                  <a:pt x="1356101" y="45576"/>
                </a:lnTo>
                <a:lnTo>
                  <a:pt x="1383223" y="48995"/>
                </a:lnTo>
                <a:lnTo>
                  <a:pt x="1410345" y="50805"/>
                </a:lnTo>
                <a:lnTo>
                  <a:pt x="1437467" y="75171"/>
                </a:lnTo>
                <a:lnTo>
                  <a:pt x="1464589" y="46609"/>
                </a:lnTo>
                <a:lnTo>
                  <a:pt x="1491711" y="33972"/>
                </a:lnTo>
                <a:lnTo>
                  <a:pt x="1518833" y="20171"/>
                </a:lnTo>
                <a:lnTo>
                  <a:pt x="1545955" y="0"/>
                </a:lnTo>
                <a:lnTo>
                  <a:pt x="1573077" y="81896"/>
                </a:lnTo>
                <a:lnTo>
                  <a:pt x="1600200" y="70335"/>
                </a:lnTo>
              </a:path>
            </a:pathLst>
          </a:custGeom>
          <a:noFill/>
          <a:ln w="5715">
            <a:solidFill>
              <a:srgbClr val="7030A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31" name="TextBox 5230"/>
          <p:cNvSpPr txBox="1"/>
          <p:nvPr/>
        </p:nvSpPr>
        <p:spPr>
          <a:xfrm>
            <a:off x="5257800" y="7899912"/>
            <a:ext cx="1645920" cy="5486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Helvetica Neue"/>
              </a:rPr>
              <a:t>CMIP6 piControl segments (drift-filtered), regressed alongside the obs</a:t>
            </a:r>
          </a:p>
        </p:txBody>
      </p:sp>
      <p:pic>
        <p:nvPicPr>
          <p:cNvPr id="5417" name="Picture 245" descr="A graph of linear graphs&#10;&#10;Description automatically generated with medium confidence">
            <a:extLst>
              <a:ext uri="{FF2B5EF4-FFF2-40B4-BE49-F238E27FC236}">
                <a16:creationId xmlns:a16="http://schemas.microsoft.com/office/drawing/2014/main" id="{5635CF10-B6A3-5A2D-B661-C8D904CFD5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900" b="26000"/>
          <a:stretch>
            <a:fillRect/>
          </a:stretch>
        </p:blipFill>
        <p:spPr>
          <a:xfrm>
            <a:off x="7040880" y="6994694"/>
            <a:ext cx="2423159" cy="1252652"/>
          </a:xfrm>
          <a:prstGeom prst="rect">
            <a:avLst/>
          </a:prstGeom>
        </p:spPr>
      </p:pic>
      <p:pic>
        <p:nvPicPr>
          <p:cNvPr id="5418" name="Picture 245" descr="A graph of linear graphs&#10;&#10;Description automatically generated with medium confidence">
            <a:extLst>
              <a:ext uri="{FF2B5EF4-FFF2-40B4-BE49-F238E27FC236}">
                <a16:creationId xmlns:a16="http://schemas.microsoft.com/office/drawing/2014/main" id="{5635CF10-B6A3-5A2D-B661-C8D904CFD5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300" b="51000"/>
          <a:stretch>
            <a:fillRect/>
          </a:stretch>
        </p:blipFill>
        <p:spPr>
          <a:xfrm>
            <a:off x="9002177" y="7537359"/>
            <a:ext cx="1239103" cy="628411"/>
          </a:xfrm>
          <a:prstGeom prst="rect">
            <a:avLst/>
          </a:prstGeom>
        </p:spPr>
      </p:pic>
      <p:sp>
        <p:nvSpPr>
          <p:cNvPr id="5232" name="TextBox 5231"/>
          <p:cNvSpPr txBox="1"/>
          <p:nvPr/>
        </p:nvSpPr>
        <p:spPr>
          <a:xfrm>
            <a:off x="9464039" y="7112825"/>
            <a:ext cx="822960" cy="3657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750" b="0" i="0" dirty="0">
                <a:solidFill>
                  <a:srgbClr val="404040"/>
                </a:solidFill>
                <a:latin typeface="Helvetica Neue"/>
              </a:rPr>
              <a:t>repeated over a</a:t>
            </a:r>
          </a:p>
          <a:p>
            <a:pPr algn="l"/>
            <a:r>
              <a:rPr sz="750" b="0" i="0" dirty="0">
                <a:solidFill>
                  <a:srgbClr val="404040"/>
                </a:solidFill>
                <a:latin typeface="Helvetica Neue"/>
              </a:rPr>
              <a:t>~10⁷-member ensemble</a:t>
            </a:r>
          </a:p>
        </p:txBody>
      </p:sp>
      <p:sp>
        <p:nvSpPr>
          <p:cNvPr id="5233" name="TextBox 5232"/>
          <p:cNvSpPr txBox="1"/>
          <p:nvPr/>
        </p:nvSpPr>
        <p:spPr>
          <a:xfrm>
            <a:off x="7040880" y="8293067"/>
            <a:ext cx="3337559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Helvetica Neue"/>
              </a:rPr>
              <a:t>Multiple linear regression (OLS)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Helvetica Neue"/>
              </a:rPr>
              <a:t>of obs on GHG, other-human and natural responses; scalings from piControl added to sample variability</a:t>
            </a:r>
          </a:p>
        </p:txBody>
      </p:sp>
      <p:cxnSp>
        <p:nvCxnSpPr>
          <p:cNvPr id="5234" name="Connector 5233"/>
          <p:cNvCxnSpPr/>
          <p:nvPr/>
        </p:nvCxnSpPr>
        <p:spPr>
          <a:xfrm>
            <a:off x="137160" y="9092952"/>
            <a:ext cx="10241280" cy="0"/>
          </a:xfrm>
          <a:prstGeom prst="line">
            <a:avLst/>
          </a:prstGeom>
          <a:ln w="6350">
            <a:solidFill>
              <a:srgbClr val="BFBFBF"/>
            </a:solidFill>
          </a:ln>
        </p:spPr>
      </p:cxnSp>
      <p:sp>
        <p:nvSpPr>
          <p:cNvPr id="5235" name="TextBox 5234"/>
          <p:cNvSpPr txBox="1"/>
          <p:nvPr/>
        </p:nvSpPr>
        <p:spPr>
          <a:xfrm>
            <a:off x="137160" y="9166104"/>
            <a:ext cx="960120" cy="27432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Helvetica Neue"/>
              </a:rPr>
              <a:t>ROF</a:t>
            </a:r>
          </a:p>
        </p:txBody>
      </p:sp>
      <p:sp>
        <p:nvSpPr>
          <p:cNvPr id="5236" name="TextBox 5235"/>
          <p:cNvSpPr txBox="1"/>
          <p:nvPr/>
        </p:nvSpPr>
        <p:spPr>
          <a:xfrm>
            <a:off x="137160" y="9440424"/>
            <a:ext cx="960120" cy="20116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  <a:latin typeface="Helvetica Neue"/>
              </a:rPr>
              <a:t>Sect. 4.4.4.3</a:t>
            </a:r>
          </a:p>
        </p:txBody>
      </p:sp>
      <p:grpSp>
        <p:nvGrpSpPr>
          <p:cNvPr id="5419" name="v3b ROF"/>
          <p:cNvGrpSpPr/>
          <p:nvPr/>
        </p:nvGrpSpPr>
        <p:grpSpPr>
          <a:xfrm>
            <a:off x="1405032" y="8163545"/>
            <a:ext cx="2933803" cy="2877860"/>
            <a:chOff x="13122478" y="23923632"/>
            <a:chExt cx="9463882" cy="9283421"/>
          </a:xfrm>
        </p:grpSpPr>
        <p:sp>
          <p:nvSpPr>
            <p:cNvPr id="5420" name="Rectangle">
              <a:extLst>
                <a:ext uri="{FF2B5EF4-FFF2-40B4-BE49-F238E27FC236}">
                  <a16:creationId xmlns:a16="http://schemas.microsoft.com/office/drawing/2014/main" id="{ACFF5F4E-5BD3-000F-443F-A2C42AB93844}"/>
                </a:ext>
              </a:extLst>
            </p:cNvPr>
            <p:cNvSpPr/>
            <p:nvPr/>
          </p:nvSpPr>
          <p:spPr>
            <a:xfrm>
              <a:off x="14392589" y="31456099"/>
              <a:ext cx="7552588" cy="48591"/>
            </a:xfrm>
            <a:prstGeom prst="rect">
              <a:avLst/>
            </a:prstGeom>
            <a:ln w="19685">
              <a:solidFill>
                <a:srgbClr val="000000"/>
              </a:solidFill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421" name="Sun">
              <a:extLst>
                <a:ext uri="{FF2B5EF4-FFF2-40B4-BE49-F238E27FC236}">
                  <a16:creationId xmlns:a16="http://schemas.microsoft.com/office/drawing/2014/main" id="{900E4282-9302-93A8-25BF-69660BEAC714}"/>
                </a:ext>
              </a:extLst>
            </p:cNvPr>
            <p:cNvSpPr/>
            <p:nvPr/>
          </p:nvSpPr>
          <p:spPr>
            <a:xfrm>
              <a:off x="13122478" y="28754347"/>
              <a:ext cx="1276658" cy="12766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8912" y="3909"/>
                  </a:lnTo>
                  <a:cubicBezTo>
                    <a:pt x="9458" y="3767"/>
                    <a:pt x="10107" y="3684"/>
                    <a:pt x="10795" y="3684"/>
                  </a:cubicBezTo>
                  <a:cubicBezTo>
                    <a:pt x="11488" y="3684"/>
                    <a:pt x="12138" y="3766"/>
                    <a:pt x="12695" y="3914"/>
                  </a:cubicBezTo>
                  <a:lnTo>
                    <a:pt x="10800" y="0"/>
                  </a:lnTo>
                  <a:close/>
                  <a:moveTo>
                    <a:pt x="18430" y="3160"/>
                  </a:moveTo>
                  <a:lnTo>
                    <a:pt x="14332" y="4591"/>
                  </a:lnTo>
                  <a:cubicBezTo>
                    <a:pt x="14828" y="4880"/>
                    <a:pt x="15340" y="5278"/>
                    <a:pt x="15826" y="5764"/>
                  </a:cubicBezTo>
                  <a:cubicBezTo>
                    <a:pt x="16317" y="6255"/>
                    <a:pt x="16717" y="6774"/>
                    <a:pt x="17006" y="7265"/>
                  </a:cubicBezTo>
                  <a:lnTo>
                    <a:pt x="18430" y="3160"/>
                  </a:lnTo>
                  <a:close/>
                  <a:moveTo>
                    <a:pt x="3160" y="3172"/>
                  </a:moveTo>
                  <a:lnTo>
                    <a:pt x="4591" y="7270"/>
                  </a:lnTo>
                  <a:cubicBezTo>
                    <a:pt x="4880" y="6773"/>
                    <a:pt x="5278" y="6260"/>
                    <a:pt x="5764" y="5774"/>
                  </a:cubicBezTo>
                  <a:cubicBezTo>
                    <a:pt x="6255" y="5283"/>
                    <a:pt x="6774" y="4885"/>
                    <a:pt x="7265" y="4596"/>
                  </a:cubicBezTo>
                  <a:lnTo>
                    <a:pt x="3160" y="3172"/>
                  </a:lnTo>
                  <a:close/>
                  <a:moveTo>
                    <a:pt x="10800" y="4661"/>
                  </a:moveTo>
                  <a:cubicBezTo>
                    <a:pt x="7400" y="4661"/>
                    <a:pt x="4633" y="7427"/>
                    <a:pt x="4633" y="10827"/>
                  </a:cubicBezTo>
                  <a:cubicBezTo>
                    <a:pt x="4633" y="14227"/>
                    <a:pt x="7400" y="16994"/>
                    <a:pt x="10800" y="16994"/>
                  </a:cubicBezTo>
                  <a:cubicBezTo>
                    <a:pt x="14200" y="16994"/>
                    <a:pt x="16967" y="14227"/>
                    <a:pt x="16967" y="10827"/>
                  </a:cubicBezTo>
                  <a:cubicBezTo>
                    <a:pt x="16967" y="7427"/>
                    <a:pt x="14200" y="4661"/>
                    <a:pt x="10800" y="4661"/>
                  </a:cubicBezTo>
                  <a:close/>
                  <a:moveTo>
                    <a:pt x="3914" y="8907"/>
                  </a:moveTo>
                  <a:lnTo>
                    <a:pt x="0" y="10800"/>
                  </a:lnTo>
                  <a:lnTo>
                    <a:pt x="3909" y="12688"/>
                  </a:lnTo>
                  <a:cubicBezTo>
                    <a:pt x="3767" y="12137"/>
                    <a:pt x="3684" y="11493"/>
                    <a:pt x="3684" y="10805"/>
                  </a:cubicBezTo>
                  <a:cubicBezTo>
                    <a:pt x="3684" y="10112"/>
                    <a:pt x="3766" y="9464"/>
                    <a:pt x="3914" y="8907"/>
                  </a:cubicBezTo>
                  <a:close/>
                  <a:moveTo>
                    <a:pt x="17693" y="8907"/>
                  </a:moveTo>
                  <a:cubicBezTo>
                    <a:pt x="17835" y="9458"/>
                    <a:pt x="17916" y="10102"/>
                    <a:pt x="17916" y="10790"/>
                  </a:cubicBezTo>
                  <a:cubicBezTo>
                    <a:pt x="17916" y="11483"/>
                    <a:pt x="17835" y="12131"/>
                    <a:pt x="17688" y="12688"/>
                  </a:cubicBezTo>
                  <a:lnTo>
                    <a:pt x="21600" y="10795"/>
                  </a:lnTo>
                  <a:lnTo>
                    <a:pt x="17693" y="8907"/>
                  </a:lnTo>
                  <a:close/>
                  <a:moveTo>
                    <a:pt x="17011" y="14332"/>
                  </a:moveTo>
                  <a:cubicBezTo>
                    <a:pt x="16722" y="14828"/>
                    <a:pt x="16323" y="15340"/>
                    <a:pt x="15838" y="15826"/>
                  </a:cubicBezTo>
                  <a:cubicBezTo>
                    <a:pt x="15346" y="16317"/>
                    <a:pt x="14828" y="16717"/>
                    <a:pt x="14337" y="17006"/>
                  </a:cubicBezTo>
                  <a:lnTo>
                    <a:pt x="18440" y="18430"/>
                  </a:lnTo>
                  <a:lnTo>
                    <a:pt x="17011" y="14332"/>
                  </a:lnTo>
                  <a:close/>
                  <a:moveTo>
                    <a:pt x="4596" y="14337"/>
                  </a:moveTo>
                  <a:lnTo>
                    <a:pt x="3172" y="18440"/>
                  </a:lnTo>
                  <a:lnTo>
                    <a:pt x="7270" y="17011"/>
                  </a:lnTo>
                  <a:cubicBezTo>
                    <a:pt x="6773" y="16722"/>
                    <a:pt x="6260" y="16323"/>
                    <a:pt x="5774" y="15838"/>
                  </a:cubicBezTo>
                  <a:cubicBezTo>
                    <a:pt x="5283" y="15346"/>
                    <a:pt x="4885" y="14828"/>
                    <a:pt x="4596" y="14337"/>
                  </a:cubicBezTo>
                  <a:close/>
                  <a:moveTo>
                    <a:pt x="8907" y="17688"/>
                  </a:moveTo>
                  <a:lnTo>
                    <a:pt x="10800" y="21600"/>
                  </a:lnTo>
                  <a:lnTo>
                    <a:pt x="12688" y="17693"/>
                  </a:lnTo>
                  <a:cubicBezTo>
                    <a:pt x="12142" y="17835"/>
                    <a:pt x="11493" y="17916"/>
                    <a:pt x="10805" y="17916"/>
                  </a:cubicBezTo>
                  <a:cubicBezTo>
                    <a:pt x="10112" y="17916"/>
                    <a:pt x="9464" y="17835"/>
                    <a:pt x="8907" y="17688"/>
                  </a:cubicBezTo>
                  <a:close/>
                </a:path>
              </a:pathLst>
            </a:custGeom>
            <a:solidFill>
              <a:srgbClr val="FFD479"/>
            </a:solidFill>
            <a:ln w="3937"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422" name="Line">
              <a:extLst>
                <a:ext uri="{FF2B5EF4-FFF2-40B4-BE49-F238E27FC236}">
                  <a16:creationId xmlns:a16="http://schemas.microsoft.com/office/drawing/2014/main" id="{594E454A-BEB2-427C-7728-90717126CE35}"/>
                </a:ext>
              </a:extLst>
            </p:cNvPr>
            <p:cNvSpPr/>
            <p:nvPr/>
          </p:nvSpPr>
          <p:spPr>
            <a:xfrm>
              <a:off x="14303268" y="29879192"/>
              <a:ext cx="928943" cy="1565529"/>
            </a:xfrm>
            <a:prstGeom prst="line">
              <a:avLst/>
            </a:prstGeom>
            <a:ln w="23622">
              <a:solidFill>
                <a:schemeClr val="accent1">
                  <a:lumMod val="60000"/>
                  <a:lumOff val="40000"/>
                </a:schemeClr>
              </a:solidFill>
              <a:miter lim="400000"/>
              <a:tailEnd type="triangle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423" name="Line">
              <a:extLst>
                <a:ext uri="{FF2B5EF4-FFF2-40B4-BE49-F238E27FC236}">
                  <a16:creationId xmlns:a16="http://schemas.microsoft.com/office/drawing/2014/main" id="{314C345F-71A7-EE0D-3F16-E2932E264187}"/>
                </a:ext>
              </a:extLst>
            </p:cNvPr>
            <p:cNvSpPr/>
            <p:nvPr/>
          </p:nvSpPr>
          <p:spPr>
            <a:xfrm flipV="1">
              <a:off x="16111996" y="30284102"/>
              <a:ext cx="877131" cy="4671"/>
            </a:xfrm>
            <a:prstGeom prst="line">
              <a:avLst/>
            </a:prstGeom>
            <a:ln w="7874">
              <a:solidFill>
                <a:srgbClr val="000000"/>
              </a:solidFill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424" name="Shape">
              <a:extLst>
                <a:ext uri="{FF2B5EF4-FFF2-40B4-BE49-F238E27FC236}">
                  <a16:creationId xmlns:a16="http://schemas.microsoft.com/office/drawing/2014/main" id="{04D2A34F-145E-C891-579B-E27F6E4F8684}"/>
                </a:ext>
              </a:extLst>
            </p:cNvPr>
            <p:cNvSpPr/>
            <p:nvPr/>
          </p:nvSpPr>
          <p:spPr>
            <a:xfrm>
              <a:off x="21855875" y="30218866"/>
              <a:ext cx="591566" cy="209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03" y="0"/>
                  </a:moveTo>
                  <a:cubicBezTo>
                    <a:pt x="7967" y="0"/>
                    <a:pt x="5720" y="2939"/>
                    <a:pt x="4858" y="7062"/>
                  </a:cubicBezTo>
                  <a:cubicBezTo>
                    <a:pt x="4628" y="6992"/>
                    <a:pt x="4391" y="6953"/>
                    <a:pt x="4150" y="6953"/>
                  </a:cubicBezTo>
                  <a:cubicBezTo>
                    <a:pt x="1857" y="6953"/>
                    <a:pt x="0" y="10233"/>
                    <a:pt x="0" y="14278"/>
                  </a:cubicBezTo>
                  <a:cubicBezTo>
                    <a:pt x="0" y="18323"/>
                    <a:pt x="1857" y="21600"/>
                    <a:pt x="4150" y="21600"/>
                  </a:cubicBezTo>
                  <a:cubicBezTo>
                    <a:pt x="4193" y="21600"/>
                    <a:pt x="4237" y="21597"/>
                    <a:pt x="4280" y="21594"/>
                  </a:cubicBezTo>
                  <a:lnTo>
                    <a:pt x="10532" y="21597"/>
                  </a:lnTo>
                  <a:cubicBezTo>
                    <a:pt x="10555" y="21598"/>
                    <a:pt x="10579" y="21600"/>
                    <a:pt x="10603" y="21600"/>
                  </a:cubicBezTo>
                  <a:cubicBezTo>
                    <a:pt x="10626" y="21600"/>
                    <a:pt x="10648" y="21598"/>
                    <a:pt x="10672" y="21597"/>
                  </a:cubicBezTo>
                  <a:lnTo>
                    <a:pt x="18141" y="21600"/>
                  </a:lnTo>
                  <a:cubicBezTo>
                    <a:pt x="20051" y="21600"/>
                    <a:pt x="21600" y="18868"/>
                    <a:pt x="21600" y="15496"/>
                  </a:cubicBezTo>
                  <a:cubicBezTo>
                    <a:pt x="21600" y="12124"/>
                    <a:pt x="20051" y="9389"/>
                    <a:pt x="18141" y="9389"/>
                  </a:cubicBezTo>
                  <a:cubicBezTo>
                    <a:pt x="17627" y="9389"/>
                    <a:pt x="17139" y="9589"/>
                    <a:pt x="16701" y="9943"/>
                  </a:cubicBezTo>
                  <a:cubicBezTo>
                    <a:pt x="16453" y="4379"/>
                    <a:pt x="13819" y="0"/>
                    <a:pt x="10603" y="0"/>
                  </a:cubicBezTo>
                  <a:close/>
                </a:path>
              </a:pathLst>
            </a:custGeom>
            <a:solidFill>
              <a:srgbClr val="FFFFFF"/>
            </a:solidFill>
            <a:ln w="23622">
              <a:solidFill>
                <a:srgbClr val="5E5E5E"/>
              </a:solidFill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425" name="Shape">
              <a:extLst>
                <a:ext uri="{FF2B5EF4-FFF2-40B4-BE49-F238E27FC236}">
                  <a16:creationId xmlns:a16="http://schemas.microsoft.com/office/drawing/2014/main" id="{82091F50-2474-0AAB-1E06-EAD1EA7DDA2F}"/>
                </a:ext>
              </a:extLst>
            </p:cNvPr>
            <p:cNvSpPr/>
            <p:nvPr/>
          </p:nvSpPr>
          <p:spPr>
            <a:xfrm>
              <a:off x="20848983" y="30567858"/>
              <a:ext cx="591566" cy="2093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03" y="0"/>
                  </a:moveTo>
                  <a:cubicBezTo>
                    <a:pt x="7967" y="0"/>
                    <a:pt x="5720" y="2939"/>
                    <a:pt x="4858" y="7062"/>
                  </a:cubicBezTo>
                  <a:cubicBezTo>
                    <a:pt x="4628" y="6992"/>
                    <a:pt x="4391" y="6953"/>
                    <a:pt x="4150" y="6953"/>
                  </a:cubicBezTo>
                  <a:cubicBezTo>
                    <a:pt x="1857" y="6953"/>
                    <a:pt x="0" y="10233"/>
                    <a:pt x="0" y="14278"/>
                  </a:cubicBezTo>
                  <a:cubicBezTo>
                    <a:pt x="0" y="18323"/>
                    <a:pt x="1857" y="21600"/>
                    <a:pt x="4150" y="21600"/>
                  </a:cubicBezTo>
                  <a:cubicBezTo>
                    <a:pt x="4193" y="21600"/>
                    <a:pt x="4237" y="21597"/>
                    <a:pt x="4280" y="21594"/>
                  </a:cubicBezTo>
                  <a:lnTo>
                    <a:pt x="10532" y="21597"/>
                  </a:lnTo>
                  <a:cubicBezTo>
                    <a:pt x="10555" y="21598"/>
                    <a:pt x="10579" y="21600"/>
                    <a:pt x="10603" y="21600"/>
                  </a:cubicBezTo>
                  <a:cubicBezTo>
                    <a:pt x="10626" y="21600"/>
                    <a:pt x="10648" y="21598"/>
                    <a:pt x="10672" y="21597"/>
                  </a:cubicBezTo>
                  <a:lnTo>
                    <a:pt x="18141" y="21600"/>
                  </a:lnTo>
                  <a:cubicBezTo>
                    <a:pt x="20051" y="21600"/>
                    <a:pt x="21600" y="18868"/>
                    <a:pt x="21600" y="15496"/>
                  </a:cubicBezTo>
                  <a:cubicBezTo>
                    <a:pt x="21600" y="12124"/>
                    <a:pt x="20051" y="9389"/>
                    <a:pt x="18141" y="9389"/>
                  </a:cubicBezTo>
                  <a:cubicBezTo>
                    <a:pt x="17627" y="9389"/>
                    <a:pt x="17139" y="9589"/>
                    <a:pt x="16701" y="9943"/>
                  </a:cubicBezTo>
                  <a:cubicBezTo>
                    <a:pt x="16453" y="4379"/>
                    <a:pt x="13819" y="0"/>
                    <a:pt x="10603" y="0"/>
                  </a:cubicBezTo>
                  <a:close/>
                </a:path>
              </a:pathLst>
            </a:custGeom>
            <a:solidFill>
              <a:srgbClr val="FFFFFF"/>
            </a:solidFill>
            <a:ln w="23622">
              <a:solidFill>
                <a:srgbClr val="5E5E5E"/>
              </a:solidFill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426" name="Volcano">
              <a:extLst>
                <a:ext uri="{FF2B5EF4-FFF2-40B4-BE49-F238E27FC236}">
                  <a16:creationId xmlns:a16="http://schemas.microsoft.com/office/drawing/2014/main" id="{DC346D06-8DA3-9F65-77A8-1F30C844B065}"/>
                </a:ext>
              </a:extLst>
            </p:cNvPr>
            <p:cNvSpPr/>
            <p:nvPr/>
          </p:nvSpPr>
          <p:spPr>
            <a:xfrm>
              <a:off x="15745644" y="31068441"/>
              <a:ext cx="766355" cy="3294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453" y="0"/>
                  </a:moveTo>
                  <a:cubicBezTo>
                    <a:pt x="9378" y="0"/>
                    <a:pt x="9303" y="84"/>
                    <a:pt x="9260" y="235"/>
                  </a:cubicBezTo>
                  <a:cubicBezTo>
                    <a:pt x="5303" y="13781"/>
                    <a:pt x="0" y="21600"/>
                    <a:pt x="0" y="21600"/>
                  </a:cubicBezTo>
                  <a:lnTo>
                    <a:pt x="21600" y="21600"/>
                  </a:lnTo>
                  <a:cubicBezTo>
                    <a:pt x="21600" y="21600"/>
                    <a:pt x="16303" y="13781"/>
                    <a:pt x="12340" y="235"/>
                  </a:cubicBezTo>
                  <a:cubicBezTo>
                    <a:pt x="12297" y="84"/>
                    <a:pt x="12227" y="0"/>
                    <a:pt x="12147" y="0"/>
                  </a:cubicBezTo>
                  <a:lnTo>
                    <a:pt x="9453" y="0"/>
                  </a:lnTo>
                  <a:close/>
                  <a:moveTo>
                    <a:pt x="9759" y="1223"/>
                  </a:moveTo>
                  <a:lnTo>
                    <a:pt x="11856" y="1223"/>
                  </a:lnTo>
                  <a:cubicBezTo>
                    <a:pt x="11931" y="1223"/>
                    <a:pt x="12002" y="1312"/>
                    <a:pt x="12039" y="1462"/>
                  </a:cubicBezTo>
                  <a:cubicBezTo>
                    <a:pt x="12346" y="2588"/>
                    <a:pt x="12765" y="4040"/>
                    <a:pt x="13034" y="4753"/>
                  </a:cubicBezTo>
                  <a:cubicBezTo>
                    <a:pt x="13276" y="5391"/>
                    <a:pt x="12921" y="5903"/>
                    <a:pt x="12684" y="5390"/>
                  </a:cubicBezTo>
                  <a:cubicBezTo>
                    <a:pt x="12475" y="4927"/>
                    <a:pt x="12270" y="4251"/>
                    <a:pt x="12147" y="3838"/>
                  </a:cubicBezTo>
                  <a:cubicBezTo>
                    <a:pt x="12012" y="3401"/>
                    <a:pt x="11803" y="3587"/>
                    <a:pt x="11846" y="4100"/>
                  </a:cubicBezTo>
                  <a:cubicBezTo>
                    <a:pt x="11943" y="5276"/>
                    <a:pt x="12416" y="8667"/>
                    <a:pt x="12540" y="9530"/>
                  </a:cubicBezTo>
                  <a:cubicBezTo>
                    <a:pt x="12669" y="10393"/>
                    <a:pt x="12260" y="10619"/>
                    <a:pt x="12147" y="9944"/>
                  </a:cubicBezTo>
                  <a:cubicBezTo>
                    <a:pt x="11889" y="8405"/>
                    <a:pt x="11454" y="4966"/>
                    <a:pt x="11303" y="3315"/>
                  </a:cubicBezTo>
                  <a:cubicBezTo>
                    <a:pt x="11260" y="2802"/>
                    <a:pt x="10974" y="2911"/>
                    <a:pt x="10974" y="3424"/>
                  </a:cubicBezTo>
                  <a:cubicBezTo>
                    <a:pt x="10974" y="3937"/>
                    <a:pt x="11050" y="5765"/>
                    <a:pt x="11130" y="7716"/>
                  </a:cubicBezTo>
                  <a:cubicBezTo>
                    <a:pt x="11168" y="8579"/>
                    <a:pt x="10679" y="8730"/>
                    <a:pt x="10646" y="7704"/>
                  </a:cubicBezTo>
                  <a:cubicBezTo>
                    <a:pt x="10625" y="7004"/>
                    <a:pt x="10599" y="6540"/>
                    <a:pt x="10582" y="5965"/>
                  </a:cubicBezTo>
                  <a:cubicBezTo>
                    <a:pt x="10561" y="5277"/>
                    <a:pt x="10292" y="5288"/>
                    <a:pt x="10211" y="5863"/>
                  </a:cubicBezTo>
                  <a:cubicBezTo>
                    <a:pt x="9974" y="7564"/>
                    <a:pt x="9845" y="8130"/>
                    <a:pt x="9710" y="8642"/>
                  </a:cubicBezTo>
                  <a:cubicBezTo>
                    <a:pt x="9528" y="9343"/>
                    <a:pt x="9183" y="8918"/>
                    <a:pt x="9307" y="8267"/>
                  </a:cubicBezTo>
                  <a:cubicBezTo>
                    <a:pt x="9495" y="7304"/>
                    <a:pt x="9894" y="4676"/>
                    <a:pt x="10050" y="3287"/>
                  </a:cubicBezTo>
                  <a:cubicBezTo>
                    <a:pt x="10104" y="2812"/>
                    <a:pt x="9904" y="2526"/>
                    <a:pt x="9759" y="3014"/>
                  </a:cubicBezTo>
                  <a:cubicBezTo>
                    <a:pt x="9496" y="3889"/>
                    <a:pt x="9394" y="4265"/>
                    <a:pt x="9055" y="5066"/>
                  </a:cubicBezTo>
                  <a:cubicBezTo>
                    <a:pt x="8856" y="5529"/>
                    <a:pt x="8550" y="5063"/>
                    <a:pt x="8732" y="4413"/>
                  </a:cubicBezTo>
                  <a:cubicBezTo>
                    <a:pt x="9044" y="3312"/>
                    <a:pt x="9350" y="2399"/>
                    <a:pt x="9571" y="1474"/>
                  </a:cubicBezTo>
                  <a:cubicBezTo>
                    <a:pt x="9609" y="1311"/>
                    <a:pt x="9684" y="1223"/>
                    <a:pt x="9759" y="1223"/>
                  </a:cubicBezTo>
                  <a:close/>
                </a:path>
              </a:pathLst>
            </a:custGeom>
            <a:solidFill>
              <a:srgbClr val="000000"/>
            </a:solidFill>
            <a:ln w="3937"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427" name="Connection Line">
              <a:extLst>
                <a:ext uri="{FF2B5EF4-FFF2-40B4-BE49-F238E27FC236}">
                  <a16:creationId xmlns:a16="http://schemas.microsoft.com/office/drawing/2014/main" id="{BDD1DA89-CDCA-798E-3FE2-CB92DEC6D7E4}"/>
                </a:ext>
              </a:extLst>
            </p:cNvPr>
            <p:cNvSpPr/>
            <p:nvPr/>
          </p:nvSpPr>
          <p:spPr>
            <a:xfrm>
              <a:off x="15845777" y="30288583"/>
              <a:ext cx="308627" cy="6513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29" h="21600" extrusionOk="0">
                  <a:moveTo>
                    <a:pt x="13586" y="21600"/>
                  </a:moveTo>
                  <a:cubicBezTo>
                    <a:pt x="-5371" y="7994"/>
                    <a:pt x="-4490" y="794"/>
                    <a:pt x="16229" y="0"/>
                  </a:cubicBezTo>
                </a:path>
              </a:pathLst>
            </a:custGeom>
            <a:ln w="7874">
              <a:solidFill>
                <a:srgbClr val="000000"/>
              </a:solidFill>
              <a:miter lim="400000"/>
            </a:ln>
          </p:spPr>
          <p:txBody>
            <a:bodyPr wrap="none" lIns="28346" tIns="14173" rIns="28346" bIns="14173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428" name="Line">
              <a:extLst>
                <a:ext uri="{FF2B5EF4-FFF2-40B4-BE49-F238E27FC236}">
                  <a16:creationId xmlns:a16="http://schemas.microsoft.com/office/drawing/2014/main" id="{142D32E0-081B-5F15-8D27-B93AE8C0BE61}"/>
                </a:ext>
              </a:extLst>
            </p:cNvPr>
            <p:cNvSpPr/>
            <p:nvPr/>
          </p:nvSpPr>
          <p:spPr>
            <a:xfrm flipV="1">
              <a:off x="17096704" y="29169044"/>
              <a:ext cx="186546" cy="931519"/>
            </a:xfrm>
            <a:prstGeom prst="line">
              <a:avLst/>
            </a:prstGeom>
            <a:ln w="23622">
              <a:solidFill>
                <a:schemeClr val="accent1">
                  <a:lumMod val="60000"/>
                  <a:lumOff val="40000"/>
                </a:schemeClr>
              </a:solidFill>
              <a:miter lim="400000"/>
              <a:tailEnd type="triangle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429" name="Line">
              <a:extLst>
                <a:ext uri="{FF2B5EF4-FFF2-40B4-BE49-F238E27FC236}">
                  <a16:creationId xmlns:a16="http://schemas.microsoft.com/office/drawing/2014/main" id="{DE48D753-CCC3-AA13-ADB7-6A9AA01E13ED}"/>
                </a:ext>
              </a:extLst>
            </p:cNvPr>
            <p:cNvSpPr/>
            <p:nvPr/>
          </p:nvSpPr>
          <p:spPr>
            <a:xfrm>
              <a:off x="20087018" y="30752824"/>
              <a:ext cx="214958" cy="657829"/>
            </a:xfrm>
            <a:prstGeom prst="line">
              <a:avLst/>
            </a:prstGeom>
            <a:ln w="23622">
              <a:solidFill>
                <a:schemeClr val="accent2"/>
              </a:solidFill>
              <a:miter lim="400000"/>
              <a:tailEnd type="triangle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430" name="Line">
              <a:extLst>
                <a:ext uri="{FF2B5EF4-FFF2-40B4-BE49-F238E27FC236}">
                  <a16:creationId xmlns:a16="http://schemas.microsoft.com/office/drawing/2014/main" id="{4D2BAAC4-9E16-72E2-7FCA-3BC742428F06}"/>
                </a:ext>
              </a:extLst>
            </p:cNvPr>
            <p:cNvSpPr/>
            <p:nvPr/>
          </p:nvSpPr>
          <p:spPr>
            <a:xfrm flipV="1">
              <a:off x="21440548" y="29208513"/>
              <a:ext cx="278923" cy="1163316"/>
            </a:xfrm>
            <a:prstGeom prst="line">
              <a:avLst/>
            </a:prstGeom>
            <a:ln w="23622">
              <a:solidFill>
                <a:schemeClr val="accent1">
                  <a:lumMod val="60000"/>
                  <a:lumOff val="40000"/>
                </a:schemeClr>
              </a:solidFill>
              <a:miter lim="400000"/>
              <a:tailEnd type="triangle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431" name="Gear">
              <a:extLst>
                <a:ext uri="{FF2B5EF4-FFF2-40B4-BE49-F238E27FC236}">
                  <a16:creationId xmlns:a16="http://schemas.microsoft.com/office/drawing/2014/main" id="{42E66E29-A0AF-2890-6801-BA2443F53837}"/>
                </a:ext>
              </a:extLst>
            </p:cNvPr>
            <p:cNvSpPr/>
            <p:nvPr/>
          </p:nvSpPr>
          <p:spPr>
            <a:xfrm>
              <a:off x="19515844" y="30208705"/>
              <a:ext cx="637759" cy="6349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9" extrusionOk="0">
                  <a:moveTo>
                    <a:pt x="9384" y="0"/>
                  </a:moveTo>
                  <a:cubicBezTo>
                    <a:pt x="9373" y="0"/>
                    <a:pt x="9237" y="27"/>
                    <a:pt x="9075" y="54"/>
                  </a:cubicBezTo>
                  <a:lnTo>
                    <a:pt x="7468" y="445"/>
                  </a:lnTo>
                  <a:cubicBezTo>
                    <a:pt x="7312" y="494"/>
                    <a:pt x="7177" y="531"/>
                    <a:pt x="7166" y="537"/>
                  </a:cubicBezTo>
                  <a:cubicBezTo>
                    <a:pt x="7161" y="542"/>
                    <a:pt x="7154" y="677"/>
                    <a:pt x="7154" y="840"/>
                  </a:cubicBezTo>
                  <a:lnTo>
                    <a:pt x="7166" y="1761"/>
                  </a:lnTo>
                  <a:cubicBezTo>
                    <a:pt x="7166" y="1924"/>
                    <a:pt x="7047" y="2119"/>
                    <a:pt x="6902" y="2190"/>
                  </a:cubicBezTo>
                  <a:lnTo>
                    <a:pt x="6151" y="2574"/>
                  </a:lnTo>
                  <a:cubicBezTo>
                    <a:pt x="6006" y="2655"/>
                    <a:pt x="5778" y="2644"/>
                    <a:pt x="5649" y="2547"/>
                  </a:cubicBezTo>
                  <a:lnTo>
                    <a:pt x="4900" y="2010"/>
                  </a:lnTo>
                  <a:cubicBezTo>
                    <a:pt x="4765" y="1913"/>
                    <a:pt x="4651" y="1842"/>
                    <a:pt x="4645" y="1848"/>
                  </a:cubicBezTo>
                  <a:cubicBezTo>
                    <a:pt x="4640" y="1853"/>
                    <a:pt x="4527" y="1941"/>
                    <a:pt x="4398" y="2044"/>
                  </a:cubicBezTo>
                  <a:lnTo>
                    <a:pt x="3162" y="3116"/>
                  </a:lnTo>
                  <a:cubicBezTo>
                    <a:pt x="3043" y="3230"/>
                    <a:pt x="2941" y="3327"/>
                    <a:pt x="2936" y="3333"/>
                  </a:cubicBezTo>
                  <a:cubicBezTo>
                    <a:pt x="2930" y="3338"/>
                    <a:pt x="2990" y="3462"/>
                    <a:pt x="3065" y="3609"/>
                  </a:cubicBezTo>
                  <a:lnTo>
                    <a:pt x="3490" y="4401"/>
                  </a:lnTo>
                  <a:cubicBezTo>
                    <a:pt x="3566" y="4548"/>
                    <a:pt x="3551" y="4769"/>
                    <a:pt x="3448" y="4899"/>
                  </a:cubicBezTo>
                  <a:lnTo>
                    <a:pt x="2909" y="5648"/>
                  </a:lnTo>
                  <a:cubicBezTo>
                    <a:pt x="2817" y="5783"/>
                    <a:pt x="2612" y="5879"/>
                    <a:pt x="2450" y="5858"/>
                  </a:cubicBezTo>
                  <a:lnTo>
                    <a:pt x="1548" y="5739"/>
                  </a:lnTo>
                  <a:cubicBezTo>
                    <a:pt x="1386" y="5717"/>
                    <a:pt x="1251" y="5707"/>
                    <a:pt x="1246" y="5712"/>
                  </a:cubicBezTo>
                  <a:cubicBezTo>
                    <a:pt x="1241" y="5717"/>
                    <a:pt x="1181" y="5848"/>
                    <a:pt x="1111" y="6000"/>
                  </a:cubicBezTo>
                  <a:lnTo>
                    <a:pt x="518" y="7483"/>
                  </a:lnTo>
                  <a:cubicBezTo>
                    <a:pt x="464" y="7640"/>
                    <a:pt x="420" y="7776"/>
                    <a:pt x="415" y="7781"/>
                  </a:cubicBezTo>
                  <a:cubicBezTo>
                    <a:pt x="415" y="7792"/>
                    <a:pt x="523" y="7874"/>
                    <a:pt x="658" y="7966"/>
                  </a:cubicBezTo>
                  <a:lnTo>
                    <a:pt x="1381" y="8454"/>
                  </a:lnTo>
                  <a:cubicBezTo>
                    <a:pt x="1516" y="8546"/>
                    <a:pt x="1602" y="8752"/>
                    <a:pt x="1570" y="8914"/>
                  </a:cubicBezTo>
                  <a:lnTo>
                    <a:pt x="1420" y="9944"/>
                  </a:lnTo>
                  <a:cubicBezTo>
                    <a:pt x="1404" y="10106"/>
                    <a:pt x="1263" y="10291"/>
                    <a:pt x="1106" y="10345"/>
                  </a:cubicBezTo>
                  <a:lnTo>
                    <a:pt x="280" y="10648"/>
                  </a:lnTo>
                  <a:cubicBezTo>
                    <a:pt x="123" y="10702"/>
                    <a:pt x="0" y="10758"/>
                    <a:pt x="0" y="10769"/>
                  </a:cubicBezTo>
                  <a:cubicBezTo>
                    <a:pt x="0" y="10779"/>
                    <a:pt x="6" y="10919"/>
                    <a:pt x="17" y="11082"/>
                  </a:cubicBezTo>
                  <a:lnTo>
                    <a:pt x="167" y="12626"/>
                  </a:lnTo>
                  <a:cubicBezTo>
                    <a:pt x="194" y="12789"/>
                    <a:pt x="210" y="12930"/>
                    <a:pt x="216" y="12941"/>
                  </a:cubicBezTo>
                  <a:cubicBezTo>
                    <a:pt x="216" y="12952"/>
                    <a:pt x="350" y="12974"/>
                    <a:pt x="518" y="12990"/>
                  </a:cubicBezTo>
                  <a:lnTo>
                    <a:pt x="1354" y="13082"/>
                  </a:lnTo>
                  <a:cubicBezTo>
                    <a:pt x="1516" y="13098"/>
                    <a:pt x="1688" y="13245"/>
                    <a:pt x="1737" y="13402"/>
                  </a:cubicBezTo>
                  <a:lnTo>
                    <a:pt x="2121" y="14501"/>
                  </a:lnTo>
                  <a:cubicBezTo>
                    <a:pt x="2181" y="14653"/>
                    <a:pt x="2142" y="14881"/>
                    <a:pt x="2028" y="15000"/>
                  </a:cubicBezTo>
                  <a:lnTo>
                    <a:pt x="1457" y="15624"/>
                  </a:lnTo>
                  <a:cubicBezTo>
                    <a:pt x="1349" y="15743"/>
                    <a:pt x="1258" y="15850"/>
                    <a:pt x="1263" y="15856"/>
                  </a:cubicBezTo>
                  <a:cubicBezTo>
                    <a:pt x="1268" y="15861"/>
                    <a:pt x="1338" y="15986"/>
                    <a:pt x="1425" y="16127"/>
                  </a:cubicBezTo>
                  <a:lnTo>
                    <a:pt x="2256" y="17380"/>
                  </a:lnTo>
                  <a:cubicBezTo>
                    <a:pt x="2353" y="17510"/>
                    <a:pt x="2440" y="17623"/>
                    <a:pt x="2445" y="17634"/>
                  </a:cubicBezTo>
                  <a:cubicBezTo>
                    <a:pt x="2450" y="17639"/>
                    <a:pt x="2579" y="17595"/>
                    <a:pt x="2730" y="17535"/>
                  </a:cubicBezTo>
                  <a:lnTo>
                    <a:pt x="3490" y="17232"/>
                  </a:lnTo>
                  <a:cubicBezTo>
                    <a:pt x="3641" y="17173"/>
                    <a:pt x="3863" y="17216"/>
                    <a:pt x="3976" y="17336"/>
                  </a:cubicBezTo>
                  <a:lnTo>
                    <a:pt x="4905" y="18192"/>
                  </a:lnTo>
                  <a:cubicBezTo>
                    <a:pt x="5029" y="18295"/>
                    <a:pt x="5100" y="18511"/>
                    <a:pt x="5062" y="18673"/>
                  </a:cubicBezTo>
                  <a:lnTo>
                    <a:pt x="4851" y="19476"/>
                  </a:lnTo>
                  <a:cubicBezTo>
                    <a:pt x="4808" y="19633"/>
                    <a:pt x="4780" y="19769"/>
                    <a:pt x="4785" y="19774"/>
                  </a:cubicBezTo>
                  <a:cubicBezTo>
                    <a:pt x="4791" y="19780"/>
                    <a:pt x="4915" y="19850"/>
                    <a:pt x="5055" y="19937"/>
                  </a:cubicBezTo>
                  <a:lnTo>
                    <a:pt x="6345" y="20631"/>
                  </a:lnTo>
                  <a:cubicBezTo>
                    <a:pt x="6491" y="20701"/>
                    <a:pt x="6621" y="20761"/>
                    <a:pt x="6632" y="20766"/>
                  </a:cubicBezTo>
                  <a:cubicBezTo>
                    <a:pt x="6637" y="20772"/>
                    <a:pt x="6735" y="20668"/>
                    <a:pt x="6843" y="20543"/>
                  </a:cubicBezTo>
                  <a:lnTo>
                    <a:pt x="7370" y="19932"/>
                  </a:lnTo>
                  <a:cubicBezTo>
                    <a:pt x="7478" y="19807"/>
                    <a:pt x="7694" y="19742"/>
                    <a:pt x="7851" y="19791"/>
                  </a:cubicBezTo>
                  <a:lnTo>
                    <a:pt x="9136" y="20116"/>
                  </a:lnTo>
                  <a:cubicBezTo>
                    <a:pt x="9298" y="20149"/>
                    <a:pt x="9459" y="20306"/>
                    <a:pt x="9497" y="20468"/>
                  </a:cubicBezTo>
                  <a:lnTo>
                    <a:pt x="9680" y="21259"/>
                  </a:lnTo>
                  <a:cubicBezTo>
                    <a:pt x="9718" y="21422"/>
                    <a:pt x="9756" y="21552"/>
                    <a:pt x="9761" y="21552"/>
                  </a:cubicBezTo>
                  <a:cubicBezTo>
                    <a:pt x="9767" y="21552"/>
                    <a:pt x="9911" y="21562"/>
                    <a:pt x="10073" y="21573"/>
                  </a:cubicBezTo>
                  <a:lnTo>
                    <a:pt x="10500" y="21595"/>
                  </a:lnTo>
                  <a:cubicBezTo>
                    <a:pt x="10662" y="21600"/>
                    <a:pt x="10931" y="21600"/>
                    <a:pt x="11098" y="21595"/>
                  </a:cubicBezTo>
                  <a:lnTo>
                    <a:pt x="11525" y="21573"/>
                  </a:lnTo>
                  <a:cubicBezTo>
                    <a:pt x="11687" y="21562"/>
                    <a:pt x="11828" y="21552"/>
                    <a:pt x="11839" y="21552"/>
                  </a:cubicBezTo>
                  <a:cubicBezTo>
                    <a:pt x="11849" y="21552"/>
                    <a:pt x="11882" y="21416"/>
                    <a:pt x="11920" y="21259"/>
                  </a:cubicBezTo>
                  <a:lnTo>
                    <a:pt x="12103" y="20468"/>
                  </a:lnTo>
                  <a:cubicBezTo>
                    <a:pt x="12141" y="20306"/>
                    <a:pt x="12302" y="20149"/>
                    <a:pt x="12464" y="20116"/>
                  </a:cubicBezTo>
                  <a:lnTo>
                    <a:pt x="13749" y="19791"/>
                  </a:lnTo>
                  <a:cubicBezTo>
                    <a:pt x="13906" y="19742"/>
                    <a:pt x="14120" y="19807"/>
                    <a:pt x="14228" y="19932"/>
                  </a:cubicBezTo>
                  <a:lnTo>
                    <a:pt x="14757" y="20543"/>
                  </a:lnTo>
                  <a:cubicBezTo>
                    <a:pt x="14865" y="20668"/>
                    <a:pt x="14957" y="20767"/>
                    <a:pt x="14968" y="20766"/>
                  </a:cubicBezTo>
                  <a:cubicBezTo>
                    <a:pt x="14974" y="20761"/>
                    <a:pt x="15102" y="20701"/>
                    <a:pt x="15253" y="20631"/>
                  </a:cubicBezTo>
                  <a:lnTo>
                    <a:pt x="16543" y="19937"/>
                  </a:lnTo>
                  <a:cubicBezTo>
                    <a:pt x="16683" y="19850"/>
                    <a:pt x="16802" y="19780"/>
                    <a:pt x="16813" y="19774"/>
                  </a:cubicBezTo>
                  <a:cubicBezTo>
                    <a:pt x="16818" y="19769"/>
                    <a:pt x="16792" y="19633"/>
                    <a:pt x="16749" y="19476"/>
                  </a:cubicBezTo>
                  <a:lnTo>
                    <a:pt x="16538" y="18673"/>
                  </a:lnTo>
                  <a:cubicBezTo>
                    <a:pt x="16495" y="18516"/>
                    <a:pt x="16565" y="18301"/>
                    <a:pt x="16695" y="18192"/>
                  </a:cubicBezTo>
                  <a:lnTo>
                    <a:pt x="17622" y="17336"/>
                  </a:lnTo>
                  <a:cubicBezTo>
                    <a:pt x="17736" y="17216"/>
                    <a:pt x="17957" y="17173"/>
                    <a:pt x="18108" y="17232"/>
                  </a:cubicBezTo>
                  <a:lnTo>
                    <a:pt x="18868" y="17535"/>
                  </a:lnTo>
                  <a:cubicBezTo>
                    <a:pt x="19019" y="17595"/>
                    <a:pt x="19150" y="17639"/>
                    <a:pt x="19155" y="17634"/>
                  </a:cubicBezTo>
                  <a:cubicBezTo>
                    <a:pt x="19160" y="17628"/>
                    <a:pt x="19247" y="17515"/>
                    <a:pt x="19344" y="17380"/>
                  </a:cubicBezTo>
                  <a:lnTo>
                    <a:pt x="20175" y="16127"/>
                  </a:lnTo>
                  <a:cubicBezTo>
                    <a:pt x="20262" y="15986"/>
                    <a:pt x="20332" y="15861"/>
                    <a:pt x="20337" y="15856"/>
                  </a:cubicBezTo>
                  <a:cubicBezTo>
                    <a:pt x="20342" y="15850"/>
                    <a:pt x="20256" y="15743"/>
                    <a:pt x="20143" y="15624"/>
                  </a:cubicBezTo>
                  <a:lnTo>
                    <a:pt x="19570" y="14989"/>
                  </a:lnTo>
                  <a:cubicBezTo>
                    <a:pt x="19462" y="14869"/>
                    <a:pt x="19419" y="14642"/>
                    <a:pt x="19479" y="14491"/>
                  </a:cubicBezTo>
                  <a:lnTo>
                    <a:pt x="19862" y="13390"/>
                  </a:lnTo>
                  <a:cubicBezTo>
                    <a:pt x="19910" y="13233"/>
                    <a:pt x="20082" y="13088"/>
                    <a:pt x="20244" y="13072"/>
                  </a:cubicBezTo>
                  <a:lnTo>
                    <a:pt x="21081" y="12978"/>
                  </a:lnTo>
                  <a:cubicBezTo>
                    <a:pt x="21243" y="12962"/>
                    <a:pt x="21379" y="12940"/>
                    <a:pt x="21384" y="12929"/>
                  </a:cubicBezTo>
                  <a:cubicBezTo>
                    <a:pt x="21384" y="12918"/>
                    <a:pt x="21404" y="12784"/>
                    <a:pt x="21431" y="12616"/>
                  </a:cubicBezTo>
                  <a:lnTo>
                    <a:pt x="21583" y="11072"/>
                  </a:lnTo>
                  <a:cubicBezTo>
                    <a:pt x="21594" y="10909"/>
                    <a:pt x="21600" y="10767"/>
                    <a:pt x="21600" y="10757"/>
                  </a:cubicBezTo>
                  <a:cubicBezTo>
                    <a:pt x="21584" y="10757"/>
                    <a:pt x="21460" y="10702"/>
                    <a:pt x="21303" y="10648"/>
                  </a:cubicBezTo>
                  <a:lnTo>
                    <a:pt x="20477" y="10345"/>
                  </a:lnTo>
                  <a:cubicBezTo>
                    <a:pt x="20321" y="10291"/>
                    <a:pt x="20180" y="10106"/>
                    <a:pt x="20163" y="9944"/>
                  </a:cubicBezTo>
                  <a:lnTo>
                    <a:pt x="20013" y="8914"/>
                  </a:lnTo>
                  <a:cubicBezTo>
                    <a:pt x="19981" y="8752"/>
                    <a:pt x="20067" y="8546"/>
                    <a:pt x="20202" y="8454"/>
                  </a:cubicBezTo>
                  <a:lnTo>
                    <a:pt x="20926" y="7966"/>
                  </a:lnTo>
                  <a:cubicBezTo>
                    <a:pt x="21060" y="7874"/>
                    <a:pt x="21174" y="7792"/>
                    <a:pt x="21168" y="7781"/>
                  </a:cubicBezTo>
                  <a:cubicBezTo>
                    <a:pt x="21168" y="7770"/>
                    <a:pt x="21119" y="7640"/>
                    <a:pt x="21065" y="7483"/>
                  </a:cubicBezTo>
                  <a:lnTo>
                    <a:pt x="20472" y="6000"/>
                  </a:lnTo>
                  <a:cubicBezTo>
                    <a:pt x="20402" y="5848"/>
                    <a:pt x="20342" y="5723"/>
                    <a:pt x="20337" y="5712"/>
                  </a:cubicBezTo>
                  <a:cubicBezTo>
                    <a:pt x="20332" y="5701"/>
                    <a:pt x="20197" y="5717"/>
                    <a:pt x="20035" y="5739"/>
                  </a:cubicBezTo>
                  <a:lnTo>
                    <a:pt x="19133" y="5858"/>
                  </a:lnTo>
                  <a:cubicBezTo>
                    <a:pt x="18971" y="5879"/>
                    <a:pt x="18761" y="5788"/>
                    <a:pt x="18674" y="5648"/>
                  </a:cubicBezTo>
                  <a:lnTo>
                    <a:pt x="18135" y="4899"/>
                  </a:lnTo>
                  <a:cubicBezTo>
                    <a:pt x="18032" y="4769"/>
                    <a:pt x="18017" y="4548"/>
                    <a:pt x="18093" y="4401"/>
                  </a:cubicBezTo>
                  <a:lnTo>
                    <a:pt x="18518" y="3609"/>
                  </a:lnTo>
                  <a:cubicBezTo>
                    <a:pt x="18593" y="3462"/>
                    <a:pt x="18653" y="3338"/>
                    <a:pt x="18647" y="3333"/>
                  </a:cubicBezTo>
                  <a:cubicBezTo>
                    <a:pt x="18642" y="3327"/>
                    <a:pt x="18540" y="3230"/>
                    <a:pt x="18422" y="3116"/>
                  </a:cubicBezTo>
                  <a:lnTo>
                    <a:pt x="17186" y="2044"/>
                  </a:lnTo>
                  <a:cubicBezTo>
                    <a:pt x="17056" y="1941"/>
                    <a:pt x="16943" y="1853"/>
                    <a:pt x="16938" y="1848"/>
                  </a:cubicBezTo>
                  <a:cubicBezTo>
                    <a:pt x="16932" y="1842"/>
                    <a:pt x="16813" y="1918"/>
                    <a:pt x="16683" y="2010"/>
                  </a:cubicBezTo>
                  <a:lnTo>
                    <a:pt x="15934" y="2547"/>
                  </a:lnTo>
                  <a:cubicBezTo>
                    <a:pt x="15800" y="2644"/>
                    <a:pt x="15572" y="2655"/>
                    <a:pt x="15432" y="2574"/>
                  </a:cubicBezTo>
                  <a:lnTo>
                    <a:pt x="14682" y="2190"/>
                  </a:lnTo>
                  <a:cubicBezTo>
                    <a:pt x="14531" y="2119"/>
                    <a:pt x="14411" y="1929"/>
                    <a:pt x="14417" y="1761"/>
                  </a:cubicBezTo>
                  <a:lnTo>
                    <a:pt x="14429" y="840"/>
                  </a:lnTo>
                  <a:cubicBezTo>
                    <a:pt x="14429" y="677"/>
                    <a:pt x="14428" y="537"/>
                    <a:pt x="14417" y="537"/>
                  </a:cubicBezTo>
                  <a:cubicBezTo>
                    <a:pt x="14411" y="531"/>
                    <a:pt x="14272" y="494"/>
                    <a:pt x="14115" y="445"/>
                  </a:cubicBezTo>
                  <a:lnTo>
                    <a:pt x="12508" y="54"/>
                  </a:lnTo>
                  <a:cubicBezTo>
                    <a:pt x="12346" y="22"/>
                    <a:pt x="12205" y="0"/>
                    <a:pt x="12200" y="0"/>
                  </a:cubicBezTo>
                  <a:cubicBezTo>
                    <a:pt x="12189" y="0"/>
                    <a:pt x="12125" y="120"/>
                    <a:pt x="12049" y="266"/>
                  </a:cubicBezTo>
                  <a:lnTo>
                    <a:pt x="11628" y="1096"/>
                  </a:lnTo>
                  <a:cubicBezTo>
                    <a:pt x="11552" y="1242"/>
                    <a:pt x="11358" y="1355"/>
                    <a:pt x="11196" y="1350"/>
                  </a:cubicBezTo>
                  <a:lnTo>
                    <a:pt x="10387" y="1350"/>
                  </a:lnTo>
                  <a:cubicBezTo>
                    <a:pt x="10225" y="1355"/>
                    <a:pt x="10025" y="1242"/>
                    <a:pt x="9955" y="1096"/>
                  </a:cubicBezTo>
                  <a:lnTo>
                    <a:pt x="9534" y="266"/>
                  </a:lnTo>
                  <a:cubicBezTo>
                    <a:pt x="9458" y="120"/>
                    <a:pt x="9394" y="0"/>
                    <a:pt x="9384" y="0"/>
                  </a:cubicBezTo>
                  <a:close/>
                  <a:moveTo>
                    <a:pt x="10792" y="5820"/>
                  </a:moveTo>
                  <a:cubicBezTo>
                    <a:pt x="13533" y="5820"/>
                    <a:pt x="15761" y="8053"/>
                    <a:pt x="15761" y="10811"/>
                  </a:cubicBezTo>
                  <a:cubicBezTo>
                    <a:pt x="15761" y="13569"/>
                    <a:pt x="13533" y="15801"/>
                    <a:pt x="10792" y="15801"/>
                  </a:cubicBezTo>
                  <a:cubicBezTo>
                    <a:pt x="8051" y="15801"/>
                    <a:pt x="5822" y="13569"/>
                    <a:pt x="5822" y="10811"/>
                  </a:cubicBezTo>
                  <a:cubicBezTo>
                    <a:pt x="5822" y="8053"/>
                    <a:pt x="8045" y="5820"/>
                    <a:pt x="10792" y="5820"/>
                  </a:cubicBezTo>
                  <a:close/>
                  <a:moveTo>
                    <a:pt x="10792" y="7592"/>
                  </a:moveTo>
                  <a:cubicBezTo>
                    <a:pt x="9016" y="7592"/>
                    <a:pt x="7581" y="9033"/>
                    <a:pt x="7581" y="10816"/>
                  </a:cubicBezTo>
                  <a:cubicBezTo>
                    <a:pt x="7581" y="12593"/>
                    <a:pt x="9016" y="14040"/>
                    <a:pt x="10792" y="14040"/>
                  </a:cubicBezTo>
                  <a:cubicBezTo>
                    <a:pt x="12567" y="14040"/>
                    <a:pt x="14002" y="12599"/>
                    <a:pt x="14002" y="10816"/>
                  </a:cubicBezTo>
                  <a:cubicBezTo>
                    <a:pt x="14002" y="9033"/>
                    <a:pt x="12567" y="7592"/>
                    <a:pt x="10792" y="7592"/>
                  </a:cubicBezTo>
                  <a:close/>
                </a:path>
              </a:pathLst>
            </a:custGeom>
            <a:solidFill>
              <a:srgbClr val="7030A0"/>
            </a:solidFill>
            <a:ln w="3937"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432" name="Gear">
              <a:extLst>
                <a:ext uri="{FF2B5EF4-FFF2-40B4-BE49-F238E27FC236}">
                  <a16:creationId xmlns:a16="http://schemas.microsoft.com/office/drawing/2014/main" id="{DFE58EB5-21F4-D0F0-4FE1-C24507FB313F}"/>
                </a:ext>
              </a:extLst>
            </p:cNvPr>
            <p:cNvSpPr/>
            <p:nvPr/>
          </p:nvSpPr>
          <p:spPr>
            <a:xfrm>
              <a:off x="13758358" y="29403794"/>
              <a:ext cx="637756" cy="6349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9" extrusionOk="0">
                  <a:moveTo>
                    <a:pt x="9384" y="0"/>
                  </a:moveTo>
                  <a:cubicBezTo>
                    <a:pt x="9373" y="0"/>
                    <a:pt x="9237" y="27"/>
                    <a:pt x="9075" y="54"/>
                  </a:cubicBezTo>
                  <a:lnTo>
                    <a:pt x="7468" y="445"/>
                  </a:lnTo>
                  <a:cubicBezTo>
                    <a:pt x="7312" y="494"/>
                    <a:pt x="7177" y="531"/>
                    <a:pt x="7166" y="537"/>
                  </a:cubicBezTo>
                  <a:cubicBezTo>
                    <a:pt x="7161" y="542"/>
                    <a:pt x="7154" y="677"/>
                    <a:pt x="7154" y="840"/>
                  </a:cubicBezTo>
                  <a:lnTo>
                    <a:pt x="7166" y="1761"/>
                  </a:lnTo>
                  <a:cubicBezTo>
                    <a:pt x="7166" y="1924"/>
                    <a:pt x="7047" y="2119"/>
                    <a:pt x="6902" y="2190"/>
                  </a:cubicBezTo>
                  <a:lnTo>
                    <a:pt x="6151" y="2574"/>
                  </a:lnTo>
                  <a:cubicBezTo>
                    <a:pt x="6006" y="2655"/>
                    <a:pt x="5778" y="2644"/>
                    <a:pt x="5649" y="2547"/>
                  </a:cubicBezTo>
                  <a:lnTo>
                    <a:pt x="4900" y="2010"/>
                  </a:lnTo>
                  <a:cubicBezTo>
                    <a:pt x="4765" y="1913"/>
                    <a:pt x="4651" y="1842"/>
                    <a:pt x="4645" y="1848"/>
                  </a:cubicBezTo>
                  <a:cubicBezTo>
                    <a:pt x="4640" y="1853"/>
                    <a:pt x="4527" y="1941"/>
                    <a:pt x="4398" y="2044"/>
                  </a:cubicBezTo>
                  <a:lnTo>
                    <a:pt x="3162" y="3116"/>
                  </a:lnTo>
                  <a:cubicBezTo>
                    <a:pt x="3043" y="3230"/>
                    <a:pt x="2941" y="3327"/>
                    <a:pt x="2936" y="3333"/>
                  </a:cubicBezTo>
                  <a:cubicBezTo>
                    <a:pt x="2930" y="3338"/>
                    <a:pt x="2990" y="3462"/>
                    <a:pt x="3065" y="3609"/>
                  </a:cubicBezTo>
                  <a:lnTo>
                    <a:pt x="3490" y="4401"/>
                  </a:lnTo>
                  <a:cubicBezTo>
                    <a:pt x="3566" y="4548"/>
                    <a:pt x="3551" y="4769"/>
                    <a:pt x="3448" y="4899"/>
                  </a:cubicBezTo>
                  <a:lnTo>
                    <a:pt x="2909" y="5648"/>
                  </a:lnTo>
                  <a:cubicBezTo>
                    <a:pt x="2817" y="5783"/>
                    <a:pt x="2612" y="5879"/>
                    <a:pt x="2450" y="5858"/>
                  </a:cubicBezTo>
                  <a:lnTo>
                    <a:pt x="1548" y="5739"/>
                  </a:lnTo>
                  <a:cubicBezTo>
                    <a:pt x="1386" y="5717"/>
                    <a:pt x="1251" y="5707"/>
                    <a:pt x="1246" y="5712"/>
                  </a:cubicBezTo>
                  <a:cubicBezTo>
                    <a:pt x="1241" y="5717"/>
                    <a:pt x="1181" y="5848"/>
                    <a:pt x="1111" y="6000"/>
                  </a:cubicBezTo>
                  <a:lnTo>
                    <a:pt x="518" y="7483"/>
                  </a:lnTo>
                  <a:cubicBezTo>
                    <a:pt x="464" y="7640"/>
                    <a:pt x="420" y="7776"/>
                    <a:pt x="415" y="7781"/>
                  </a:cubicBezTo>
                  <a:cubicBezTo>
                    <a:pt x="415" y="7792"/>
                    <a:pt x="523" y="7874"/>
                    <a:pt x="658" y="7966"/>
                  </a:cubicBezTo>
                  <a:lnTo>
                    <a:pt x="1381" y="8454"/>
                  </a:lnTo>
                  <a:cubicBezTo>
                    <a:pt x="1516" y="8546"/>
                    <a:pt x="1602" y="8752"/>
                    <a:pt x="1570" y="8914"/>
                  </a:cubicBezTo>
                  <a:lnTo>
                    <a:pt x="1420" y="9944"/>
                  </a:lnTo>
                  <a:cubicBezTo>
                    <a:pt x="1404" y="10106"/>
                    <a:pt x="1263" y="10291"/>
                    <a:pt x="1106" y="10345"/>
                  </a:cubicBezTo>
                  <a:lnTo>
                    <a:pt x="280" y="10648"/>
                  </a:lnTo>
                  <a:cubicBezTo>
                    <a:pt x="123" y="10702"/>
                    <a:pt x="0" y="10758"/>
                    <a:pt x="0" y="10769"/>
                  </a:cubicBezTo>
                  <a:cubicBezTo>
                    <a:pt x="0" y="10779"/>
                    <a:pt x="6" y="10919"/>
                    <a:pt x="17" y="11082"/>
                  </a:cubicBezTo>
                  <a:lnTo>
                    <a:pt x="167" y="12626"/>
                  </a:lnTo>
                  <a:cubicBezTo>
                    <a:pt x="194" y="12789"/>
                    <a:pt x="210" y="12930"/>
                    <a:pt x="216" y="12941"/>
                  </a:cubicBezTo>
                  <a:cubicBezTo>
                    <a:pt x="216" y="12952"/>
                    <a:pt x="350" y="12974"/>
                    <a:pt x="518" y="12990"/>
                  </a:cubicBezTo>
                  <a:lnTo>
                    <a:pt x="1354" y="13082"/>
                  </a:lnTo>
                  <a:cubicBezTo>
                    <a:pt x="1516" y="13098"/>
                    <a:pt x="1688" y="13245"/>
                    <a:pt x="1737" y="13402"/>
                  </a:cubicBezTo>
                  <a:lnTo>
                    <a:pt x="2121" y="14501"/>
                  </a:lnTo>
                  <a:cubicBezTo>
                    <a:pt x="2181" y="14653"/>
                    <a:pt x="2142" y="14881"/>
                    <a:pt x="2028" y="15000"/>
                  </a:cubicBezTo>
                  <a:lnTo>
                    <a:pt x="1457" y="15624"/>
                  </a:lnTo>
                  <a:cubicBezTo>
                    <a:pt x="1349" y="15743"/>
                    <a:pt x="1258" y="15850"/>
                    <a:pt x="1263" y="15856"/>
                  </a:cubicBezTo>
                  <a:cubicBezTo>
                    <a:pt x="1268" y="15861"/>
                    <a:pt x="1338" y="15986"/>
                    <a:pt x="1425" y="16127"/>
                  </a:cubicBezTo>
                  <a:lnTo>
                    <a:pt x="2256" y="17380"/>
                  </a:lnTo>
                  <a:cubicBezTo>
                    <a:pt x="2353" y="17510"/>
                    <a:pt x="2440" y="17623"/>
                    <a:pt x="2445" y="17634"/>
                  </a:cubicBezTo>
                  <a:cubicBezTo>
                    <a:pt x="2450" y="17639"/>
                    <a:pt x="2579" y="17595"/>
                    <a:pt x="2730" y="17535"/>
                  </a:cubicBezTo>
                  <a:lnTo>
                    <a:pt x="3490" y="17232"/>
                  </a:lnTo>
                  <a:cubicBezTo>
                    <a:pt x="3641" y="17173"/>
                    <a:pt x="3863" y="17216"/>
                    <a:pt x="3976" y="17336"/>
                  </a:cubicBezTo>
                  <a:lnTo>
                    <a:pt x="4905" y="18192"/>
                  </a:lnTo>
                  <a:cubicBezTo>
                    <a:pt x="5029" y="18295"/>
                    <a:pt x="5100" y="18511"/>
                    <a:pt x="5062" y="18673"/>
                  </a:cubicBezTo>
                  <a:lnTo>
                    <a:pt x="4851" y="19476"/>
                  </a:lnTo>
                  <a:cubicBezTo>
                    <a:pt x="4808" y="19633"/>
                    <a:pt x="4780" y="19769"/>
                    <a:pt x="4785" y="19774"/>
                  </a:cubicBezTo>
                  <a:cubicBezTo>
                    <a:pt x="4791" y="19780"/>
                    <a:pt x="4915" y="19850"/>
                    <a:pt x="5055" y="19937"/>
                  </a:cubicBezTo>
                  <a:lnTo>
                    <a:pt x="6345" y="20631"/>
                  </a:lnTo>
                  <a:cubicBezTo>
                    <a:pt x="6491" y="20701"/>
                    <a:pt x="6621" y="20761"/>
                    <a:pt x="6632" y="20766"/>
                  </a:cubicBezTo>
                  <a:cubicBezTo>
                    <a:pt x="6637" y="20772"/>
                    <a:pt x="6735" y="20668"/>
                    <a:pt x="6843" y="20543"/>
                  </a:cubicBezTo>
                  <a:lnTo>
                    <a:pt x="7370" y="19932"/>
                  </a:lnTo>
                  <a:cubicBezTo>
                    <a:pt x="7478" y="19807"/>
                    <a:pt x="7694" y="19742"/>
                    <a:pt x="7851" y="19791"/>
                  </a:cubicBezTo>
                  <a:lnTo>
                    <a:pt x="9136" y="20116"/>
                  </a:lnTo>
                  <a:cubicBezTo>
                    <a:pt x="9298" y="20149"/>
                    <a:pt x="9459" y="20306"/>
                    <a:pt x="9497" y="20468"/>
                  </a:cubicBezTo>
                  <a:lnTo>
                    <a:pt x="9680" y="21259"/>
                  </a:lnTo>
                  <a:cubicBezTo>
                    <a:pt x="9718" y="21422"/>
                    <a:pt x="9756" y="21552"/>
                    <a:pt x="9761" y="21552"/>
                  </a:cubicBezTo>
                  <a:cubicBezTo>
                    <a:pt x="9767" y="21552"/>
                    <a:pt x="9911" y="21562"/>
                    <a:pt x="10073" y="21573"/>
                  </a:cubicBezTo>
                  <a:lnTo>
                    <a:pt x="10500" y="21595"/>
                  </a:lnTo>
                  <a:cubicBezTo>
                    <a:pt x="10662" y="21600"/>
                    <a:pt x="10931" y="21600"/>
                    <a:pt x="11098" y="21595"/>
                  </a:cubicBezTo>
                  <a:lnTo>
                    <a:pt x="11525" y="21573"/>
                  </a:lnTo>
                  <a:cubicBezTo>
                    <a:pt x="11687" y="21562"/>
                    <a:pt x="11828" y="21552"/>
                    <a:pt x="11839" y="21552"/>
                  </a:cubicBezTo>
                  <a:cubicBezTo>
                    <a:pt x="11849" y="21552"/>
                    <a:pt x="11882" y="21416"/>
                    <a:pt x="11920" y="21259"/>
                  </a:cubicBezTo>
                  <a:lnTo>
                    <a:pt x="12103" y="20468"/>
                  </a:lnTo>
                  <a:cubicBezTo>
                    <a:pt x="12141" y="20306"/>
                    <a:pt x="12302" y="20149"/>
                    <a:pt x="12464" y="20116"/>
                  </a:cubicBezTo>
                  <a:lnTo>
                    <a:pt x="13749" y="19791"/>
                  </a:lnTo>
                  <a:cubicBezTo>
                    <a:pt x="13906" y="19742"/>
                    <a:pt x="14120" y="19807"/>
                    <a:pt x="14228" y="19932"/>
                  </a:cubicBezTo>
                  <a:lnTo>
                    <a:pt x="14757" y="20543"/>
                  </a:lnTo>
                  <a:cubicBezTo>
                    <a:pt x="14865" y="20668"/>
                    <a:pt x="14957" y="20767"/>
                    <a:pt x="14968" y="20766"/>
                  </a:cubicBezTo>
                  <a:cubicBezTo>
                    <a:pt x="14974" y="20761"/>
                    <a:pt x="15102" y="20701"/>
                    <a:pt x="15253" y="20631"/>
                  </a:cubicBezTo>
                  <a:lnTo>
                    <a:pt x="16543" y="19937"/>
                  </a:lnTo>
                  <a:cubicBezTo>
                    <a:pt x="16683" y="19850"/>
                    <a:pt x="16802" y="19780"/>
                    <a:pt x="16813" y="19774"/>
                  </a:cubicBezTo>
                  <a:cubicBezTo>
                    <a:pt x="16818" y="19769"/>
                    <a:pt x="16792" y="19633"/>
                    <a:pt x="16749" y="19476"/>
                  </a:cubicBezTo>
                  <a:lnTo>
                    <a:pt x="16538" y="18673"/>
                  </a:lnTo>
                  <a:cubicBezTo>
                    <a:pt x="16495" y="18516"/>
                    <a:pt x="16565" y="18301"/>
                    <a:pt x="16695" y="18192"/>
                  </a:cubicBezTo>
                  <a:lnTo>
                    <a:pt x="17622" y="17336"/>
                  </a:lnTo>
                  <a:cubicBezTo>
                    <a:pt x="17736" y="17216"/>
                    <a:pt x="17957" y="17173"/>
                    <a:pt x="18108" y="17232"/>
                  </a:cubicBezTo>
                  <a:lnTo>
                    <a:pt x="18868" y="17535"/>
                  </a:lnTo>
                  <a:cubicBezTo>
                    <a:pt x="19019" y="17595"/>
                    <a:pt x="19150" y="17639"/>
                    <a:pt x="19155" y="17634"/>
                  </a:cubicBezTo>
                  <a:cubicBezTo>
                    <a:pt x="19160" y="17628"/>
                    <a:pt x="19247" y="17515"/>
                    <a:pt x="19344" y="17380"/>
                  </a:cubicBezTo>
                  <a:lnTo>
                    <a:pt x="20175" y="16127"/>
                  </a:lnTo>
                  <a:cubicBezTo>
                    <a:pt x="20262" y="15986"/>
                    <a:pt x="20332" y="15861"/>
                    <a:pt x="20337" y="15856"/>
                  </a:cubicBezTo>
                  <a:cubicBezTo>
                    <a:pt x="20342" y="15850"/>
                    <a:pt x="20256" y="15743"/>
                    <a:pt x="20143" y="15624"/>
                  </a:cubicBezTo>
                  <a:lnTo>
                    <a:pt x="19570" y="14989"/>
                  </a:lnTo>
                  <a:cubicBezTo>
                    <a:pt x="19462" y="14869"/>
                    <a:pt x="19419" y="14642"/>
                    <a:pt x="19479" y="14491"/>
                  </a:cubicBezTo>
                  <a:lnTo>
                    <a:pt x="19862" y="13390"/>
                  </a:lnTo>
                  <a:cubicBezTo>
                    <a:pt x="19910" y="13233"/>
                    <a:pt x="20082" y="13088"/>
                    <a:pt x="20244" y="13072"/>
                  </a:cubicBezTo>
                  <a:lnTo>
                    <a:pt x="21081" y="12978"/>
                  </a:lnTo>
                  <a:cubicBezTo>
                    <a:pt x="21243" y="12962"/>
                    <a:pt x="21379" y="12940"/>
                    <a:pt x="21384" y="12929"/>
                  </a:cubicBezTo>
                  <a:cubicBezTo>
                    <a:pt x="21384" y="12918"/>
                    <a:pt x="21404" y="12784"/>
                    <a:pt x="21431" y="12616"/>
                  </a:cubicBezTo>
                  <a:lnTo>
                    <a:pt x="21583" y="11072"/>
                  </a:lnTo>
                  <a:cubicBezTo>
                    <a:pt x="21594" y="10909"/>
                    <a:pt x="21600" y="10767"/>
                    <a:pt x="21600" y="10757"/>
                  </a:cubicBezTo>
                  <a:cubicBezTo>
                    <a:pt x="21584" y="10757"/>
                    <a:pt x="21460" y="10702"/>
                    <a:pt x="21303" y="10648"/>
                  </a:cubicBezTo>
                  <a:lnTo>
                    <a:pt x="20477" y="10345"/>
                  </a:lnTo>
                  <a:cubicBezTo>
                    <a:pt x="20321" y="10291"/>
                    <a:pt x="20180" y="10106"/>
                    <a:pt x="20163" y="9944"/>
                  </a:cubicBezTo>
                  <a:lnTo>
                    <a:pt x="20013" y="8914"/>
                  </a:lnTo>
                  <a:cubicBezTo>
                    <a:pt x="19981" y="8752"/>
                    <a:pt x="20067" y="8546"/>
                    <a:pt x="20202" y="8454"/>
                  </a:cubicBezTo>
                  <a:lnTo>
                    <a:pt x="20926" y="7966"/>
                  </a:lnTo>
                  <a:cubicBezTo>
                    <a:pt x="21060" y="7874"/>
                    <a:pt x="21174" y="7792"/>
                    <a:pt x="21168" y="7781"/>
                  </a:cubicBezTo>
                  <a:cubicBezTo>
                    <a:pt x="21168" y="7770"/>
                    <a:pt x="21119" y="7640"/>
                    <a:pt x="21065" y="7483"/>
                  </a:cubicBezTo>
                  <a:lnTo>
                    <a:pt x="20472" y="6000"/>
                  </a:lnTo>
                  <a:cubicBezTo>
                    <a:pt x="20402" y="5848"/>
                    <a:pt x="20342" y="5723"/>
                    <a:pt x="20337" y="5712"/>
                  </a:cubicBezTo>
                  <a:cubicBezTo>
                    <a:pt x="20332" y="5701"/>
                    <a:pt x="20197" y="5717"/>
                    <a:pt x="20035" y="5739"/>
                  </a:cubicBezTo>
                  <a:lnTo>
                    <a:pt x="19133" y="5858"/>
                  </a:lnTo>
                  <a:cubicBezTo>
                    <a:pt x="18971" y="5879"/>
                    <a:pt x="18761" y="5788"/>
                    <a:pt x="18674" y="5648"/>
                  </a:cubicBezTo>
                  <a:lnTo>
                    <a:pt x="18135" y="4899"/>
                  </a:lnTo>
                  <a:cubicBezTo>
                    <a:pt x="18032" y="4769"/>
                    <a:pt x="18017" y="4548"/>
                    <a:pt x="18093" y="4401"/>
                  </a:cubicBezTo>
                  <a:lnTo>
                    <a:pt x="18518" y="3609"/>
                  </a:lnTo>
                  <a:cubicBezTo>
                    <a:pt x="18593" y="3462"/>
                    <a:pt x="18653" y="3338"/>
                    <a:pt x="18647" y="3333"/>
                  </a:cubicBezTo>
                  <a:cubicBezTo>
                    <a:pt x="18642" y="3327"/>
                    <a:pt x="18540" y="3230"/>
                    <a:pt x="18422" y="3116"/>
                  </a:cubicBezTo>
                  <a:lnTo>
                    <a:pt x="17186" y="2044"/>
                  </a:lnTo>
                  <a:cubicBezTo>
                    <a:pt x="17056" y="1941"/>
                    <a:pt x="16943" y="1853"/>
                    <a:pt x="16938" y="1848"/>
                  </a:cubicBezTo>
                  <a:cubicBezTo>
                    <a:pt x="16932" y="1842"/>
                    <a:pt x="16813" y="1918"/>
                    <a:pt x="16683" y="2010"/>
                  </a:cubicBezTo>
                  <a:lnTo>
                    <a:pt x="15934" y="2547"/>
                  </a:lnTo>
                  <a:cubicBezTo>
                    <a:pt x="15800" y="2644"/>
                    <a:pt x="15572" y="2655"/>
                    <a:pt x="15432" y="2574"/>
                  </a:cubicBezTo>
                  <a:lnTo>
                    <a:pt x="14682" y="2190"/>
                  </a:lnTo>
                  <a:cubicBezTo>
                    <a:pt x="14531" y="2119"/>
                    <a:pt x="14411" y="1929"/>
                    <a:pt x="14417" y="1761"/>
                  </a:cubicBezTo>
                  <a:lnTo>
                    <a:pt x="14429" y="840"/>
                  </a:lnTo>
                  <a:cubicBezTo>
                    <a:pt x="14429" y="677"/>
                    <a:pt x="14428" y="537"/>
                    <a:pt x="14417" y="537"/>
                  </a:cubicBezTo>
                  <a:cubicBezTo>
                    <a:pt x="14411" y="531"/>
                    <a:pt x="14272" y="494"/>
                    <a:pt x="14115" y="445"/>
                  </a:cubicBezTo>
                  <a:lnTo>
                    <a:pt x="12508" y="54"/>
                  </a:lnTo>
                  <a:cubicBezTo>
                    <a:pt x="12346" y="22"/>
                    <a:pt x="12205" y="0"/>
                    <a:pt x="12200" y="0"/>
                  </a:cubicBezTo>
                  <a:cubicBezTo>
                    <a:pt x="12189" y="0"/>
                    <a:pt x="12125" y="120"/>
                    <a:pt x="12049" y="266"/>
                  </a:cubicBezTo>
                  <a:lnTo>
                    <a:pt x="11628" y="1096"/>
                  </a:lnTo>
                  <a:cubicBezTo>
                    <a:pt x="11552" y="1242"/>
                    <a:pt x="11358" y="1355"/>
                    <a:pt x="11196" y="1350"/>
                  </a:cubicBezTo>
                  <a:lnTo>
                    <a:pt x="10387" y="1350"/>
                  </a:lnTo>
                  <a:cubicBezTo>
                    <a:pt x="10225" y="1355"/>
                    <a:pt x="10025" y="1242"/>
                    <a:pt x="9955" y="1096"/>
                  </a:cubicBezTo>
                  <a:lnTo>
                    <a:pt x="9534" y="266"/>
                  </a:lnTo>
                  <a:cubicBezTo>
                    <a:pt x="9458" y="120"/>
                    <a:pt x="9394" y="0"/>
                    <a:pt x="9384" y="0"/>
                  </a:cubicBezTo>
                  <a:close/>
                  <a:moveTo>
                    <a:pt x="10792" y="5820"/>
                  </a:moveTo>
                  <a:cubicBezTo>
                    <a:pt x="13533" y="5820"/>
                    <a:pt x="15761" y="8053"/>
                    <a:pt x="15761" y="10811"/>
                  </a:cubicBezTo>
                  <a:cubicBezTo>
                    <a:pt x="15761" y="13569"/>
                    <a:pt x="13533" y="15801"/>
                    <a:pt x="10792" y="15801"/>
                  </a:cubicBezTo>
                  <a:cubicBezTo>
                    <a:pt x="8051" y="15801"/>
                    <a:pt x="5822" y="13569"/>
                    <a:pt x="5822" y="10811"/>
                  </a:cubicBezTo>
                  <a:cubicBezTo>
                    <a:pt x="5822" y="8053"/>
                    <a:pt x="8045" y="5820"/>
                    <a:pt x="10792" y="5820"/>
                  </a:cubicBezTo>
                  <a:close/>
                  <a:moveTo>
                    <a:pt x="10792" y="7592"/>
                  </a:moveTo>
                  <a:cubicBezTo>
                    <a:pt x="9016" y="7592"/>
                    <a:pt x="7581" y="9033"/>
                    <a:pt x="7581" y="10816"/>
                  </a:cubicBezTo>
                  <a:cubicBezTo>
                    <a:pt x="7581" y="12593"/>
                    <a:pt x="9016" y="14040"/>
                    <a:pt x="10792" y="14040"/>
                  </a:cubicBezTo>
                  <a:cubicBezTo>
                    <a:pt x="12567" y="14040"/>
                    <a:pt x="14002" y="12599"/>
                    <a:pt x="14002" y="10816"/>
                  </a:cubicBezTo>
                  <a:cubicBezTo>
                    <a:pt x="14002" y="9033"/>
                    <a:pt x="12567" y="7592"/>
                    <a:pt x="10792" y="7592"/>
                  </a:cubicBezTo>
                  <a:close/>
                </a:path>
              </a:pathLst>
            </a:custGeom>
            <a:solidFill>
              <a:srgbClr val="7030A0"/>
            </a:solidFill>
            <a:ln w="3937"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433" name="Gear">
              <a:extLst>
                <a:ext uri="{FF2B5EF4-FFF2-40B4-BE49-F238E27FC236}">
                  <a16:creationId xmlns:a16="http://schemas.microsoft.com/office/drawing/2014/main" id="{6E48932D-A926-8489-927B-82E9B3105B86}"/>
                </a:ext>
              </a:extLst>
            </p:cNvPr>
            <p:cNvSpPr/>
            <p:nvPr/>
          </p:nvSpPr>
          <p:spPr>
            <a:xfrm>
              <a:off x="16736277" y="30002003"/>
              <a:ext cx="637759" cy="6349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9" extrusionOk="0">
                  <a:moveTo>
                    <a:pt x="9384" y="0"/>
                  </a:moveTo>
                  <a:cubicBezTo>
                    <a:pt x="9373" y="0"/>
                    <a:pt x="9237" y="27"/>
                    <a:pt x="9075" y="54"/>
                  </a:cubicBezTo>
                  <a:lnTo>
                    <a:pt x="7468" y="445"/>
                  </a:lnTo>
                  <a:cubicBezTo>
                    <a:pt x="7312" y="494"/>
                    <a:pt x="7177" y="531"/>
                    <a:pt x="7166" y="537"/>
                  </a:cubicBezTo>
                  <a:cubicBezTo>
                    <a:pt x="7161" y="542"/>
                    <a:pt x="7154" y="677"/>
                    <a:pt x="7154" y="840"/>
                  </a:cubicBezTo>
                  <a:lnTo>
                    <a:pt x="7166" y="1761"/>
                  </a:lnTo>
                  <a:cubicBezTo>
                    <a:pt x="7166" y="1924"/>
                    <a:pt x="7047" y="2119"/>
                    <a:pt x="6902" y="2190"/>
                  </a:cubicBezTo>
                  <a:lnTo>
                    <a:pt x="6151" y="2574"/>
                  </a:lnTo>
                  <a:cubicBezTo>
                    <a:pt x="6006" y="2655"/>
                    <a:pt x="5778" y="2644"/>
                    <a:pt x="5649" y="2547"/>
                  </a:cubicBezTo>
                  <a:lnTo>
                    <a:pt x="4900" y="2010"/>
                  </a:lnTo>
                  <a:cubicBezTo>
                    <a:pt x="4765" y="1913"/>
                    <a:pt x="4651" y="1842"/>
                    <a:pt x="4645" y="1848"/>
                  </a:cubicBezTo>
                  <a:cubicBezTo>
                    <a:pt x="4640" y="1853"/>
                    <a:pt x="4527" y="1941"/>
                    <a:pt x="4398" y="2044"/>
                  </a:cubicBezTo>
                  <a:lnTo>
                    <a:pt x="3162" y="3116"/>
                  </a:lnTo>
                  <a:cubicBezTo>
                    <a:pt x="3043" y="3230"/>
                    <a:pt x="2941" y="3327"/>
                    <a:pt x="2936" y="3333"/>
                  </a:cubicBezTo>
                  <a:cubicBezTo>
                    <a:pt x="2930" y="3338"/>
                    <a:pt x="2990" y="3462"/>
                    <a:pt x="3065" y="3609"/>
                  </a:cubicBezTo>
                  <a:lnTo>
                    <a:pt x="3490" y="4401"/>
                  </a:lnTo>
                  <a:cubicBezTo>
                    <a:pt x="3566" y="4548"/>
                    <a:pt x="3551" y="4769"/>
                    <a:pt x="3448" y="4899"/>
                  </a:cubicBezTo>
                  <a:lnTo>
                    <a:pt x="2909" y="5648"/>
                  </a:lnTo>
                  <a:cubicBezTo>
                    <a:pt x="2817" y="5783"/>
                    <a:pt x="2612" y="5879"/>
                    <a:pt x="2450" y="5858"/>
                  </a:cubicBezTo>
                  <a:lnTo>
                    <a:pt x="1548" y="5739"/>
                  </a:lnTo>
                  <a:cubicBezTo>
                    <a:pt x="1386" y="5717"/>
                    <a:pt x="1251" y="5707"/>
                    <a:pt x="1246" y="5712"/>
                  </a:cubicBezTo>
                  <a:cubicBezTo>
                    <a:pt x="1241" y="5717"/>
                    <a:pt x="1181" y="5848"/>
                    <a:pt x="1111" y="6000"/>
                  </a:cubicBezTo>
                  <a:lnTo>
                    <a:pt x="518" y="7483"/>
                  </a:lnTo>
                  <a:cubicBezTo>
                    <a:pt x="464" y="7640"/>
                    <a:pt x="420" y="7776"/>
                    <a:pt x="415" y="7781"/>
                  </a:cubicBezTo>
                  <a:cubicBezTo>
                    <a:pt x="415" y="7792"/>
                    <a:pt x="523" y="7874"/>
                    <a:pt x="658" y="7966"/>
                  </a:cubicBezTo>
                  <a:lnTo>
                    <a:pt x="1381" y="8454"/>
                  </a:lnTo>
                  <a:cubicBezTo>
                    <a:pt x="1516" y="8546"/>
                    <a:pt x="1602" y="8752"/>
                    <a:pt x="1570" y="8914"/>
                  </a:cubicBezTo>
                  <a:lnTo>
                    <a:pt x="1420" y="9944"/>
                  </a:lnTo>
                  <a:cubicBezTo>
                    <a:pt x="1404" y="10106"/>
                    <a:pt x="1263" y="10291"/>
                    <a:pt x="1106" y="10345"/>
                  </a:cubicBezTo>
                  <a:lnTo>
                    <a:pt x="280" y="10648"/>
                  </a:lnTo>
                  <a:cubicBezTo>
                    <a:pt x="123" y="10702"/>
                    <a:pt x="0" y="10758"/>
                    <a:pt x="0" y="10769"/>
                  </a:cubicBezTo>
                  <a:cubicBezTo>
                    <a:pt x="0" y="10779"/>
                    <a:pt x="6" y="10919"/>
                    <a:pt x="17" y="11082"/>
                  </a:cubicBezTo>
                  <a:lnTo>
                    <a:pt x="167" y="12626"/>
                  </a:lnTo>
                  <a:cubicBezTo>
                    <a:pt x="194" y="12789"/>
                    <a:pt x="210" y="12930"/>
                    <a:pt x="216" y="12941"/>
                  </a:cubicBezTo>
                  <a:cubicBezTo>
                    <a:pt x="216" y="12952"/>
                    <a:pt x="350" y="12974"/>
                    <a:pt x="518" y="12990"/>
                  </a:cubicBezTo>
                  <a:lnTo>
                    <a:pt x="1354" y="13082"/>
                  </a:lnTo>
                  <a:cubicBezTo>
                    <a:pt x="1516" y="13098"/>
                    <a:pt x="1688" y="13245"/>
                    <a:pt x="1737" y="13402"/>
                  </a:cubicBezTo>
                  <a:lnTo>
                    <a:pt x="2121" y="14501"/>
                  </a:lnTo>
                  <a:cubicBezTo>
                    <a:pt x="2181" y="14653"/>
                    <a:pt x="2142" y="14881"/>
                    <a:pt x="2028" y="15000"/>
                  </a:cubicBezTo>
                  <a:lnTo>
                    <a:pt x="1457" y="15624"/>
                  </a:lnTo>
                  <a:cubicBezTo>
                    <a:pt x="1349" y="15743"/>
                    <a:pt x="1258" y="15850"/>
                    <a:pt x="1263" y="15856"/>
                  </a:cubicBezTo>
                  <a:cubicBezTo>
                    <a:pt x="1268" y="15861"/>
                    <a:pt x="1338" y="15986"/>
                    <a:pt x="1425" y="16127"/>
                  </a:cubicBezTo>
                  <a:lnTo>
                    <a:pt x="2256" y="17380"/>
                  </a:lnTo>
                  <a:cubicBezTo>
                    <a:pt x="2353" y="17510"/>
                    <a:pt x="2440" y="17623"/>
                    <a:pt x="2445" y="17634"/>
                  </a:cubicBezTo>
                  <a:cubicBezTo>
                    <a:pt x="2450" y="17639"/>
                    <a:pt x="2579" y="17595"/>
                    <a:pt x="2730" y="17535"/>
                  </a:cubicBezTo>
                  <a:lnTo>
                    <a:pt x="3490" y="17232"/>
                  </a:lnTo>
                  <a:cubicBezTo>
                    <a:pt x="3641" y="17173"/>
                    <a:pt x="3863" y="17216"/>
                    <a:pt x="3976" y="17336"/>
                  </a:cubicBezTo>
                  <a:lnTo>
                    <a:pt x="4905" y="18192"/>
                  </a:lnTo>
                  <a:cubicBezTo>
                    <a:pt x="5029" y="18295"/>
                    <a:pt x="5100" y="18511"/>
                    <a:pt x="5062" y="18673"/>
                  </a:cubicBezTo>
                  <a:lnTo>
                    <a:pt x="4851" y="19476"/>
                  </a:lnTo>
                  <a:cubicBezTo>
                    <a:pt x="4808" y="19633"/>
                    <a:pt x="4780" y="19769"/>
                    <a:pt x="4785" y="19774"/>
                  </a:cubicBezTo>
                  <a:cubicBezTo>
                    <a:pt x="4791" y="19780"/>
                    <a:pt x="4915" y="19850"/>
                    <a:pt x="5055" y="19937"/>
                  </a:cubicBezTo>
                  <a:lnTo>
                    <a:pt x="6345" y="20631"/>
                  </a:lnTo>
                  <a:cubicBezTo>
                    <a:pt x="6491" y="20701"/>
                    <a:pt x="6621" y="20761"/>
                    <a:pt x="6632" y="20766"/>
                  </a:cubicBezTo>
                  <a:cubicBezTo>
                    <a:pt x="6637" y="20772"/>
                    <a:pt x="6735" y="20668"/>
                    <a:pt x="6843" y="20543"/>
                  </a:cubicBezTo>
                  <a:lnTo>
                    <a:pt x="7370" y="19932"/>
                  </a:lnTo>
                  <a:cubicBezTo>
                    <a:pt x="7478" y="19807"/>
                    <a:pt x="7694" y="19742"/>
                    <a:pt x="7851" y="19791"/>
                  </a:cubicBezTo>
                  <a:lnTo>
                    <a:pt x="9136" y="20116"/>
                  </a:lnTo>
                  <a:cubicBezTo>
                    <a:pt x="9298" y="20149"/>
                    <a:pt x="9459" y="20306"/>
                    <a:pt x="9497" y="20468"/>
                  </a:cubicBezTo>
                  <a:lnTo>
                    <a:pt x="9680" y="21259"/>
                  </a:lnTo>
                  <a:cubicBezTo>
                    <a:pt x="9718" y="21422"/>
                    <a:pt x="9756" y="21552"/>
                    <a:pt x="9761" y="21552"/>
                  </a:cubicBezTo>
                  <a:cubicBezTo>
                    <a:pt x="9767" y="21552"/>
                    <a:pt x="9911" y="21562"/>
                    <a:pt x="10073" y="21573"/>
                  </a:cubicBezTo>
                  <a:lnTo>
                    <a:pt x="10500" y="21595"/>
                  </a:lnTo>
                  <a:cubicBezTo>
                    <a:pt x="10662" y="21600"/>
                    <a:pt x="10931" y="21600"/>
                    <a:pt x="11098" y="21595"/>
                  </a:cubicBezTo>
                  <a:lnTo>
                    <a:pt x="11525" y="21573"/>
                  </a:lnTo>
                  <a:cubicBezTo>
                    <a:pt x="11687" y="21562"/>
                    <a:pt x="11828" y="21552"/>
                    <a:pt x="11839" y="21552"/>
                  </a:cubicBezTo>
                  <a:cubicBezTo>
                    <a:pt x="11849" y="21552"/>
                    <a:pt x="11882" y="21416"/>
                    <a:pt x="11920" y="21259"/>
                  </a:cubicBezTo>
                  <a:lnTo>
                    <a:pt x="12103" y="20468"/>
                  </a:lnTo>
                  <a:cubicBezTo>
                    <a:pt x="12141" y="20306"/>
                    <a:pt x="12302" y="20149"/>
                    <a:pt x="12464" y="20116"/>
                  </a:cubicBezTo>
                  <a:lnTo>
                    <a:pt x="13749" y="19791"/>
                  </a:lnTo>
                  <a:cubicBezTo>
                    <a:pt x="13906" y="19742"/>
                    <a:pt x="14120" y="19807"/>
                    <a:pt x="14228" y="19932"/>
                  </a:cubicBezTo>
                  <a:lnTo>
                    <a:pt x="14757" y="20543"/>
                  </a:lnTo>
                  <a:cubicBezTo>
                    <a:pt x="14865" y="20668"/>
                    <a:pt x="14957" y="20767"/>
                    <a:pt x="14968" y="20766"/>
                  </a:cubicBezTo>
                  <a:cubicBezTo>
                    <a:pt x="14974" y="20761"/>
                    <a:pt x="15102" y="20701"/>
                    <a:pt x="15253" y="20631"/>
                  </a:cubicBezTo>
                  <a:lnTo>
                    <a:pt x="16543" y="19937"/>
                  </a:lnTo>
                  <a:cubicBezTo>
                    <a:pt x="16683" y="19850"/>
                    <a:pt x="16802" y="19780"/>
                    <a:pt x="16813" y="19774"/>
                  </a:cubicBezTo>
                  <a:cubicBezTo>
                    <a:pt x="16818" y="19769"/>
                    <a:pt x="16792" y="19633"/>
                    <a:pt x="16749" y="19476"/>
                  </a:cubicBezTo>
                  <a:lnTo>
                    <a:pt x="16538" y="18673"/>
                  </a:lnTo>
                  <a:cubicBezTo>
                    <a:pt x="16495" y="18516"/>
                    <a:pt x="16565" y="18301"/>
                    <a:pt x="16695" y="18192"/>
                  </a:cubicBezTo>
                  <a:lnTo>
                    <a:pt x="17622" y="17336"/>
                  </a:lnTo>
                  <a:cubicBezTo>
                    <a:pt x="17736" y="17216"/>
                    <a:pt x="17957" y="17173"/>
                    <a:pt x="18108" y="17232"/>
                  </a:cubicBezTo>
                  <a:lnTo>
                    <a:pt x="18868" y="17535"/>
                  </a:lnTo>
                  <a:cubicBezTo>
                    <a:pt x="19019" y="17595"/>
                    <a:pt x="19150" y="17639"/>
                    <a:pt x="19155" y="17634"/>
                  </a:cubicBezTo>
                  <a:cubicBezTo>
                    <a:pt x="19160" y="17628"/>
                    <a:pt x="19247" y="17515"/>
                    <a:pt x="19344" y="17380"/>
                  </a:cubicBezTo>
                  <a:lnTo>
                    <a:pt x="20175" y="16127"/>
                  </a:lnTo>
                  <a:cubicBezTo>
                    <a:pt x="20262" y="15986"/>
                    <a:pt x="20332" y="15861"/>
                    <a:pt x="20337" y="15856"/>
                  </a:cubicBezTo>
                  <a:cubicBezTo>
                    <a:pt x="20342" y="15850"/>
                    <a:pt x="20256" y="15743"/>
                    <a:pt x="20143" y="15624"/>
                  </a:cubicBezTo>
                  <a:lnTo>
                    <a:pt x="19570" y="14989"/>
                  </a:lnTo>
                  <a:cubicBezTo>
                    <a:pt x="19462" y="14869"/>
                    <a:pt x="19419" y="14642"/>
                    <a:pt x="19479" y="14491"/>
                  </a:cubicBezTo>
                  <a:lnTo>
                    <a:pt x="19862" y="13390"/>
                  </a:lnTo>
                  <a:cubicBezTo>
                    <a:pt x="19910" y="13233"/>
                    <a:pt x="20082" y="13088"/>
                    <a:pt x="20244" y="13072"/>
                  </a:cubicBezTo>
                  <a:lnTo>
                    <a:pt x="21081" y="12978"/>
                  </a:lnTo>
                  <a:cubicBezTo>
                    <a:pt x="21243" y="12962"/>
                    <a:pt x="21379" y="12940"/>
                    <a:pt x="21384" y="12929"/>
                  </a:cubicBezTo>
                  <a:cubicBezTo>
                    <a:pt x="21384" y="12918"/>
                    <a:pt x="21404" y="12784"/>
                    <a:pt x="21431" y="12616"/>
                  </a:cubicBezTo>
                  <a:lnTo>
                    <a:pt x="21583" y="11072"/>
                  </a:lnTo>
                  <a:cubicBezTo>
                    <a:pt x="21594" y="10909"/>
                    <a:pt x="21600" y="10767"/>
                    <a:pt x="21600" y="10757"/>
                  </a:cubicBezTo>
                  <a:cubicBezTo>
                    <a:pt x="21584" y="10757"/>
                    <a:pt x="21460" y="10702"/>
                    <a:pt x="21303" y="10648"/>
                  </a:cubicBezTo>
                  <a:lnTo>
                    <a:pt x="20477" y="10345"/>
                  </a:lnTo>
                  <a:cubicBezTo>
                    <a:pt x="20321" y="10291"/>
                    <a:pt x="20180" y="10106"/>
                    <a:pt x="20163" y="9944"/>
                  </a:cubicBezTo>
                  <a:lnTo>
                    <a:pt x="20013" y="8914"/>
                  </a:lnTo>
                  <a:cubicBezTo>
                    <a:pt x="19981" y="8752"/>
                    <a:pt x="20067" y="8546"/>
                    <a:pt x="20202" y="8454"/>
                  </a:cubicBezTo>
                  <a:lnTo>
                    <a:pt x="20926" y="7966"/>
                  </a:lnTo>
                  <a:cubicBezTo>
                    <a:pt x="21060" y="7874"/>
                    <a:pt x="21174" y="7792"/>
                    <a:pt x="21168" y="7781"/>
                  </a:cubicBezTo>
                  <a:cubicBezTo>
                    <a:pt x="21168" y="7770"/>
                    <a:pt x="21119" y="7640"/>
                    <a:pt x="21065" y="7483"/>
                  </a:cubicBezTo>
                  <a:lnTo>
                    <a:pt x="20472" y="6000"/>
                  </a:lnTo>
                  <a:cubicBezTo>
                    <a:pt x="20402" y="5848"/>
                    <a:pt x="20342" y="5723"/>
                    <a:pt x="20337" y="5712"/>
                  </a:cubicBezTo>
                  <a:cubicBezTo>
                    <a:pt x="20332" y="5701"/>
                    <a:pt x="20197" y="5717"/>
                    <a:pt x="20035" y="5739"/>
                  </a:cubicBezTo>
                  <a:lnTo>
                    <a:pt x="19133" y="5858"/>
                  </a:lnTo>
                  <a:cubicBezTo>
                    <a:pt x="18971" y="5879"/>
                    <a:pt x="18761" y="5788"/>
                    <a:pt x="18674" y="5648"/>
                  </a:cubicBezTo>
                  <a:lnTo>
                    <a:pt x="18135" y="4899"/>
                  </a:lnTo>
                  <a:cubicBezTo>
                    <a:pt x="18032" y="4769"/>
                    <a:pt x="18017" y="4548"/>
                    <a:pt x="18093" y="4401"/>
                  </a:cubicBezTo>
                  <a:lnTo>
                    <a:pt x="18518" y="3609"/>
                  </a:lnTo>
                  <a:cubicBezTo>
                    <a:pt x="18593" y="3462"/>
                    <a:pt x="18653" y="3338"/>
                    <a:pt x="18647" y="3333"/>
                  </a:cubicBezTo>
                  <a:cubicBezTo>
                    <a:pt x="18642" y="3327"/>
                    <a:pt x="18540" y="3230"/>
                    <a:pt x="18422" y="3116"/>
                  </a:cubicBezTo>
                  <a:lnTo>
                    <a:pt x="17186" y="2044"/>
                  </a:lnTo>
                  <a:cubicBezTo>
                    <a:pt x="17056" y="1941"/>
                    <a:pt x="16943" y="1853"/>
                    <a:pt x="16938" y="1848"/>
                  </a:cubicBezTo>
                  <a:cubicBezTo>
                    <a:pt x="16932" y="1842"/>
                    <a:pt x="16813" y="1918"/>
                    <a:pt x="16683" y="2010"/>
                  </a:cubicBezTo>
                  <a:lnTo>
                    <a:pt x="15934" y="2547"/>
                  </a:lnTo>
                  <a:cubicBezTo>
                    <a:pt x="15800" y="2644"/>
                    <a:pt x="15572" y="2655"/>
                    <a:pt x="15432" y="2574"/>
                  </a:cubicBezTo>
                  <a:lnTo>
                    <a:pt x="14682" y="2190"/>
                  </a:lnTo>
                  <a:cubicBezTo>
                    <a:pt x="14531" y="2119"/>
                    <a:pt x="14411" y="1929"/>
                    <a:pt x="14417" y="1761"/>
                  </a:cubicBezTo>
                  <a:lnTo>
                    <a:pt x="14429" y="840"/>
                  </a:lnTo>
                  <a:cubicBezTo>
                    <a:pt x="14429" y="677"/>
                    <a:pt x="14428" y="537"/>
                    <a:pt x="14417" y="537"/>
                  </a:cubicBezTo>
                  <a:cubicBezTo>
                    <a:pt x="14411" y="531"/>
                    <a:pt x="14272" y="494"/>
                    <a:pt x="14115" y="445"/>
                  </a:cubicBezTo>
                  <a:lnTo>
                    <a:pt x="12508" y="54"/>
                  </a:lnTo>
                  <a:cubicBezTo>
                    <a:pt x="12346" y="22"/>
                    <a:pt x="12205" y="0"/>
                    <a:pt x="12200" y="0"/>
                  </a:cubicBezTo>
                  <a:cubicBezTo>
                    <a:pt x="12189" y="0"/>
                    <a:pt x="12125" y="120"/>
                    <a:pt x="12049" y="266"/>
                  </a:cubicBezTo>
                  <a:lnTo>
                    <a:pt x="11628" y="1096"/>
                  </a:lnTo>
                  <a:cubicBezTo>
                    <a:pt x="11552" y="1242"/>
                    <a:pt x="11358" y="1355"/>
                    <a:pt x="11196" y="1350"/>
                  </a:cubicBezTo>
                  <a:lnTo>
                    <a:pt x="10387" y="1350"/>
                  </a:lnTo>
                  <a:cubicBezTo>
                    <a:pt x="10225" y="1355"/>
                    <a:pt x="10025" y="1242"/>
                    <a:pt x="9955" y="1096"/>
                  </a:cubicBezTo>
                  <a:lnTo>
                    <a:pt x="9534" y="266"/>
                  </a:lnTo>
                  <a:cubicBezTo>
                    <a:pt x="9458" y="120"/>
                    <a:pt x="9394" y="0"/>
                    <a:pt x="9384" y="0"/>
                  </a:cubicBezTo>
                  <a:close/>
                  <a:moveTo>
                    <a:pt x="10792" y="5820"/>
                  </a:moveTo>
                  <a:cubicBezTo>
                    <a:pt x="13533" y="5820"/>
                    <a:pt x="15761" y="8053"/>
                    <a:pt x="15761" y="10811"/>
                  </a:cubicBezTo>
                  <a:cubicBezTo>
                    <a:pt x="15761" y="13569"/>
                    <a:pt x="13533" y="15801"/>
                    <a:pt x="10792" y="15801"/>
                  </a:cubicBezTo>
                  <a:cubicBezTo>
                    <a:pt x="8051" y="15801"/>
                    <a:pt x="5822" y="13569"/>
                    <a:pt x="5822" y="10811"/>
                  </a:cubicBezTo>
                  <a:cubicBezTo>
                    <a:pt x="5822" y="8053"/>
                    <a:pt x="8045" y="5820"/>
                    <a:pt x="10792" y="5820"/>
                  </a:cubicBezTo>
                  <a:close/>
                  <a:moveTo>
                    <a:pt x="10792" y="7592"/>
                  </a:moveTo>
                  <a:cubicBezTo>
                    <a:pt x="9016" y="7592"/>
                    <a:pt x="7581" y="9033"/>
                    <a:pt x="7581" y="10816"/>
                  </a:cubicBezTo>
                  <a:cubicBezTo>
                    <a:pt x="7581" y="12593"/>
                    <a:pt x="9016" y="14040"/>
                    <a:pt x="10792" y="14040"/>
                  </a:cubicBezTo>
                  <a:cubicBezTo>
                    <a:pt x="12567" y="14040"/>
                    <a:pt x="14002" y="12599"/>
                    <a:pt x="14002" y="10816"/>
                  </a:cubicBezTo>
                  <a:cubicBezTo>
                    <a:pt x="14002" y="9033"/>
                    <a:pt x="12567" y="7592"/>
                    <a:pt x="10792" y="7592"/>
                  </a:cubicBezTo>
                  <a:close/>
                </a:path>
              </a:pathLst>
            </a:custGeom>
            <a:solidFill>
              <a:srgbClr val="7030A0"/>
            </a:solidFill>
            <a:ln w="3937"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434" name="Gear">
              <a:extLst>
                <a:ext uri="{FF2B5EF4-FFF2-40B4-BE49-F238E27FC236}">
                  <a16:creationId xmlns:a16="http://schemas.microsoft.com/office/drawing/2014/main" id="{303FD669-B269-88CD-F6DD-B3E489BC9755}"/>
                </a:ext>
              </a:extLst>
            </p:cNvPr>
            <p:cNvSpPr/>
            <p:nvPr/>
          </p:nvSpPr>
          <p:spPr>
            <a:xfrm>
              <a:off x="21265226" y="30153010"/>
              <a:ext cx="637756" cy="6349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9" extrusionOk="0">
                  <a:moveTo>
                    <a:pt x="9384" y="0"/>
                  </a:moveTo>
                  <a:cubicBezTo>
                    <a:pt x="9373" y="0"/>
                    <a:pt x="9237" y="27"/>
                    <a:pt x="9075" y="54"/>
                  </a:cubicBezTo>
                  <a:lnTo>
                    <a:pt x="7468" y="445"/>
                  </a:lnTo>
                  <a:cubicBezTo>
                    <a:pt x="7312" y="494"/>
                    <a:pt x="7177" y="531"/>
                    <a:pt x="7166" y="537"/>
                  </a:cubicBezTo>
                  <a:cubicBezTo>
                    <a:pt x="7161" y="542"/>
                    <a:pt x="7154" y="677"/>
                    <a:pt x="7154" y="840"/>
                  </a:cubicBezTo>
                  <a:lnTo>
                    <a:pt x="7166" y="1761"/>
                  </a:lnTo>
                  <a:cubicBezTo>
                    <a:pt x="7166" y="1924"/>
                    <a:pt x="7047" y="2119"/>
                    <a:pt x="6902" y="2190"/>
                  </a:cubicBezTo>
                  <a:lnTo>
                    <a:pt x="6151" y="2574"/>
                  </a:lnTo>
                  <a:cubicBezTo>
                    <a:pt x="6006" y="2655"/>
                    <a:pt x="5778" y="2644"/>
                    <a:pt x="5649" y="2547"/>
                  </a:cubicBezTo>
                  <a:lnTo>
                    <a:pt x="4900" y="2010"/>
                  </a:lnTo>
                  <a:cubicBezTo>
                    <a:pt x="4765" y="1913"/>
                    <a:pt x="4651" y="1842"/>
                    <a:pt x="4645" y="1848"/>
                  </a:cubicBezTo>
                  <a:cubicBezTo>
                    <a:pt x="4640" y="1853"/>
                    <a:pt x="4527" y="1941"/>
                    <a:pt x="4398" y="2044"/>
                  </a:cubicBezTo>
                  <a:lnTo>
                    <a:pt x="3162" y="3116"/>
                  </a:lnTo>
                  <a:cubicBezTo>
                    <a:pt x="3043" y="3230"/>
                    <a:pt x="2941" y="3327"/>
                    <a:pt x="2936" y="3333"/>
                  </a:cubicBezTo>
                  <a:cubicBezTo>
                    <a:pt x="2930" y="3338"/>
                    <a:pt x="2990" y="3462"/>
                    <a:pt x="3065" y="3609"/>
                  </a:cubicBezTo>
                  <a:lnTo>
                    <a:pt x="3490" y="4401"/>
                  </a:lnTo>
                  <a:cubicBezTo>
                    <a:pt x="3566" y="4548"/>
                    <a:pt x="3551" y="4769"/>
                    <a:pt x="3448" y="4899"/>
                  </a:cubicBezTo>
                  <a:lnTo>
                    <a:pt x="2909" y="5648"/>
                  </a:lnTo>
                  <a:cubicBezTo>
                    <a:pt x="2817" y="5783"/>
                    <a:pt x="2612" y="5879"/>
                    <a:pt x="2450" y="5858"/>
                  </a:cubicBezTo>
                  <a:lnTo>
                    <a:pt x="1548" y="5739"/>
                  </a:lnTo>
                  <a:cubicBezTo>
                    <a:pt x="1386" y="5717"/>
                    <a:pt x="1251" y="5707"/>
                    <a:pt x="1246" y="5712"/>
                  </a:cubicBezTo>
                  <a:cubicBezTo>
                    <a:pt x="1241" y="5717"/>
                    <a:pt x="1181" y="5848"/>
                    <a:pt x="1111" y="6000"/>
                  </a:cubicBezTo>
                  <a:lnTo>
                    <a:pt x="518" y="7483"/>
                  </a:lnTo>
                  <a:cubicBezTo>
                    <a:pt x="464" y="7640"/>
                    <a:pt x="420" y="7776"/>
                    <a:pt x="415" y="7781"/>
                  </a:cubicBezTo>
                  <a:cubicBezTo>
                    <a:pt x="415" y="7792"/>
                    <a:pt x="523" y="7874"/>
                    <a:pt x="658" y="7966"/>
                  </a:cubicBezTo>
                  <a:lnTo>
                    <a:pt x="1381" y="8454"/>
                  </a:lnTo>
                  <a:cubicBezTo>
                    <a:pt x="1516" y="8546"/>
                    <a:pt x="1602" y="8752"/>
                    <a:pt x="1570" y="8914"/>
                  </a:cubicBezTo>
                  <a:lnTo>
                    <a:pt x="1420" y="9944"/>
                  </a:lnTo>
                  <a:cubicBezTo>
                    <a:pt x="1404" y="10106"/>
                    <a:pt x="1263" y="10291"/>
                    <a:pt x="1106" y="10345"/>
                  </a:cubicBezTo>
                  <a:lnTo>
                    <a:pt x="280" y="10648"/>
                  </a:lnTo>
                  <a:cubicBezTo>
                    <a:pt x="123" y="10702"/>
                    <a:pt x="0" y="10758"/>
                    <a:pt x="0" y="10769"/>
                  </a:cubicBezTo>
                  <a:cubicBezTo>
                    <a:pt x="0" y="10779"/>
                    <a:pt x="6" y="10919"/>
                    <a:pt x="17" y="11082"/>
                  </a:cubicBezTo>
                  <a:lnTo>
                    <a:pt x="167" y="12626"/>
                  </a:lnTo>
                  <a:cubicBezTo>
                    <a:pt x="194" y="12789"/>
                    <a:pt x="210" y="12930"/>
                    <a:pt x="216" y="12941"/>
                  </a:cubicBezTo>
                  <a:cubicBezTo>
                    <a:pt x="216" y="12952"/>
                    <a:pt x="350" y="12974"/>
                    <a:pt x="518" y="12990"/>
                  </a:cubicBezTo>
                  <a:lnTo>
                    <a:pt x="1354" y="13082"/>
                  </a:lnTo>
                  <a:cubicBezTo>
                    <a:pt x="1516" y="13098"/>
                    <a:pt x="1688" y="13245"/>
                    <a:pt x="1737" y="13402"/>
                  </a:cubicBezTo>
                  <a:lnTo>
                    <a:pt x="2121" y="14501"/>
                  </a:lnTo>
                  <a:cubicBezTo>
                    <a:pt x="2181" y="14653"/>
                    <a:pt x="2142" y="14881"/>
                    <a:pt x="2028" y="15000"/>
                  </a:cubicBezTo>
                  <a:lnTo>
                    <a:pt x="1457" y="15624"/>
                  </a:lnTo>
                  <a:cubicBezTo>
                    <a:pt x="1349" y="15743"/>
                    <a:pt x="1258" y="15850"/>
                    <a:pt x="1263" y="15856"/>
                  </a:cubicBezTo>
                  <a:cubicBezTo>
                    <a:pt x="1268" y="15861"/>
                    <a:pt x="1338" y="15986"/>
                    <a:pt x="1425" y="16127"/>
                  </a:cubicBezTo>
                  <a:lnTo>
                    <a:pt x="2256" y="17380"/>
                  </a:lnTo>
                  <a:cubicBezTo>
                    <a:pt x="2353" y="17510"/>
                    <a:pt x="2440" y="17623"/>
                    <a:pt x="2445" y="17634"/>
                  </a:cubicBezTo>
                  <a:cubicBezTo>
                    <a:pt x="2450" y="17639"/>
                    <a:pt x="2579" y="17595"/>
                    <a:pt x="2730" y="17535"/>
                  </a:cubicBezTo>
                  <a:lnTo>
                    <a:pt x="3490" y="17232"/>
                  </a:lnTo>
                  <a:cubicBezTo>
                    <a:pt x="3641" y="17173"/>
                    <a:pt x="3863" y="17216"/>
                    <a:pt x="3976" y="17336"/>
                  </a:cubicBezTo>
                  <a:lnTo>
                    <a:pt x="4905" y="18192"/>
                  </a:lnTo>
                  <a:cubicBezTo>
                    <a:pt x="5029" y="18295"/>
                    <a:pt x="5100" y="18511"/>
                    <a:pt x="5062" y="18673"/>
                  </a:cubicBezTo>
                  <a:lnTo>
                    <a:pt x="4851" y="19476"/>
                  </a:lnTo>
                  <a:cubicBezTo>
                    <a:pt x="4808" y="19633"/>
                    <a:pt x="4780" y="19769"/>
                    <a:pt x="4785" y="19774"/>
                  </a:cubicBezTo>
                  <a:cubicBezTo>
                    <a:pt x="4791" y="19780"/>
                    <a:pt x="4915" y="19850"/>
                    <a:pt x="5055" y="19937"/>
                  </a:cubicBezTo>
                  <a:lnTo>
                    <a:pt x="6345" y="20631"/>
                  </a:lnTo>
                  <a:cubicBezTo>
                    <a:pt x="6491" y="20701"/>
                    <a:pt x="6621" y="20761"/>
                    <a:pt x="6632" y="20766"/>
                  </a:cubicBezTo>
                  <a:cubicBezTo>
                    <a:pt x="6637" y="20772"/>
                    <a:pt x="6735" y="20668"/>
                    <a:pt x="6843" y="20543"/>
                  </a:cubicBezTo>
                  <a:lnTo>
                    <a:pt x="7370" y="19932"/>
                  </a:lnTo>
                  <a:cubicBezTo>
                    <a:pt x="7478" y="19807"/>
                    <a:pt x="7694" y="19742"/>
                    <a:pt x="7851" y="19791"/>
                  </a:cubicBezTo>
                  <a:lnTo>
                    <a:pt x="9136" y="20116"/>
                  </a:lnTo>
                  <a:cubicBezTo>
                    <a:pt x="9298" y="20149"/>
                    <a:pt x="9459" y="20306"/>
                    <a:pt x="9497" y="20468"/>
                  </a:cubicBezTo>
                  <a:lnTo>
                    <a:pt x="9680" y="21259"/>
                  </a:lnTo>
                  <a:cubicBezTo>
                    <a:pt x="9718" y="21422"/>
                    <a:pt x="9756" y="21552"/>
                    <a:pt x="9761" y="21552"/>
                  </a:cubicBezTo>
                  <a:cubicBezTo>
                    <a:pt x="9767" y="21552"/>
                    <a:pt x="9911" y="21562"/>
                    <a:pt x="10073" y="21573"/>
                  </a:cubicBezTo>
                  <a:lnTo>
                    <a:pt x="10500" y="21595"/>
                  </a:lnTo>
                  <a:cubicBezTo>
                    <a:pt x="10662" y="21600"/>
                    <a:pt x="10931" y="21600"/>
                    <a:pt x="11098" y="21595"/>
                  </a:cubicBezTo>
                  <a:lnTo>
                    <a:pt x="11525" y="21573"/>
                  </a:lnTo>
                  <a:cubicBezTo>
                    <a:pt x="11687" y="21562"/>
                    <a:pt x="11828" y="21552"/>
                    <a:pt x="11839" y="21552"/>
                  </a:cubicBezTo>
                  <a:cubicBezTo>
                    <a:pt x="11849" y="21552"/>
                    <a:pt x="11882" y="21416"/>
                    <a:pt x="11920" y="21259"/>
                  </a:cubicBezTo>
                  <a:lnTo>
                    <a:pt x="12103" y="20468"/>
                  </a:lnTo>
                  <a:cubicBezTo>
                    <a:pt x="12141" y="20306"/>
                    <a:pt x="12302" y="20149"/>
                    <a:pt x="12464" y="20116"/>
                  </a:cubicBezTo>
                  <a:lnTo>
                    <a:pt x="13749" y="19791"/>
                  </a:lnTo>
                  <a:cubicBezTo>
                    <a:pt x="13906" y="19742"/>
                    <a:pt x="14120" y="19807"/>
                    <a:pt x="14228" y="19932"/>
                  </a:cubicBezTo>
                  <a:lnTo>
                    <a:pt x="14757" y="20543"/>
                  </a:lnTo>
                  <a:cubicBezTo>
                    <a:pt x="14865" y="20668"/>
                    <a:pt x="14957" y="20767"/>
                    <a:pt x="14968" y="20766"/>
                  </a:cubicBezTo>
                  <a:cubicBezTo>
                    <a:pt x="14974" y="20761"/>
                    <a:pt x="15102" y="20701"/>
                    <a:pt x="15253" y="20631"/>
                  </a:cubicBezTo>
                  <a:lnTo>
                    <a:pt x="16543" y="19937"/>
                  </a:lnTo>
                  <a:cubicBezTo>
                    <a:pt x="16683" y="19850"/>
                    <a:pt x="16802" y="19780"/>
                    <a:pt x="16813" y="19774"/>
                  </a:cubicBezTo>
                  <a:cubicBezTo>
                    <a:pt x="16818" y="19769"/>
                    <a:pt x="16792" y="19633"/>
                    <a:pt x="16749" y="19476"/>
                  </a:cubicBezTo>
                  <a:lnTo>
                    <a:pt x="16538" y="18673"/>
                  </a:lnTo>
                  <a:cubicBezTo>
                    <a:pt x="16495" y="18516"/>
                    <a:pt x="16565" y="18301"/>
                    <a:pt x="16695" y="18192"/>
                  </a:cubicBezTo>
                  <a:lnTo>
                    <a:pt x="17622" y="17336"/>
                  </a:lnTo>
                  <a:cubicBezTo>
                    <a:pt x="17736" y="17216"/>
                    <a:pt x="17957" y="17173"/>
                    <a:pt x="18108" y="17232"/>
                  </a:cubicBezTo>
                  <a:lnTo>
                    <a:pt x="18868" y="17535"/>
                  </a:lnTo>
                  <a:cubicBezTo>
                    <a:pt x="19019" y="17595"/>
                    <a:pt x="19150" y="17639"/>
                    <a:pt x="19155" y="17634"/>
                  </a:cubicBezTo>
                  <a:cubicBezTo>
                    <a:pt x="19160" y="17628"/>
                    <a:pt x="19247" y="17515"/>
                    <a:pt x="19344" y="17380"/>
                  </a:cubicBezTo>
                  <a:lnTo>
                    <a:pt x="20175" y="16127"/>
                  </a:lnTo>
                  <a:cubicBezTo>
                    <a:pt x="20262" y="15986"/>
                    <a:pt x="20332" y="15861"/>
                    <a:pt x="20337" y="15856"/>
                  </a:cubicBezTo>
                  <a:cubicBezTo>
                    <a:pt x="20342" y="15850"/>
                    <a:pt x="20256" y="15743"/>
                    <a:pt x="20143" y="15624"/>
                  </a:cubicBezTo>
                  <a:lnTo>
                    <a:pt x="19570" y="14989"/>
                  </a:lnTo>
                  <a:cubicBezTo>
                    <a:pt x="19462" y="14869"/>
                    <a:pt x="19419" y="14642"/>
                    <a:pt x="19479" y="14491"/>
                  </a:cubicBezTo>
                  <a:lnTo>
                    <a:pt x="19862" y="13390"/>
                  </a:lnTo>
                  <a:cubicBezTo>
                    <a:pt x="19910" y="13233"/>
                    <a:pt x="20082" y="13088"/>
                    <a:pt x="20244" y="13072"/>
                  </a:cubicBezTo>
                  <a:lnTo>
                    <a:pt x="21081" y="12978"/>
                  </a:lnTo>
                  <a:cubicBezTo>
                    <a:pt x="21243" y="12962"/>
                    <a:pt x="21379" y="12940"/>
                    <a:pt x="21384" y="12929"/>
                  </a:cubicBezTo>
                  <a:cubicBezTo>
                    <a:pt x="21384" y="12918"/>
                    <a:pt x="21404" y="12784"/>
                    <a:pt x="21431" y="12616"/>
                  </a:cubicBezTo>
                  <a:lnTo>
                    <a:pt x="21583" y="11072"/>
                  </a:lnTo>
                  <a:cubicBezTo>
                    <a:pt x="21594" y="10909"/>
                    <a:pt x="21600" y="10767"/>
                    <a:pt x="21600" y="10757"/>
                  </a:cubicBezTo>
                  <a:cubicBezTo>
                    <a:pt x="21584" y="10757"/>
                    <a:pt x="21460" y="10702"/>
                    <a:pt x="21303" y="10648"/>
                  </a:cubicBezTo>
                  <a:lnTo>
                    <a:pt x="20477" y="10345"/>
                  </a:lnTo>
                  <a:cubicBezTo>
                    <a:pt x="20321" y="10291"/>
                    <a:pt x="20180" y="10106"/>
                    <a:pt x="20163" y="9944"/>
                  </a:cubicBezTo>
                  <a:lnTo>
                    <a:pt x="20013" y="8914"/>
                  </a:lnTo>
                  <a:cubicBezTo>
                    <a:pt x="19981" y="8752"/>
                    <a:pt x="20067" y="8546"/>
                    <a:pt x="20202" y="8454"/>
                  </a:cubicBezTo>
                  <a:lnTo>
                    <a:pt x="20926" y="7966"/>
                  </a:lnTo>
                  <a:cubicBezTo>
                    <a:pt x="21060" y="7874"/>
                    <a:pt x="21174" y="7792"/>
                    <a:pt x="21168" y="7781"/>
                  </a:cubicBezTo>
                  <a:cubicBezTo>
                    <a:pt x="21168" y="7770"/>
                    <a:pt x="21119" y="7640"/>
                    <a:pt x="21065" y="7483"/>
                  </a:cubicBezTo>
                  <a:lnTo>
                    <a:pt x="20472" y="6000"/>
                  </a:lnTo>
                  <a:cubicBezTo>
                    <a:pt x="20402" y="5848"/>
                    <a:pt x="20342" y="5723"/>
                    <a:pt x="20337" y="5712"/>
                  </a:cubicBezTo>
                  <a:cubicBezTo>
                    <a:pt x="20332" y="5701"/>
                    <a:pt x="20197" y="5717"/>
                    <a:pt x="20035" y="5739"/>
                  </a:cubicBezTo>
                  <a:lnTo>
                    <a:pt x="19133" y="5858"/>
                  </a:lnTo>
                  <a:cubicBezTo>
                    <a:pt x="18971" y="5879"/>
                    <a:pt x="18761" y="5788"/>
                    <a:pt x="18674" y="5648"/>
                  </a:cubicBezTo>
                  <a:lnTo>
                    <a:pt x="18135" y="4899"/>
                  </a:lnTo>
                  <a:cubicBezTo>
                    <a:pt x="18032" y="4769"/>
                    <a:pt x="18017" y="4548"/>
                    <a:pt x="18093" y="4401"/>
                  </a:cubicBezTo>
                  <a:lnTo>
                    <a:pt x="18518" y="3609"/>
                  </a:lnTo>
                  <a:cubicBezTo>
                    <a:pt x="18593" y="3462"/>
                    <a:pt x="18653" y="3338"/>
                    <a:pt x="18647" y="3333"/>
                  </a:cubicBezTo>
                  <a:cubicBezTo>
                    <a:pt x="18642" y="3327"/>
                    <a:pt x="18540" y="3230"/>
                    <a:pt x="18422" y="3116"/>
                  </a:cubicBezTo>
                  <a:lnTo>
                    <a:pt x="17186" y="2044"/>
                  </a:lnTo>
                  <a:cubicBezTo>
                    <a:pt x="17056" y="1941"/>
                    <a:pt x="16943" y="1853"/>
                    <a:pt x="16938" y="1848"/>
                  </a:cubicBezTo>
                  <a:cubicBezTo>
                    <a:pt x="16932" y="1842"/>
                    <a:pt x="16813" y="1918"/>
                    <a:pt x="16683" y="2010"/>
                  </a:cubicBezTo>
                  <a:lnTo>
                    <a:pt x="15934" y="2547"/>
                  </a:lnTo>
                  <a:cubicBezTo>
                    <a:pt x="15800" y="2644"/>
                    <a:pt x="15572" y="2655"/>
                    <a:pt x="15432" y="2574"/>
                  </a:cubicBezTo>
                  <a:lnTo>
                    <a:pt x="14682" y="2190"/>
                  </a:lnTo>
                  <a:cubicBezTo>
                    <a:pt x="14531" y="2119"/>
                    <a:pt x="14411" y="1929"/>
                    <a:pt x="14417" y="1761"/>
                  </a:cubicBezTo>
                  <a:lnTo>
                    <a:pt x="14429" y="840"/>
                  </a:lnTo>
                  <a:cubicBezTo>
                    <a:pt x="14429" y="677"/>
                    <a:pt x="14428" y="537"/>
                    <a:pt x="14417" y="537"/>
                  </a:cubicBezTo>
                  <a:cubicBezTo>
                    <a:pt x="14411" y="531"/>
                    <a:pt x="14272" y="494"/>
                    <a:pt x="14115" y="445"/>
                  </a:cubicBezTo>
                  <a:lnTo>
                    <a:pt x="12508" y="54"/>
                  </a:lnTo>
                  <a:cubicBezTo>
                    <a:pt x="12346" y="22"/>
                    <a:pt x="12205" y="0"/>
                    <a:pt x="12200" y="0"/>
                  </a:cubicBezTo>
                  <a:cubicBezTo>
                    <a:pt x="12189" y="0"/>
                    <a:pt x="12125" y="120"/>
                    <a:pt x="12049" y="266"/>
                  </a:cubicBezTo>
                  <a:lnTo>
                    <a:pt x="11628" y="1096"/>
                  </a:lnTo>
                  <a:cubicBezTo>
                    <a:pt x="11552" y="1242"/>
                    <a:pt x="11358" y="1355"/>
                    <a:pt x="11196" y="1350"/>
                  </a:cubicBezTo>
                  <a:lnTo>
                    <a:pt x="10387" y="1350"/>
                  </a:lnTo>
                  <a:cubicBezTo>
                    <a:pt x="10225" y="1355"/>
                    <a:pt x="10025" y="1242"/>
                    <a:pt x="9955" y="1096"/>
                  </a:cubicBezTo>
                  <a:lnTo>
                    <a:pt x="9534" y="266"/>
                  </a:lnTo>
                  <a:cubicBezTo>
                    <a:pt x="9458" y="120"/>
                    <a:pt x="9394" y="0"/>
                    <a:pt x="9384" y="0"/>
                  </a:cubicBezTo>
                  <a:close/>
                  <a:moveTo>
                    <a:pt x="10792" y="5820"/>
                  </a:moveTo>
                  <a:cubicBezTo>
                    <a:pt x="13533" y="5820"/>
                    <a:pt x="15761" y="8053"/>
                    <a:pt x="15761" y="10811"/>
                  </a:cubicBezTo>
                  <a:cubicBezTo>
                    <a:pt x="15761" y="13569"/>
                    <a:pt x="13533" y="15801"/>
                    <a:pt x="10792" y="15801"/>
                  </a:cubicBezTo>
                  <a:cubicBezTo>
                    <a:pt x="8051" y="15801"/>
                    <a:pt x="5822" y="13569"/>
                    <a:pt x="5822" y="10811"/>
                  </a:cubicBezTo>
                  <a:cubicBezTo>
                    <a:pt x="5822" y="8053"/>
                    <a:pt x="8045" y="5820"/>
                    <a:pt x="10792" y="5820"/>
                  </a:cubicBezTo>
                  <a:close/>
                  <a:moveTo>
                    <a:pt x="10792" y="7592"/>
                  </a:moveTo>
                  <a:cubicBezTo>
                    <a:pt x="9016" y="7592"/>
                    <a:pt x="7581" y="9033"/>
                    <a:pt x="7581" y="10816"/>
                  </a:cubicBezTo>
                  <a:cubicBezTo>
                    <a:pt x="7581" y="12593"/>
                    <a:pt x="9016" y="14040"/>
                    <a:pt x="10792" y="14040"/>
                  </a:cubicBezTo>
                  <a:cubicBezTo>
                    <a:pt x="12567" y="14040"/>
                    <a:pt x="14002" y="12599"/>
                    <a:pt x="14002" y="10816"/>
                  </a:cubicBezTo>
                  <a:cubicBezTo>
                    <a:pt x="14002" y="9033"/>
                    <a:pt x="12567" y="7592"/>
                    <a:pt x="10792" y="7592"/>
                  </a:cubicBezTo>
                  <a:close/>
                </a:path>
              </a:pathLst>
            </a:custGeom>
            <a:solidFill>
              <a:srgbClr val="7030A0"/>
            </a:solidFill>
            <a:ln w="3937"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435" name="TextBox 59">
              <a:extLst>
                <a:ext uri="{FF2B5EF4-FFF2-40B4-BE49-F238E27FC236}">
                  <a16:creationId xmlns:a16="http://schemas.microsoft.com/office/drawing/2014/main" id="{1D2A8286-5187-61D2-7AB1-A435B1D5AE7F}"/>
                </a:ext>
              </a:extLst>
            </p:cNvPr>
            <p:cNvSpPr txBox="1"/>
            <p:nvPr/>
          </p:nvSpPr>
          <p:spPr>
            <a:xfrm>
              <a:off x="19397540" y="29663326"/>
              <a:ext cx="1220206" cy="646331"/>
            </a:xfrm>
            <a:prstGeom prst="rect">
              <a:avLst/>
            </a:prstGeom>
            <a:noFill/>
          </p:spPr>
          <p:txBody>
            <a:bodyPr wrap="none" lIns="28346" tIns="14173" rIns="28346" bIns="14173" rtlCol="0">
              <a:spAutoFit/>
            </a:bodyPr>
            <a:lstStyle/>
            <a:p>
              <a:r>
                <a:rPr lang="en-US" sz="892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GHG</a:t>
              </a:r>
              <a:endParaRPr lang="en-US" sz="892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237" name="TextBox 60">
              <a:extLst>
                <a:ext uri="{FF2B5EF4-FFF2-40B4-BE49-F238E27FC236}">
                  <a16:creationId xmlns:a16="http://schemas.microsoft.com/office/drawing/2014/main" id="{3EA8E0E6-178F-DA2B-70DD-15862A7DCB2D}"/>
                </a:ext>
              </a:extLst>
            </p:cNvPr>
            <p:cNvSpPr txBox="1"/>
            <p:nvPr/>
          </p:nvSpPr>
          <p:spPr>
            <a:xfrm>
              <a:off x="21695694" y="30432379"/>
              <a:ext cx="886781" cy="646331"/>
            </a:xfrm>
            <a:prstGeom prst="rect">
              <a:avLst/>
            </a:prstGeom>
            <a:noFill/>
          </p:spPr>
          <p:txBody>
            <a:bodyPr wrap="none" lIns="28346" tIns="14173" rIns="28346" bIns="14173" rtlCol="0">
              <a:spAutoFit/>
            </a:bodyPr>
            <a:lstStyle/>
            <a:p>
              <a:r>
                <a:rPr lang="en-US" sz="892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Aer</a:t>
              </a:r>
              <a:endParaRPr lang="en-US" sz="892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238" name="Line">
              <a:extLst>
                <a:ext uri="{FF2B5EF4-FFF2-40B4-BE49-F238E27FC236}">
                  <a16:creationId xmlns:a16="http://schemas.microsoft.com/office/drawing/2014/main" id="{61B65E37-8342-AE22-DC5D-DC1C1167C4CC}"/>
                </a:ext>
              </a:extLst>
            </p:cNvPr>
            <p:cNvSpPr/>
            <p:nvPr/>
          </p:nvSpPr>
          <p:spPr>
            <a:xfrm flipV="1">
              <a:off x="18121413" y="29208514"/>
              <a:ext cx="317101" cy="1565527"/>
            </a:xfrm>
            <a:prstGeom prst="line">
              <a:avLst/>
            </a:prstGeom>
            <a:ln w="23622">
              <a:solidFill>
                <a:schemeClr val="accent2"/>
              </a:solidFill>
              <a:miter lim="400000"/>
              <a:tailEnd type="triangle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239" name="-">
              <a:extLst>
                <a:ext uri="{FF2B5EF4-FFF2-40B4-BE49-F238E27FC236}">
                  <a16:creationId xmlns:a16="http://schemas.microsoft.com/office/drawing/2014/main" id="{9AD22004-F973-3F99-52C5-B2ED493D20C0}"/>
                </a:ext>
              </a:extLst>
            </p:cNvPr>
            <p:cNvSpPr txBox="1"/>
            <p:nvPr/>
          </p:nvSpPr>
          <p:spPr>
            <a:xfrm>
              <a:off x="17967026" y="30680744"/>
              <a:ext cx="250069" cy="666849"/>
            </a:xfrm>
            <a:prstGeom prst="rect">
              <a:avLst/>
            </a:prstGeom>
            <a:ln w="3937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874" tIns="7874" rIns="7874" bIns="7874" anchor="ctr">
              <a:spAutoFit/>
            </a:bodyPr>
            <a:lstStyle>
              <a:lvl1pPr>
                <a:defRPr>
                  <a:solidFill>
                    <a:srgbClr val="7030A0"/>
                  </a:solidFill>
                </a:defRPr>
              </a:lvl1pPr>
            </a:lstStyle>
            <a:p>
              <a:pPr algn="ctr" defTabSz="1219169" hangingPunct="0"/>
              <a:r>
                <a:rPr sz="992" kern="0" dirty="0">
                  <a:latin typeface="Helvetica Neue"/>
                  <a:ea typeface="Helvetica Neue"/>
                  <a:cs typeface="Helvetica Neue"/>
                  <a:sym typeface="Helvetica Neue"/>
                </a:rPr>
                <a:t>-</a:t>
              </a:r>
            </a:p>
          </p:txBody>
        </p:sp>
        <p:sp>
          <p:nvSpPr>
            <p:cNvPr id="5240" name="Arrow 2">
              <a:extLst>
                <a:ext uri="{FF2B5EF4-FFF2-40B4-BE49-F238E27FC236}">
                  <a16:creationId xmlns:a16="http://schemas.microsoft.com/office/drawing/2014/main" id="{98C0B99C-C22D-F8B3-A7F3-138C98762C33}"/>
                </a:ext>
              </a:extLst>
            </p:cNvPr>
            <p:cNvSpPr/>
            <p:nvPr/>
          </p:nvSpPr>
          <p:spPr>
            <a:xfrm>
              <a:off x="17689095" y="30735186"/>
              <a:ext cx="813585" cy="6551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749" y="0"/>
                  </a:moveTo>
                  <a:cubicBezTo>
                    <a:pt x="8457" y="0"/>
                    <a:pt x="6373" y="1103"/>
                    <a:pt x="4819" y="2903"/>
                  </a:cubicBezTo>
                  <a:lnTo>
                    <a:pt x="6744" y="6147"/>
                  </a:lnTo>
                  <a:cubicBezTo>
                    <a:pt x="7744" y="4819"/>
                    <a:pt x="9169" y="3989"/>
                    <a:pt x="10749" y="3989"/>
                  </a:cubicBezTo>
                  <a:cubicBezTo>
                    <a:pt x="13751" y="3989"/>
                    <a:pt x="16189" y="6985"/>
                    <a:pt x="16232" y="10700"/>
                  </a:cubicBezTo>
                  <a:lnTo>
                    <a:pt x="14265" y="10700"/>
                  </a:lnTo>
                  <a:lnTo>
                    <a:pt x="17933" y="16883"/>
                  </a:lnTo>
                  <a:lnTo>
                    <a:pt x="21600" y="10700"/>
                  </a:lnTo>
                  <a:lnTo>
                    <a:pt x="19444" y="10700"/>
                  </a:lnTo>
                  <a:cubicBezTo>
                    <a:pt x="19401" y="4782"/>
                    <a:pt x="15525" y="0"/>
                    <a:pt x="10749" y="0"/>
                  </a:cubicBezTo>
                  <a:close/>
                  <a:moveTo>
                    <a:pt x="3667" y="4515"/>
                  </a:moveTo>
                  <a:lnTo>
                    <a:pt x="0" y="10700"/>
                  </a:lnTo>
                  <a:lnTo>
                    <a:pt x="2054" y="10700"/>
                  </a:lnTo>
                  <a:cubicBezTo>
                    <a:pt x="2053" y="10733"/>
                    <a:pt x="2054" y="10767"/>
                    <a:pt x="2054" y="10801"/>
                  </a:cubicBezTo>
                  <a:cubicBezTo>
                    <a:pt x="2054" y="16766"/>
                    <a:pt x="5946" y="21600"/>
                    <a:pt x="10749" y="21600"/>
                  </a:cubicBezTo>
                  <a:cubicBezTo>
                    <a:pt x="13080" y="21600"/>
                    <a:pt x="15197" y="20461"/>
                    <a:pt x="16759" y="18607"/>
                  </a:cubicBezTo>
                  <a:lnTo>
                    <a:pt x="14814" y="15375"/>
                  </a:lnTo>
                  <a:cubicBezTo>
                    <a:pt x="13811" y="16749"/>
                    <a:pt x="12360" y="17611"/>
                    <a:pt x="10749" y="17611"/>
                  </a:cubicBezTo>
                  <a:cubicBezTo>
                    <a:pt x="7720" y="17611"/>
                    <a:pt x="5266" y="14563"/>
                    <a:pt x="5266" y="10801"/>
                  </a:cubicBezTo>
                  <a:cubicBezTo>
                    <a:pt x="5266" y="10767"/>
                    <a:pt x="5265" y="10733"/>
                    <a:pt x="5266" y="10700"/>
                  </a:cubicBezTo>
                  <a:lnTo>
                    <a:pt x="7335" y="10700"/>
                  </a:lnTo>
                  <a:lnTo>
                    <a:pt x="3667" y="4515"/>
                  </a:lnTo>
                  <a:close/>
                </a:path>
              </a:pathLst>
            </a:custGeom>
            <a:solidFill>
              <a:srgbClr val="7030A0"/>
            </a:solidFill>
            <a:ln w="3937"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cxnSp>
          <p:nvCxnSpPr>
            <p:cNvPr id="5241" name="Straight Connector 70">
              <a:extLst>
                <a:ext uri="{FF2B5EF4-FFF2-40B4-BE49-F238E27FC236}">
                  <a16:creationId xmlns:a16="http://schemas.microsoft.com/office/drawing/2014/main" id="{6996B71A-1826-32F4-EEF2-E21E7A6371D1}"/>
                </a:ext>
              </a:extLst>
            </p:cNvPr>
            <p:cNvCxnSpPr>
              <a:cxnSpLocks/>
            </p:cNvCxnSpPr>
            <p:nvPr/>
          </p:nvCxnSpPr>
          <p:spPr>
            <a:xfrm>
              <a:off x="18971082" y="30526200"/>
              <a:ext cx="1760116" cy="0"/>
            </a:xfrm>
            <a:prstGeom prst="line">
              <a:avLst/>
            </a:prstGeom>
            <a:ln w="20669" cmpd="tri">
              <a:solidFill>
                <a:srgbClr val="9452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2" name="Straight Connector 72">
              <a:extLst>
                <a:ext uri="{FF2B5EF4-FFF2-40B4-BE49-F238E27FC236}">
                  <a16:creationId xmlns:a16="http://schemas.microsoft.com/office/drawing/2014/main" id="{1F7DE547-C6FF-BFE3-BD05-FEF2B0FB2979}"/>
                </a:ext>
              </a:extLst>
            </p:cNvPr>
            <p:cNvCxnSpPr>
              <a:cxnSpLocks/>
            </p:cNvCxnSpPr>
            <p:nvPr/>
          </p:nvCxnSpPr>
          <p:spPr>
            <a:xfrm>
              <a:off x="20990233" y="30507311"/>
              <a:ext cx="1567738" cy="0"/>
            </a:xfrm>
            <a:prstGeom prst="line">
              <a:avLst/>
            </a:prstGeom>
            <a:ln w="11811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43" name="Right Brace 78">
              <a:extLst>
                <a:ext uri="{FF2B5EF4-FFF2-40B4-BE49-F238E27FC236}">
                  <a16:creationId xmlns:a16="http://schemas.microsoft.com/office/drawing/2014/main" id="{E636778E-80BB-A154-CDC2-A1D9B370E1EC}"/>
                </a:ext>
              </a:extLst>
            </p:cNvPr>
            <p:cNvSpPr/>
            <p:nvPr/>
          </p:nvSpPr>
          <p:spPr>
            <a:xfrm rot="16200000">
              <a:off x="15366718" y="26064300"/>
              <a:ext cx="1248473" cy="5795548"/>
            </a:xfrm>
            <a:prstGeom prst="rightBrace">
              <a:avLst>
                <a:gd name="adj1" fmla="val 8333"/>
                <a:gd name="adj2" fmla="val 35245"/>
              </a:avLst>
            </a:prstGeom>
            <a:ln w="15748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28346" tIns="14173" rIns="28346" bIns="14173" rtlCol="0" anchor="ctr"/>
            <a:lstStyle/>
            <a:p>
              <a:pPr algn="ctr"/>
              <a:endParaRPr lang="en-US"/>
            </a:p>
          </p:txBody>
        </p:sp>
        <p:sp>
          <p:nvSpPr>
            <p:cNvPr id="5244" name="Right Brace 79">
              <a:extLst>
                <a:ext uri="{FF2B5EF4-FFF2-40B4-BE49-F238E27FC236}">
                  <a16:creationId xmlns:a16="http://schemas.microsoft.com/office/drawing/2014/main" id="{FB28F31B-2046-4CB7-B318-FD9044AB88E0}"/>
                </a:ext>
              </a:extLst>
            </p:cNvPr>
            <p:cNvSpPr/>
            <p:nvPr/>
          </p:nvSpPr>
          <p:spPr>
            <a:xfrm rot="16200000">
              <a:off x="18604959" y="27300497"/>
              <a:ext cx="1248473" cy="2947727"/>
            </a:xfrm>
            <a:prstGeom prst="rightBrace">
              <a:avLst>
                <a:gd name="adj1" fmla="val 8333"/>
                <a:gd name="adj2" fmla="val 16915"/>
              </a:avLst>
            </a:prstGeom>
            <a:ln w="15748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28346" tIns="14173" rIns="28346" bIns="14173" rtlCol="0" anchor="ctr"/>
            <a:lstStyle/>
            <a:p>
              <a:pPr algn="ctr"/>
              <a:endParaRPr lang="en-US"/>
            </a:p>
          </p:txBody>
        </p:sp>
        <p:sp>
          <p:nvSpPr>
            <p:cNvPr id="5245" name="TextBox 81">
              <a:extLst>
                <a:ext uri="{FF2B5EF4-FFF2-40B4-BE49-F238E27FC236}">
                  <a16:creationId xmlns:a16="http://schemas.microsoft.com/office/drawing/2014/main" id="{83B873BD-001F-9680-1588-20ED860B40C3}"/>
                </a:ext>
              </a:extLst>
            </p:cNvPr>
            <p:cNvSpPr txBox="1"/>
            <p:nvPr/>
          </p:nvSpPr>
          <p:spPr>
            <a:xfrm>
              <a:off x="14143047" y="27773966"/>
              <a:ext cx="1750800" cy="646331"/>
            </a:xfrm>
            <a:prstGeom prst="rect">
              <a:avLst/>
            </a:prstGeom>
            <a:noFill/>
          </p:spPr>
          <p:txBody>
            <a:bodyPr wrap="none" lIns="28346" tIns="14173" rIns="28346" bIns="14173" rtlCol="0">
              <a:spAutoFit/>
            </a:bodyPr>
            <a:lstStyle/>
            <a:p>
              <a:r>
                <a:rPr lang="en-US" sz="892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hist-</a:t>
              </a:r>
              <a:r>
                <a:rPr lang="en-US" sz="892" dirty="0" err="1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nat</a:t>
              </a:r>
              <a:endParaRPr lang="en-US" sz="892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246" name="TextBox 82">
              <a:extLst>
                <a:ext uri="{FF2B5EF4-FFF2-40B4-BE49-F238E27FC236}">
                  <a16:creationId xmlns:a16="http://schemas.microsoft.com/office/drawing/2014/main" id="{89CC87B2-2B84-7181-04A8-5F023494C283}"/>
                </a:ext>
              </a:extLst>
            </p:cNvPr>
            <p:cNvSpPr txBox="1"/>
            <p:nvPr/>
          </p:nvSpPr>
          <p:spPr>
            <a:xfrm>
              <a:off x="16511999" y="27625110"/>
              <a:ext cx="2135521" cy="646331"/>
            </a:xfrm>
            <a:prstGeom prst="rect">
              <a:avLst/>
            </a:prstGeom>
            <a:noFill/>
          </p:spPr>
          <p:txBody>
            <a:bodyPr wrap="none" lIns="28346" tIns="14173" rIns="28346" bIns="14173" rtlCol="0">
              <a:spAutoFit/>
            </a:bodyPr>
            <a:lstStyle/>
            <a:p>
              <a:r>
                <a:rPr lang="en-US" sz="892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hist-GHG</a:t>
              </a:r>
              <a:endParaRPr lang="en-US" sz="892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247" name="Right Brace 83">
              <a:extLst>
                <a:ext uri="{FF2B5EF4-FFF2-40B4-BE49-F238E27FC236}">
                  <a16:creationId xmlns:a16="http://schemas.microsoft.com/office/drawing/2014/main" id="{08BB852A-9808-EAF7-ED1F-FEAFE9C65FC8}"/>
                </a:ext>
              </a:extLst>
            </p:cNvPr>
            <p:cNvSpPr/>
            <p:nvPr/>
          </p:nvSpPr>
          <p:spPr>
            <a:xfrm rot="16200000">
              <a:off x="16884621" y="23923632"/>
              <a:ext cx="1248473" cy="9283421"/>
            </a:xfrm>
            <a:prstGeom prst="rightBrace">
              <a:avLst>
                <a:gd name="adj1" fmla="val 8333"/>
                <a:gd name="adj2" fmla="val 77627"/>
              </a:avLst>
            </a:prstGeom>
            <a:ln w="15748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28346" tIns="14173" rIns="28346" bIns="14173" rtlCol="0" anchor="ctr"/>
            <a:lstStyle/>
            <a:p>
              <a:pPr algn="ctr"/>
              <a:endParaRPr lang="en-US"/>
            </a:p>
          </p:txBody>
        </p:sp>
        <p:sp>
          <p:nvSpPr>
            <p:cNvPr id="5248" name="TextBox 85">
              <a:extLst>
                <a:ext uri="{FF2B5EF4-FFF2-40B4-BE49-F238E27FC236}">
                  <a16:creationId xmlns:a16="http://schemas.microsoft.com/office/drawing/2014/main" id="{CA271FC8-FEF1-659D-95CE-5E6DE362AEEC}"/>
                </a:ext>
              </a:extLst>
            </p:cNvPr>
            <p:cNvSpPr txBox="1"/>
            <p:nvPr/>
          </p:nvSpPr>
          <p:spPr>
            <a:xfrm>
              <a:off x="18771012" y="27364173"/>
              <a:ext cx="3815348" cy="646331"/>
            </a:xfrm>
            <a:prstGeom prst="rect">
              <a:avLst/>
            </a:prstGeom>
            <a:noFill/>
          </p:spPr>
          <p:txBody>
            <a:bodyPr wrap="none" lIns="28346" tIns="14173" rIns="28346" bIns="14173" rtlCol="0">
              <a:spAutoFit/>
            </a:bodyPr>
            <a:lstStyle/>
            <a:p>
              <a:r>
                <a:rPr lang="en-US" sz="892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hist + SSP2-4.5</a:t>
              </a:r>
              <a:endParaRPr lang="en-US" sz="892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249" name="Oval 211">
              <a:extLst>
                <a:ext uri="{FF2B5EF4-FFF2-40B4-BE49-F238E27FC236}">
                  <a16:creationId xmlns:a16="http://schemas.microsoft.com/office/drawing/2014/main" id="{3B564327-725D-8841-B6F9-68A880E00C4A}"/>
                </a:ext>
              </a:extLst>
            </p:cNvPr>
            <p:cNvSpPr/>
            <p:nvPr/>
          </p:nvSpPr>
          <p:spPr>
            <a:xfrm>
              <a:off x="16820829" y="30074530"/>
              <a:ext cx="484610" cy="485463"/>
            </a:xfrm>
            <a:prstGeom prst="ellipse">
              <a:avLst/>
            </a:prstGeom>
            <a:noFill/>
            <a:ln w="2559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28346" tIns="14173" rIns="28346" bIns="14173" rtlCol="0" anchor="ctr"/>
            <a:lstStyle/>
            <a:p>
              <a:pPr algn="ctr"/>
              <a:endParaRPr lang="en-US"/>
            </a:p>
          </p:txBody>
        </p:sp>
        <p:sp>
          <p:nvSpPr>
            <p:cNvPr id="5250" name="Oval 218">
              <a:extLst>
                <a:ext uri="{FF2B5EF4-FFF2-40B4-BE49-F238E27FC236}">
                  <a16:creationId xmlns:a16="http://schemas.microsoft.com/office/drawing/2014/main" id="{695ED730-99A7-799A-349F-40ED622E29FB}"/>
                </a:ext>
              </a:extLst>
            </p:cNvPr>
            <p:cNvSpPr/>
            <p:nvPr/>
          </p:nvSpPr>
          <p:spPr>
            <a:xfrm>
              <a:off x="13832685" y="29478381"/>
              <a:ext cx="484610" cy="485463"/>
            </a:xfrm>
            <a:prstGeom prst="ellipse">
              <a:avLst/>
            </a:prstGeom>
            <a:noFill/>
            <a:ln w="2559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28346" tIns="14173" rIns="28346" bIns="14173" rtlCol="0" anchor="ctr"/>
            <a:lstStyle/>
            <a:p>
              <a:pPr algn="ctr"/>
              <a:endParaRPr lang="en-US"/>
            </a:p>
          </p:txBody>
        </p:sp>
        <p:sp>
          <p:nvSpPr>
            <p:cNvPr id="5251" name="Line">
              <a:extLst>
                <a:ext uri="{FF2B5EF4-FFF2-40B4-BE49-F238E27FC236}">
                  <a16:creationId xmlns:a16="http://schemas.microsoft.com/office/drawing/2014/main" id="{1DC9628B-0C04-E614-57AB-6EA72B3A3249}"/>
                </a:ext>
              </a:extLst>
            </p:cNvPr>
            <p:cNvSpPr/>
            <p:nvPr/>
          </p:nvSpPr>
          <p:spPr>
            <a:xfrm>
              <a:off x="14214378" y="29544490"/>
              <a:ext cx="2879303" cy="539740"/>
            </a:xfrm>
            <a:prstGeom prst="line">
              <a:avLst/>
            </a:prstGeom>
            <a:ln w="3937">
              <a:solidFill>
                <a:srgbClr val="FF0000"/>
              </a:solidFill>
              <a:prstDash val="solid"/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252" name="Oval 232">
              <a:extLst>
                <a:ext uri="{FF2B5EF4-FFF2-40B4-BE49-F238E27FC236}">
                  <a16:creationId xmlns:a16="http://schemas.microsoft.com/office/drawing/2014/main" id="{BBA27883-B82A-0C4D-4D30-DF0FAEE061AA}"/>
                </a:ext>
              </a:extLst>
            </p:cNvPr>
            <p:cNvSpPr/>
            <p:nvPr/>
          </p:nvSpPr>
          <p:spPr>
            <a:xfrm>
              <a:off x="19596585" y="30288578"/>
              <a:ext cx="484610" cy="485463"/>
            </a:xfrm>
            <a:prstGeom prst="ellipse">
              <a:avLst/>
            </a:prstGeom>
            <a:noFill/>
            <a:ln w="2559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28346" tIns="14173" rIns="28346" bIns="14173" rtlCol="0" anchor="ctr"/>
            <a:lstStyle/>
            <a:p>
              <a:pPr algn="ctr"/>
              <a:endParaRPr lang="en-US"/>
            </a:p>
          </p:txBody>
        </p:sp>
        <p:sp>
          <p:nvSpPr>
            <p:cNvPr id="5253" name="Oval 233">
              <a:extLst>
                <a:ext uri="{FF2B5EF4-FFF2-40B4-BE49-F238E27FC236}">
                  <a16:creationId xmlns:a16="http://schemas.microsoft.com/office/drawing/2014/main" id="{F06AA760-6722-28DF-09DA-9280153C3086}"/>
                </a:ext>
              </a:extLst>
            </p:cNvPr>
            <p:cNvSpPr/>
            <p:nvPr/>
          </p:nvSpPr>
          <p:spPr>
            <a:xfrm>
              <a:off x="21334467" y="30227379"/>
              <a:ext cx="484610" cy="485463"/>
            </a:xfrm>
            <a:prstGeom prst="ellipse">
              <a:avLst/>
            </a:prstGeom>
            <a:noFill/>
            <a:ln w="2559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28346" tIns="14173" rIns="28346" bIns="14173"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254" name="Connector 5253"/>
          <p:cNvCxnSpPr/>
          <p:nvPr/>
        </p:nvCxnSpPr>
        <p:spPr>
          <a:xfrm>
            <a:off x="1966031" y="9808008"/>
            <a:ext cx="0" cy="660746"/>
          </a:xfrm>
          <a:prstGeom prst="line">
            <a:avLst/>
          </a:prstGeom>
          <a:ln w="5080">
            <a:solidFill>
              <a:srgbClr val="9DC3E6"/>
            </a:solidFill>
            <a:prstDash val="dash"/>
          </a:ln>
        </p:spPr>
      </p:cxnSp>
      <p:cxnSp>
        <p:nvCxnSpPr>
          <p:cNvPr id="5255" name="Connector 5254"/>
          <p:cNvCxnSpPr/>
          <p:nvPr/>
        </p:nvCxnSpPr>
        <p:spPr>
          <a:xfrm>
            <a:off x="2133275" y="9808008"/>
            <a:ext cx="0" cy="660746"/>
          </a:xfrm>
          <a:prstGeom prst="line">
            <a:avLst/>
          </a:prstGeom>
          <a:ln w="5080">
            <a:solidFill>
              <a:srgbClr val="9DC3E6"/>
            </a:solidFill>
            <a:prstDash val="dash"/>
          </a:ln>
        </p:spPr>
      </p:cxnSp>
      <p:cxnSp>
        <p:nvCxnSpPr>
          <p:cNvPr id="5256" name="Connector 5255"/>
          <p:cNvCxnSpPr/>
          <p:nvPr/>
        </p:nvCxnSpPr>
        <p:spPr>
          <a:xfrm>
            <a:off x="2300519" y="9808008"/>
            <a:ext cx="0" cy="660746"/>
          </a:xfrm>
          <a:prstGeom prst="line">
            <a:avLst/>
          </a:prstGeom>
          <a:ln w="5080">
            <a:solidFill>
              <a:srgbClr val="9DC3E6"/>
            </a:solidFill>
            <a:prstDash val="dash"/>
          </a:ln>
        </p:spPr>
      </p:cxnSp>
      <p:cxnSp>
        <p:nvCxnSpPr>
          <p:cNvPr id="5257" name="Connector 5256"/>
          <p:cNvCxnSpPr/>
          <p:nvPr/>
        </p:nvCxnSpPr>
        <p:spPr>
          <a:xfrm>
            <a:off x="2467762" y="9808008"/>
            <a:ext cx="0" cy="660746"/>
          </a:xfrm>
          <a:prstGeom prst="line">
            <a:avLst/>
          </a:prstGeom>
          <a:ln w="5080">
            <a:solidFill>
              <a:srgbClr val="9DC3E6"/>
            </a:solidFill>
            <a:prstDash val="dash"/>
          </a:ln>
        </p:spPr>
      </p:cxnSp>
      <p:cxnSp>
        <p:nvCxnSpPr>
          <p:cNvPr id="5258" name="Connector 5257"/>
          <p:cNvCxnSpPr/>
          <p:nvPr/>
        </p:nvCxnSpPr>
        <p:spPr>
          <a:xfrm>
            <a:off x="2635006" y="9808008"/>
            <a:ext cx="0" cy="660746"/>
          </a:xfrm>
          <a:prstGeom prst="line">
            <a:avLst/>
          </a:prstGeom>
          <a:ln w="5080">
            <a:solidFill>
              <a:srgbClr val="9DC3E6"/>
            </a:solidFill>
            <a:prstDash val="dash"/>
          </a:ln>
        </p:spPr>
      </p:cxnSp>
      <p:cxnSp>
        <p:nvCxnSpPr>
          <p:cNvPr id="5259" name="Connector 5258"/>
          <p:cNvCxnSpPr/>
          <p:nvPr/>
        </p:nvCxnSpPr>
        <p:spPr>
          <a:xfrm>
            <a:off x="2802250" y="9808008"/>
            <a:ext cx="0" cy="660746"/>
          </a:xfrm>
          <a:prstGeom prst="line">
            <a:avLst/>
          </a:prstGeom>
          <a:ln w="5080">
            <a:solidFill>
              <a:srgbClr val="9DC3E6"/>
            </a:solidFill>
            <a:prstDash val="dash"/>
          </a:ln>
        </p:spPr>
      </p:cxnSp>
      <p:cxnSp>
        <p:nvCxnSpPr>
          <p:cNvPr id="5260" name="Connector 5259"/>
          <p:cNvCxnSpPr/>
          <p:nvPr/>
        </p:nvCxnSpPr>
        <p:spPr>
          <a:xfrm>
            <a:off x="2969494" y="9808008"/>
            <a:ext cx="0" cy="660746"/>
          </a:xfrm>
          <a:prstGeom prst="line">
            <a:avLst/>
          </a:prstGeom>
          <a:ln w="5080">
            <a:solidFill>
              <a:srgbClr val="9DC3E6"/>
            </a:solidFill>
            <a:prstDash val="dash"/>
          </a:ln>
        </p:spPr>
      </p:cxnSp>
      <p:cxnSp>
        <p:nvCxnSpPr>
          <p:cNvPr id="5261" name="Connector 5260"/>
          <p:cNvCxnSpPr/>
          <p:nvPr/>
        </p:nvCxnSpPr>
        <p:spPr>
          <a:xfrm>
            <a:off x="3136737" y="9808008"/>
            <a:ext cx="0" cy="660746"/>
          </a:xfrm>
          <a:prstGeom prst="line">
            <a:avLst/>
          </a:prstGeom>
          <a:ln w="5080">
            <a:solidFill>
              <a:srgbClr val="9DC3E6"/>
            </a:solidFill>
            <a:prstDash val="dash"/>
          </a:ln>
        </p:spPr>
      </p:cxnSp>
      <p:cxnSp>
        <p:nvCxnSpPr>
          <p:cNvPr id="5262" name="Connector 5261"/>
          <p:cNvCxnSpPr/>
          <p:nvPr/>
        </p:nvCxnSpPr>
        <p:spPr>
          <a:xfrm>
            <a:off x="3303981" y="9808008"/>
            <a:ext cx="0" cy="660746"/>
          </a:xfrm>
          <a:prstGeom prst="line">
            <a:avLst/>
          </a:prstGeom>
          <a:ln w="5080">
            <a:solidFill>
              <a:srgbClr val="9DC3E6"/>
            </a:solidFill>
            <a:prstDash val="dash"/>
          </a:ln>
        </p:spPr>
      </p:cxnSp>
      <p:cxnSp>
        <p:nvCxnSpPr>
          <p:cNvPr id="5263" name="Connector 5262"/>
          <p:cNvCxnSpPr/>
          <p:nvPr/>
        </p:nvCxnSpPr>
        <p:spPr>
          <a:xfrm>
            <a:off x="3471225" y="9808008"/>
            <a:ext cx="0" cy="660746"/>
          </a:xfrm>
          <a:prstGeom prst="line">
            <a:avLst/>
          </a:prstGeom>
          <a:ln w="5080">
            <a:solidFill>
              <a:srgbClr val="9DC3E6"/>
            </a:solidFill>
            <a:prstDash val="dash"/>
          </a:ln>
        </p:spPr>
      </p:cxnSp>
      <p:cxnSp>
        <p:nvCxnSpPr>
          <p:cNvPr id="5264" name="Connector 5263"/>
          <p:cNvCxnSpPr/>
          <p:nvPr/>
        </p:nvCxnSpPr>
        <p:spPr>
          <a:xfrm>
            <a:off x="3638469" y="9808008"/>
            <a:ext cx="0" cy="660746"/>
          </a:xfrm>
          <a:prstGeom prst="line">
            <a:avLst/>
          </a:prstGeom>
          <a:ln w="5080">
            <a:solidFill>
              <a:srgbClr val="9DC3E6"/>
            </a:solidFill>
            <a:prstDash val="dash"/>
          </a:ln>
        </p:spPr>
      </p:cxnSp>
      <p:cxnSp>
        <p:nvCxnSpPr>
          <p:cNvPr id="5265" name="Connector 5264"/>
          <p:cNvCxnSpPr/>
          <p:nvPr/>
        </p:nvCxnSpPr>
        <p:spPr>
          <a:xfrm>
            <a:off x="3805712" y="9808008"/>
            <a:ext cx="0" cy="660746"/>
          </a:xfrm>
          <a:prstGeom prst="line">
            <a:avLst/>
          </a:prstGeom>
          <a:ln w="5080">
            <a:solidFill>
              <a:srgbClr val="9DC3E6"/>
            </a:solidFill>
            <a:prstDash val="dash"/>
          </a:ln>
        </p:spPr>
      </p:cxnSp>
      <p:cxnSp>
        <p:nvCxnSpPr>
          <p:cNvPr id="5266" name="Connector 5265"/>
          <p:cNvCxnSpPr/>
          <p:nvPr/>
        </p:nvCxnSpPr>
        <p:spPr>
          <a:xfrm>
            <a:off x="3972956" y="9808008"/>
            <a:ext cx="0" cy="660746"/>
          </a:xfrm>
          <a:prstGeom prst="line">
            <a:avLst/>
          </a:prstGeom>
          <a:ln w="5080">
            <a:solidFill>
              <a:srgbClr val="9DC3E6"/>
            </a:solidFill>
            <a:prstDash val="dash"/>
          </a:ln>
        </p:spPr>
      </p:cxnSp>
      <p:cxnSp>
        <p:nvCxnSpPr>
          <p:cNvPr id="5267" name="Connector 5266"/>
          <p:cNvCxnSpPr/>
          <p:nvPr/>
        </p:nvCxnSpPr>
        <p:spPr>
          <a:xfrm>
            <a:off x="1798787" y="9973195"/>
            <a:ext cx="2341413" cy="0"/>
          </a:xfrm>
          <a:prstGeom prst="line">
            <a:avLst/>
          </a:prstGeom>
          <a:ln w="5080">
            <a:solidFill>
              <a:srgbClr val="9DC3E6"/>
            </a:solidFill>
            <a:prstDash val="dash"/>
          </a:ln>
        </p:spPr>
      </p:cxnSp>
      <p:cxnSp>
        <p:nvCxnSpPr>
          <p:cNvPr id="5268" name="Connector 5267"/>
          <p:cNvCxnSpPr/>
          <p:nvPr/>
        </p:nvCxnSpPr>
        <p:spPr>
          <a:xfrm>
            <a:off x="1798787" y="10138381"/>
            <a:ext cx="2341413" cy="0"/>
          </a:xfrm>
          <a:prstGeom prst="line">
            <a:avLst/>
          </a:prstGeom>
          <a:ln w="5080">
            <a:solidFill>
              <a:srgbClr val="9DC3E6"/>
            </a:solidFill>
            <a:prstDash val="dash"/>
          </a:ln>
        </p:spPr>
      </p:cxnSp>
      <p:cxnSp>
        <p:nvCxnSpPr>
          <p:cNvPr id="5269" name="Connector 5268"/>
          <p:cNvCxnSpPr/>
          <p:nvPr/>
        </p:nvCxnSpPr>
        <p:spPr>
          <a:xfrm>
            <a:off x="1798787" y="10303568"/>
            <a:ext cx="2341413" cy="0"/>
          </a:xfrm>
          <a:prstGeom prst="line">
            <a:avLst/>
          </a:prstGeom>
          <a:ln w="5080">
            <a:solidFill>
              <a:srgbClr val="9DC3E6"/>
            </a:solidFill>
            <a:prstDash val="dash"/>
          </a:ln>
        </p:spPr>
      </p:cxnSp>
      <p:sp>
        <p:nvSpPr>
          <p:cNvPr id="5270" name="Rectangle 5269"/>
          <p:cNvSpPr/>
          <p:nvPr/>
        </p:nvSpPr>
        <p:spPr>
          <a:xfrm>
            <a:off x="1890227" y="10578482"/>
            <a:ext cx="2341412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7030A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71" name="Rectangle 5270"/>
          <p:cNvSpPr/>
          <p:nvPr/>
        </p:nvSpPr>
        <p:spPr>
          <a:xfrm>
            <a:off x="1844507" y="10532762"/>
            <a:ext cx="2341412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7030A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72" name="Rectangle 5271"/>
          <p:cNvSpPr/>
          <p:nvPr/>
        </p:nvSpPr>
        <p:spPr>
          <a:xfrm>
            <a:off x="1798787" y="10487042"/>
            <a:ext cx="167243" cy="128015"/>
          </a:xfrm>
          <a:prstGeom prst="rect">
            <a:avLst/>
          </a:prstGeom>
          <a:solidFill>
            <a:srgbClr val="00A050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73" name="Rectangle 5272"/>
          <p:cNvSpPr/>
          <p:nvPr/>
        </p:nvSpPr>
        <p:spPr>
          <a:xfrm>
            <a:off x="1966031" y="10487042"/>
            <a:ext cx="167243" cy="128015"/>
          </a:xfrm>
          <a:prstGeom prst="rect">
            <a:avLst/>
          </a:prstGeom>
          <a:solidFill>
            <a:srgbClr val="00A050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74" name="Rectangle 5273"/>
          <p:cNvSpPr/>
          <p:nvPr/>
        </p:nvSpPr>
        <p:spPr>
          <a:xfrm>
            <a:off x="2133275" y="10487042"/>
            <a:ext cx="167243" cy="128015"/>
          </a:xfrm>
          <a:prstGeom prst="rect">
            <a:avLst/>
          </a:prstGeom>
          <a:solidFill>
            <a:srgbClr val="00A050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75" name="Rectangle 5274"/>
          <p:cNvSpPr/>
          <p:nvPr/>
        </p:nvSpPr>
        <p:spPr>
          <a:xfrm>
            <a:off x="2300519" y="10487042"/>
            <a:ext cx="167243" cy="128015"/>
          </a:xfrm>
          <a:prstGeom prst="rect">
            <a:avLst/>
          </a:prstGeom>
          <a:solidFill>
            <a:srgbClr val="00A050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76" name="Rectangle 5275"/>
          <p:cNvSpPr/>
          <p:nvPr/>
        </p:nvSpPr>
        <p:spPr>
          <a:xfrm>
            <a:off x="2467762" y="10487042"/>
            <a:ext cx="167243" cy="128015"/>
          </a:xfrm>
          <a:prstGeom prst="rect">
            <a:avLst/>
          </a:prstGeom>
          <a:solidFill>
            <a:srgbClr val="2F5597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77" name="Rectangle 5276"/>
          <p:cNvSpPr/>
          <p:nvPr/>
        </p:nvSpPr>
        <p:spPr>
          <a:xfrm>
            <a:off x="2635006" y="10487042"/>
            <a:ext cx="167243" cy="128015"/>
          </a:xfrm>
          <a:prstGeom prst="rect">
            <a:avLst/>
          </a:prstGeom>
          <a:solidFill>
            <a:srgbClr val="2F5597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78" name="Rectangle 5277"/>
          <p:cNvSpPr/>
          <p:nvPr/>
        </p:nvSpPr>
        <p:spPr>
          <a:xfrm>
            <a:off x="2802250" y="10487042"/>
            <a:ext cx="167243" cy="128015"/>
          </a:xfrm>
          <a:prstGeom prst="rect">
            <a:avLst/>
          </a:prstGeom>
          <a:solidFill>
            <a:srgbClr val="2F5597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79" name="Rectangle 5278"/>
          <p:cNvSpPr/>
          <p:nvPr/>
        </p:nvSpPr>
        <p:spPr>
          <a:xfrm>
            <a:off x="2969494" y="10487042"/>
            <a:ext cx="167243" cy="128015"/>
          </a:xfrm>
          <a:prstGeom prst="rect">
            <a:avLst/>
          </a:prstGeom>
          <a:solidFill>
            <a:srgbClr val="2F5597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80" name="Rectangle 5279"/>
          <p:cNvSpPr/>
          <p:nvPr/>
        </p:nvSpPr>
        <p:spPr>
          <a:xfrm>
            <a:off x="3136737" y="10487042"/>
            <a:ext cx="167243" cy="128015"/>
          </a:xfrm>
          <a:prstGeom prst="rect">
            <a:avLst/>
          </a:prstGeom>
          <a:solidFill>
            <a:srgbClr val="2F5597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81" name="Rectangle 5280"/>
          <p:cNvSpPr/>
          <p:nvPr/>
        </p:nvSpPr>
        <p:spPr>
          <a:xfrm>
            <a:off x="3303981" y="10487042"/>
            <a:ext cx="167243" cy="128015"/>
          </a:xfrm>
          <a:prstGeom prst="rect">
            <a:avLst/>
          </a:prstGeom>
          <a:solidFill>
            <a:srgbClr val="2F5597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82" name="Rectangle 5281"/>
          <p:cNvSpPr/>
          <p:nvPr/>
        </p:nvSpPr>
        <p:spPr>
          <a:xfrm>
            <a:off x="3471225" y="10487042"/>
            <a:ext cx="167243" cy="128015"/>
          </a:xfrm>
          <a:prstGeom prst="rect">
            <a:avLst/>
          </a:prstGeom>
          <a:solidFill>
            <a:srgbClr val="2F5597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83" name="Rectangle 5282"/>
          <p:cNvSpPr/>
          <p:nvPr/>
        </p:nvSpPr>
        <p:spPr>
          <a:xfrm>
            <a:off x="3638469" y="10487042"/>
            <a:ext cx="167243" cy="128015"/>
          </a:xfrm>
          <a:prstGeom prst="rect">
            <a:avLst/>
          </a:prstGeom>
          <a:solidFill>
            <a:srgbClr val="2F5597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84" name="Rectangle 5283"/>
          <p:cNvSpPr/>
          <p:nvPr/>
        </p:nvSpPr>
        <p:spPr>
          <a:xfrm>
            <a:off x="3805712" y="10487042"/>
            <a:ext cx="167243" cy="128015"/>
          </a:xfrm>
          <a:prstGeom prst="rect">
            <a:avLst/>
          </a:prstGeom>
          <a:solidFill>
            <a:srgbClr val="2F5597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85" name="Rectangle 5284"/>
          <p:cNvSpPr/>
          <p:nvPr/>
        </p:nvSpPr>
        <p:spPr>
          <a:xfrm>
            <a:off x="3972956" y="10487042"/>
            <a:ext cx="167243" cy="128015"/>
          </a:xfrm>
          <a:prstGeom prst="rect">
            <a:avLst/>
          </a:prstGeom>
          <a:solidFill>
            <a:srgbClr val="2F5597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86" name="Rectangle 5285"/>
          <p:cNvSpPr/>
          <p:nvPr/>
        </p:nvSpPr>
        <p:spPr>
          <a:xfrm>
            <a:off x="1798787" y="10615058"/>
            <a:ext cx="167243" cy="128015"/>
          </a:xfrm>
          <a:prstGeom prst="rect">
            <a:avLst/>
          </a:prstGeom>
          <a:solidFill>
            <a:srgbClr val="7F6A4F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87" name="Rectangle 5286"/>
          <p:cNvSpPr/>
          <p:nvPr/>
        </p:nvSpPr>
        <p:spPr>
          <a:xfrm>
            <a:off x="1966031" y="10615058"/>
            <a:ext cx="167243" cy="128015"/>
          </a:xfrm>
          <a:prstGeom prst="rect">
            <a:avLst/>
          </a:prstGeom>
          <a:solidFill>
            <a:srgbClr val="7F6A4F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88" name="Rectangle 5287"/>
          <p:cNvSpPr/>
          <p:nvPr/>
        </p:nvSpPr>
        <p:spPr>
          <a:xfrm>
            <a:off x="2133275" y="10615058"/>
            <a:ext cx="167243" cy="128015"/>
          </a:xfrm>
          <a:prstGeom prst="rect">
            <a:avLst/>
          </a:prstGeom>
          <a:solidFill>
            <a:srgbClr val="7F6A4F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89" name="Rectangle 5288"/>
          <p:cNvSpPr/>
          <p:nvPr/>
        </p:nvSpPr>
        <p:spPr>
          <a:xfrm>
            <a:off x="2300519" y="10615058"/>
            <a:ext cx="167243" cy="128015"/>
          </a:xfrm>
          <a:prstGeom prst="rect">
            <a:avLst/>
          </a:prstGeom>
          <a:solidFill>
            <a:srgbClr val="7F6A4F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90" name="Rectangle 5289"/>
          <p:cNvSpPr/>
          <p:nvPr/>
        </p:nvSpPr>
        <p:spPr>
          <a:xfrm>
            <a:off x="2467762" y="10615058"/>
            <a:ext cx="167243" cy="128015"/>
          </a:xfrm>
          <a:prstGeom prst="rect">
            <a:avLst/>
          </a:prstGeom>
          <a:solidFill>
            <a:srgbClr val="203864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91" name="Rectangle 5290"/>
          <p:cNvSpPr/>
          <p:nvPr/>
        </p:nvSpPr>
        <p:spPr>
          <a:xfrm>
            <a:off x="2635006" y="10615058"/>
            <a:ext cx="167243" cy="128015"/>
          </a:xfrm>
          <a:prstGeom prst="rect">
            <a:avLst/>
          </a:prstGeom>
          <a:solidFill>
            <a:srgbClr val="203864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92" name="Rectangle 5291"/>
          <p:cNvSpPr/>
          <p:nvPr/>
        </p:nvSpPr>
        <p:spPr>
          <a:xfrm>
            <a:off x="2802250" y="10615058"/>
            <a:ext cx="167243" cy="128015"/>
          </a:xfrm>
          <a:prstGeom prst="rect">
            <a:avLst/>
          </a:prstGeom>
          <a:solidFill>
            <a:srgbClr val="203864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93" name="Rectangle 5292"/>
          <p:cNvSpPr/>
          <p:nvPr/>
        </p:nvSpPr>
        <p:spPr>
          <a:xfrm>
            <a:off x="2969494" y="10615058"/>
            <a:ext cx="167243" cy="128015"/>
          </a:xfrm>
          <a:prstGeom prst="rect">
            <a:avLst/>
          </a:prstGeom>
          <a:solidFill>
            <a:srgbClr val="203864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94" name="Rectangle 5293"/>
          <p:cNvSpPr/>
          <p:nvPr/>
        </p:nvSpPr>
        <p:spPr>
          <a:xfrm>
            <a:off x="3136737" y="10615058"/>
            <a:ext cx="167243" cy="128015"/>
          </a:xfrm>
          <a:prstGeom prst="rect">
            <a:avLst/>
          </a:prstGeom>
          <a:solidFill>
            <a:srgbClr val="203864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95" name="Rectangle 5294"/>
          <p:cNvSpPr/>
          <p:nvPr/>
        </p:nvSpPr>
        <p:spPr>
          <a:xfrm>
            <a:off x="3303981" y="10615058"/>
            <a:ext cx="167243" cy="128015"/>
          </a:xfrm>
          <a:prstGeom prst="rect">
            <a:avLst/>
          </a:prstGeom>
          <a:solidFill>
            <a:srgbClr val="203864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96" name="Rectangle 5295"/>
          <p:cNvSpPr/>
          <p:nvPr/>
        </p:nvSpPr>
        <p:spPr>
          <a:xfrm>
            <a:off x="3471225" y="10615058"/>
            <a:ext cx="167243" cy="128015"/>
          </a:xfrm>
          <a:prstGeom prst="rect">
            <a:avLst/>
          </a:prstGeom>
          <a:solidFill>
            <a:srgbClr val="203864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97" name="Rectangle 5296"/>
          <p:cNvSpPr/>
          <p:nvPr/>
        </p:nvSpPr>
        <p:spPr>
          <a:xfrm>
            <a:off x="3638469" y="10615058"/>
            <a:ext cx="167243" cy="128015"/>
          </a:xfrm>
          <a:prstGeom prst="rect">
            <a:avLst/>
          </a:prstGeom>
          <a:solidFill>
            <a:srgbClr val="203864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98" name="Rectangle 5297"/>
          <p:cNvSpPr/>
          <p:nvPr/>
        </p:nvSpPr>
        <p:spPr>
          <a:xfrm>
            <a:off x="3805712" y="10615058"/>
            <a:ext cx="167243" cy="128015"/>
          </a:xfrm>
          <a:prstGeom prst="rect">
            <a:avLst/>
          </a:prstGeom>
          <a:solidFill>
            <a:srgbClr val="203864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99" name="Rectangle 5298"/>
          <p:cNvSpPr/>
          <p:nvPr/>
        </p:nvSpPr>
        <p:spPr>
          <a:xfrm>
            <a:off x="3972956" y="10615058"/>
            <a:ext cx="167243" cy="128015"/>
          </a:xfrm>
          <a:prstGeom prst="rect">
            <a:avLst/>
          </a:prstGeom>
          <a:solidFill>
            <a:srgbClr val="203864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00" name="Rectangle 5299"/>
          <p:cNvSpPr/>
          <p:nvPr/>
        </p:nvSpPr>
        <p:spPr>
          <a:xfrm>
            <a:off x="1798787" y="10743074"/>
            <a:ext cx="167243" cy="128015"/>
          </a:xfrm>
          <a:prstGeom prst="rect">
            <a:avLst/>
          </a:prstGeom>
          <a:solidFill>
            <a:srgbClr val="7F6A4F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01" name="Rectangle 5300"/>
          <p:cNvSpPr/>
          <p:nvPr/>
        </p:nvSpPr>
        <p:spPr>
          <a:xfrm>
            <a:off x="1966031" y="10743074"/>
            <a:ext cx="167243" cy="128015"/>
          </a:xfrm>
          <a:prstGeom prst="rect">
            <a:avLst/>
          </a:prstGeom>
          <a:solidFill>
            <a:srgbClr val="7F6A4F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02" name="Rectangle 5301"/>
          <p:cNvSpPr/>
          <p:nvPr/>
        </p:nvSpPr>
        <p:spPr>
          <a:xfrm>
            <a:off x="2133275" y="10743074"/>
            <a:ext cx="167243" cy="128015"/>
          </a:xfrm>
          <a:prstGeom prst="rect">
            <a:avLst/>
          </a:prstGeom>
          <a:solidFill>
            <a:srgbClr val="7F6A4F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03" name="Rectangle 5302"/>
          <p:cNvSpPr/>
          <p:nvPr/>
        </p:nvSpPr>
        <p:spPr>
          <a:xfrm>
            <a:off x="2300519" y="10743074"/>
            <a:ext cx="167243" cy="128015"/>
          </a:xfrm>
          <a:prstGeom prst="rect">
            <a:avLst/>
          </a:prstGeom>
          <a:solidFill>
            <a:srgbClr val="7F6A4F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04" name="Rectangle 5303"/>
          <p:cNvSpPr/>
          <p:nvPr/>
        </p:nvSpPr>
        <p:spPr>
          <a:xfrm>
            <a:off x="2467762" y="10743074"/>
            <a:ext cx="167243" cy="128015"/>
          </a:xfrm>
          <a:prstGeom prst="rect">
            <a:avLst/>
          </a:prstGeom>
          <a:solidFill>
            <a:srgbClr val="203864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05" name="Rectangle 5304"/>
          <p:cNvSpPr/>
          <p:nvPr/>
        </p:nvSpPr>
        <p:spPr>
          <a:xfrm>
            <a:off x="2635006" y="10743074"/>
            <a:ext cx="167243" cy="128015"/>
          </a:xfrm>
          <a:prstGeom prst="rect">
            <a:avLst/>
          </a:prstGeom>
          <a:solidFill>
            <a:srgbClr val="203864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06" name="Rectangle 5305"/>
          <p:cNvSpPr/>
          <p:nvPr/>
        </p:nvSpPr>
        <p:spPr>
          <a:xfrm>
            <a:off x="2802250" y="10743074"/>
            <a:ext cx="167243" cy="128015"/>
          </a:xfrm>
          <a:prstGeom prst="rect">
            <a:avLst/>
          </a:prstGeom>
          <a:solidFill>
            <a:srgbClr val="203864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07" name="Rectangle 5306"/>
          <p:cNvSpPr/>
          <p:nvPr/>
        </p:nvSpPr>
        <p:spPr>
          <a:xfrm>
            <a:off x="2969494" y="10743074"/>
            <a:ext cx="167243" cy="128015"/>
          </a:xfrm>
          <a:prstGeom prst="rect">
            <a:avLst/>
          </a:prstGeom>
          <a:solidFill>
            <a:srgbClr val="203864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08" name="Rectangle 5307"/>
          <p:cNvSpPr/>
          <p:nvPr/>
        </p:nvSpPr>
        <p:spPr>
          <a:xfrm>
            <a:off x="3136737" y="10743074"/>
            <a:ext cx="167243" cy="128015"/>
          </a:xfrm>
          <a:prstGeom prst="rect">
            <a:avLst/>
          </a:prstGeom>
          <a:solidFill>
            <a:srgbClr val="203864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09" name="Rectangle 5308"/>
          <p:cNvSpPr/>
          <p:nvPr/>
        </p:nvSpPr>
        <p:spPr>
          <a:xfrm>
            <a:off x="3303981" y="10743074"/>
            <a:ext cx="167243" cy="128015"/>
          </a:xfrm>
          <a:prstGeom prst="rect">
            <a:avLst/>
          </a:prstGeom>
          <a:solidFill>
            <a:srgbClr val="203864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10" name="Rectangle 5309"/>
          <p:cNvSpPr/>
          <p:nvPr/>
        </p:nvSpPr>
        <p:spPr>
          <a:xfrm>
            <a:off x="3471225" y="10743074"/>
            <a:ext cx="167243" cy="128015"/>
          </a:xfrm>
          <a:prstGeom prst="rect">
            <a:avLst/>
          </a:prstGeom>
          <a:solidFill>
            <a:srgbClr val="203864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11" name="Rectangle 5310"/>
          <p:cNvSpPr/>
          <p:nvPr/>
        </p:nvSpPr>
        <p:spPr>
          <a:xfrm>
            <a:off x="3638469" y="10743074"/>
            <a:ext cx="167243" cy="128015"/>
          </a:xfrm>
          <a:prstGeom prst="rect">
            <a:avLst/>
          </a:prstGeom>
          <a:solidFill>
            <a:srgbClr val="203864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12" name="Rectangle 5311"/>
          <p:cNvSpPr/>
          <p:nvPr/>
        </p:nvSpPr>
        <p:spPr>
          <a:xfrm>
            <a:off x="3805712" y="10743074"/>
            <a:ext cx="167243" cy="128015"/>
          </a:xfrm>
          <a:prstGeom prst="rect">
            <a:avLst/>
          </a:prstGeom>
          <a:solidFill>
            <a:srgbClr val="203864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13" name="Rectangle 5312"/>
          <p:cNvSpPr/>
          <p:nvPr/>
        </p:nvSpPr>
        <p:spPr>
          <a:xfrm>
            <a:off x="3972956" y="10743074"/>
            <a:ext cx="167243" cy="128015"/>
          </a:xfrm>
          <a:prstGeom prst="rect">
            <a:avLst/>
          </a:prstGeom>
          <a:solidFill>
            <a:srgbClr val="203864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14" name="Rectangle 5313"/>
          <p:cNvSpPr/>
          <p:nvPr/>
        </p:nvSpPr>
        <p:spPr>
          <a:xfrm>
            <a:off x="3972956" y="10487042"/>
            <a:ext cx="167243" cy="57607"/>
          </a:xfrm>
          <a:prstGeom prst="rect">
            <a:avLst/>
          </a:prstGeom>
          <a:solidFill>
            <a:srgbClr val="FFFFFF"/>
          </a:solidFill>
          <a:ln w="5080">
            <a:solidFill>
              <a:srgbClr val="9DC3E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15" name="Rectangle 5314"/>
          <p:cNvSpPr/>
          <p:nvPr/>
        </p:nvSpPr>
        <p:spPr>
          <a:xfrm>
            <a:off x="1798787" y="10487042"/>
            <a:ext cx="2341412" cy="384048"/>
          </a:xfrm>
          <a:prstGeom prst="rect">
            <a:avLst/>
          </a:prstGeom>
          <a:noFill/>
          <a:ln w="15875">
            <a:solidFill>
              <a:srgbClr val="7030A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16" name="TextBox 5315"/>
          <p:cNvSpPr txBox="1"/>
          <p:nvPr/>
        </p:nvSpPr>
        <p:spPr>
          <a:xfrm>
            <a:off x="4304792" y="10441322"/>
            <a:ext cx="1097280" cy="45720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800" b="0" i="1">
                <a:solidFill>
                  <a:srgbClr val="7030A0"/>
                </a:solidFill>
                <a:latin typeface="Helvetica Neue"/>
              </a:rPr>
              <a:t>CMIP6 ESMs</a:t>
            </a:r>
          </a:p>
          <a:p>
            <a:pPr algn="l"/>
            <a:r>
              <a:rPr sz="800" b="0" i="1">
                <a:solidFill>
                  <a:srgbClr val="7030A0"/>
                </a:solidFill>
                <a:latin typeface="Helvetica Neue"/>
              </a:rPr>
              <a:t>(multi-model)</a:t>
            </a:r>
          </a:p>
        </p:txBody>
      </p:sp>
      <p:sp>
        <p:nvSpPr>
          <p:cNvPr id="5317" name="TextBox 5316"/>
          <p:cNvSpPr txBox="1"/>
          <p:nvPr/>
        </p:nvSpPr>
        <p:spPr>
          <a:xfrm>
            <a:off x="4352798" y="10059011"/>
            <a:ext cx="1280160" cy="32918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700" b="0" i="1">
                <a:solidFill>
                  <a:srgbClr val="7030A0"/>
                </a:solidFill>
                <a:latin typeface="Helvetica Neue"/>
              </a:rPr>
              <a:t>other human =</a:t>
            </a:r>
          </a:p>
          <a:p>
            <a:pPr algn="l"/>
            <a:r>
              <a:rPr sz="700" b="0" i="1">
                <a:solidFill>
                  <a:srgbClr val="7030A0"/>
                </a:solidFill>
                <a:latin typeface="Helvetica Neue"/>
              </a:rPr>
              <a:t>ALL − NAT − GHG</a:t>
            </a:r>
          </a:p>
        </p:txBody>
      </p:sp>
      <p:sp>
        <p:nvSpPr>
          <p:cNvPr id="27" name="Freeform 26"/>
          <p:cNvSpPr/>
          <p:nvPr/>
        </p:nvSpPr>
        <p:spPr>
          <a:xfrm>
            <a:off x="5276088" y="9662448"/>
            <a:ext cx="1600200" cy="366479"/>
          </a:xfrm>
          <a:custGeom>
            <a:avLst/>
            <a:gdLst/>
            <a:ahLst/>
            <a:cxnLst/>
            <a:rect l="l" t="t" r="r" b="b"/>
            <a:pathLst>
              <a:path w="1600200" h="366479">
                <a:moveTo>
                  <a:pt x="0" y="298027"/>
                </a:moveTo>
                <a:lnTo>
                  <a:pt x="27122" y="285830"/>
                </a:lnTo>
                <a:lnTo>
                  <a:pt x="54244" y="302500"/>
                </a:lnTo>
                <a:lnTo>
                  <a:pt x="81366" y="283668"/>
                </a:lnTo>
                <a:lnTo>
                  <a:pt x="108488" y="323576"/>
                </a:lnTo>
                <a:lnTo>
                  <a:pt x="135610" y="270911"/>
                </a:lnTo>
                <a:lnTo>
                  <a:pt x="162732" y="285412"/>
                </a:lnTo>
                <a:lnTo>
                  <a:pt x="189854" y="275594"/>
                </a:lnTo>
                <a:lnTo>
                  <a:pt x="216976" y="263204"/>
                </a:lnTo>
                <a:lnTo>
                  <a:pt x="244098" y="268562"/>
                </a:lnTo>
                <a:lnTo>
                  <a:pt x="271220" y="272836"/>
                </a:lnTo>
                <a:lnTo>
                  <a:pt x="298342" y="312811"/>
                </a:lnTo>
                <a:lnTo>
                  <a:pt x="325464" y="307110"/>
                </a:lnTo>
                <a:lnTo>
                  <a:pt x="352586" y="311939"/>
                </a:lnTo>
                <a:lnTo>
                  <a:pt x="379708" y="300409"/>
                </a:lnTo>
                <a:lnTo>
                  <a:pt x="406830" y="360155"/>
                </a:lnTo>
                <a:lnTo>
                  <a:pt x="433952" y="366479"/>
                </a:lnTo>
                <a:lnTo>
                  <a:pt x="461074" y="337634"/>
                </a:lnTo>
                <a:lnTo>
                  <a:pt x="488196" y="305437"/>
                </a:lnTo>
                <a:lnTo>
                  <a:pt x="515318" y="296461"/>
                </a:lnTo>
                <a:lnTo>
                  <a:pt x="542440" y="312356"/>
                </a:lnTo>
                <a:lnTo>
                  <a:pt x="569562" y="307872"/>
                </a:lnTo>
                <a:lnTo>
                  <a:pt x="596684" y="299710"/>
                </a:lnTo>
                <a:lnTo>
                  <a:pt x="623806" y="359091"/>
                </a:lnTo>
                <a:lnTo>
                  <a:pt x="650928" y="336418"/>
                </a:lnTo>
                <a:lnTo>
                  <a:pt x="678050" y="320598"/>
                </a:lnTo>
                <a:lnTo>
                  <a:pt x="705172" y="307172"/>
                </a:lnTo>
                <a:lnTo>
                  <a:pt x="732294" y="272634"/>
                </a:lnTo>
                <a:lnTo>
                  <a:pt x="759416" y="286333"/>
                </a:lnTo>
                <a:lnTo>
                  <a:pt x="786538" y="253247"/>
                </a:lnTo>
                <a:lnTo>
                  <a:pt x="813661" y="234592"/>
                </a:lnTo>
                <a:lnTo>
                  <a:pt x="840783" y="218360"/>
                </a:lnTo>
                <a:lnTo>
                  <a:pt x="867905" y="211118"/>
                </a:lnTo>
                <a:lnTo>
                  <a:pt x="895027" y="184664"/>
                </a:lnTo>
                <a:lnTo>
                  <a:pt x="922149" y="142654"/>
                </a:lnTo>
                <a:lnTo>
                  <a:pt x="949271" y="170152"/>
                </a:lnTo>
                <a:lnTo>
                  <a:pt x="976393" y="199582"/>
                </a:lnTo>
                <a:lnTo>
                  <a:pt x="1003515" y="186499"/>
                </a:lnTo>
                <a:lnTo>
                  <a:pt x="1030637" y="131659"/>
                </a:lnTo>
                <a:lnTo>
                  <a:pt x="1057759" y="147436"/>
                </a:lnTo>
                <a:lnTo>
                  <a:pt x="1084881" y="160678"/>
                </a:lnTo>
                <a:lnTo>
                  <a:pt x="1112003" y="176224"/>
                </a:lnTo>
                <a:lnTo>
                  <a:pt x="1139125" y="193496"/>
                </a:lnTo>
                <a:lnTo>
                  <a:pt x="1166247" y="201388"/>
                </a:lnTo>
                <a:lnTo>
                  <a:pt x="1193369" y="104082"/>
                </a:lnTo>
                <a:lnTo>
                  <a:pt x="1220491" y="131860"/>
                </a:lnTo>
                <a:lnTo>
                  <a:pt x="1247613" y="157400"/>
                </a:lnTo>
                <a:lnTo>
                  <a:pt x="1274735" y="145810"/>
                </a:lnTo>
                <a:lnTo>
                  <a:pt x="1301857" y="110687"/>
                </a:lnTo>
                <a:lnTo>
                  <a:pt x="1328979" y="131810"/>
                </a:lnTo>
                <a:lnTo>
                  <a:pt x="1356101" y="132016"/>
                </a:lnTo>
                <a:lnTo>
                  <a:pt x="1383223" y="111994"/>
                </a:lnTo>
                <a:lnTo>
                  <a:pt x="1410345" y="73901"/>
                </a:lnTo>
                <a:lnTo>
                  <a:pt x="1437467" y="98749"/>
                </a:lnTo>
                <a:lnTo>
                  <a:pt x="1464589" y="73819"/>
                </a:lnTo>
                <a:lnTo>
                  <a:pt x="1491711" y="14540"/>
                </a:lnTo>
                <a:lnTo>
                  <a:pt x="1518833" y="44291"/>
                </a:lnTo>
                <a:lnTo>
                  <a:pt x="1545955" y="63259"/>
                </a:lnTo>
                <a:lnTo>
                  <a:pt x="1573077" y="32520"/>
                </a:lnTo>
                <a:lnTo>
                  <a:pt x="1600200" y="0"/>
                </a:lnTo>
              </a:path>
            </a:pathLst>
          </a:custGeom>
          <a:noFill/>
          <a:ln w="5715">
            <a:solidFill>
              <a:srgbClr val="7030A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Freeform 27"/>
          <p:cNvSpPr/>
          <p:nvPr/>
        </p:nvSpPr>
        <p:spPr>
          <a:xfrm>
            <a:off x="5276088" y="9664440"/>
            <a:ext cx="1600200" cy="327678"/>
          </a:xfrm>
          <a:custGeom>
            <a:avLst/>
            <a:gdLst/>
            <a:ahLst/>
            <a:cxnLst/>
            <a:rect l="l" t="t" r="r" b="b"/>
            <a:pathLst>
              <a:path w="1600200" h="327678">
                <a:moveTo>
                  <a:pt x="0" y="296035"/>
                </a:moveTo>
                <a:lnTo>
                  <a:pt x="27122" y="310378"/>
                </a:lnTo>
                <a:lnTo>
                  <a:pt x="54244" y="320050"/>
                </a:lnTo>
                <a:lnTo>
                  <a:pt x="81366" y="308131"/>
                </a:lnTo>
                <a:lnTo>
                  <a:pt x="108488" y="271454"/>
                </a:lnTo>
                <a:lnTo>
                  <a:pt x="135610" y="288592"/>
                </a:lnTo>
                <a:lnTo>
                  <a:pt x="162732" y="317995"/>
                </a:lnTo>
                <a:lnTo>
                  <a:pt x="189854" y="327678"/>
                </a:lnTo>
                <a:lnTo>
                  <a:pt x="216976" y="268632"/>
                </a:lnTo>
                <a:lnTo>
                  <a:pt x="244098" y="285903"/>
                </a:lnTo>
                <a:lnTo>
                  <a:pt x="271220" y="316533"/>
                </a:lnTo>
                <a:lnTo>
                  <a:pt x="298342" y="312247"/>
                </a:lnTo>
                <a:lnTo>
                  <a:pt x="325464" y="293968"/>
                </a:lnTo>
                <a:lnTo>
                  <a:pt x="352586" y="282522"/>
                </a:lnTo>
                <a:lnTo>
                  <a:pt x="379708" y="235430"/>
                </a:lnTo>
                <a:lnTo>
                  <a:pt x="406830" y="257653"/>
                </a:lnTo>
                <a:lnTo>
                  <a:pt x="433952" y="303891"/>
                </a:lnTo>
                <a:lnTo>
                  <a:pt x="461074" y="254238"/>
                </a:lnTo>
                <a:lnTo>
                  <a:pt x="488196" y="253903"/>
                </a:lnTo>
                <a:lnTo>
                  <a:pt x="515318" y="252216"/>
                </a:lnTo>
                <a:lnTo>
                  <a:pt x="542440" y="274449"/>
                </a:lnTo>
                <a:lnTo>
                  <a:pt x="569562" y="295402"/>
                </a:lnTo>
                <a:lnTo>
                  <a:pt x="596684" y="241181"/>
                </a:lnTo>
                <a:lnTo>
                  <a:pt x="623806" y="284672"/>
                </a:lnTo>
                <a:lnTo>
                  <a:pt x="650928" y="286805"/>
                </a:lnTo>
                <a:lnTo>
                  <a:pt x="678050" y="299662"/>
                </a:lnTo>
                <a:lnTo>
                  <a:pt x="705172" y="240936"/>
                </a:lnTo>
                <a:lnTo>
                  <a:pt x="732294" y="231999"/>
                </a:lnTo>
                <a:lnTo>
                  <a:pt x="759416" y="250586"/>
                </a:lnTo>
                <a:lnTo>
                  <a:pt x="786538" y="224306"/>
                </a:lnTo>
                <a:lnTo>
                  <a:pt x="813661" y="175783"/>
                </a:lnTo>
                <a:lnTo>
                  <a:pt x="840783" y="217315"/>
                </a:lnTo>
                <a:lnTo>
                  <a:pt x="867905" y="238382"/>
                </a:lnTo>
                <a:lnTo>
                  <a:pt x="895027" y="216483"/>
                </a:lnTo>
                <a:lnTo>
                  <a:pt x="922149" y="205000"/>
                </a:lnTo>
                <a:lnTo>
                  <a:pt x="949271" y="230222"/>
                </a:lnTo>
                <a:lnTo>
                  <a:pt x="976393" y="230482"/>
                </a:lnTo>
                <a:lnTo>
                  <a:pt x="1003515" y="212646"/>
                </a:lnTo>
                <a:lnTo>
                  <a:pt x="1030637" y="177264"/>
                </a:lnTo>
                <a:lnTo>
                  <a:pt x="1057759" y="212152"/>
                </a:lnTo>
                <a:lnTo>
                  <a:pt x="1084881" y="176344"/>
                </a:lnTo>
                <a:lnTo>
                  <a:pt x="1112003" y="156133"/>
                </a:lnTo>
                <a:lnTo>
                  <a:pt x="1139125" y="102308"/>
                </a:lnTo>
                <a:lnTo>
                  <a:pt x="1166247" y="178434"/>
                </a:lnTo>
                <a:lnTo>
                  <a:pt x="1193369" y="169629"/>
                </a:lnTo>
                <a:lnTo>
                  <a:pt x="1220491" y="162509"/>
                </a:lnTo>
                <a:lnTo>
                  <a:pt x="1247613" y="106686"/>
                </a:lnTo>
                <a:lnTo>
                  <a:pt x="1274735" y="137834"/>
                </a:lnTo>
                <a:lnTo>
                  <a:pt x="1301857" y="137434"/>
                </a:lnTo>
                <a:lnTo>
                  <a:pt x="1328979" y="113230"/>
                </a:lnTo>
                <a:lnTo>
                  <a:pt x="1356101" y="85978"/>
                </a:lnTo>
                <a:lnTo>
                  <a:pt x="1383223" y="69045"/>
                </a:lnTo>
                <a:lnTo>
                  <a:pt x="1410345" y="100297"/>
                </a:lnTo>
                <a:lnTo>
                  <a:pt x="1437467" y="32867"/>
                </a:lnTo>
                <a:lnTo>
                  <a:pt x="1464589" y="55781"/>
                </a:lnTo>
                <a:lnTo>
                  <a:pt x="1491711" y="36588"/>
                </a:lnTo>
                <a:lnTo>
                  <a:pt x="1518833" y="7674"/>
                </a:lnTo>
                <a:lnTo>
                  <a:pt x="1545955" y="19890"/>
                </a:lnTo>
                <a:lnTo>
                  <a:pt x="1573077" y="0"/>
                </a:lnTo>
                <a:lnTo>
                  <a:pt x="1600200" y="36269"/>
                </a:lnTo>
              </a:path>
            </a:pathLst>
          </a:custGeom>
          <a:noFill/>
          <a:ln w="5715">
            <a:solidFill>
              <a:srgbClr val="7030A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Freeform 28"/>
          <p:cNvSpPr/>
          <p:nvPr/>
        </p:nvSpPr>
        <p:spPr>
          <a:xfrm>
            <a:off x="5276088" y="9665829"/>
            <a:ext cx="1600200" cy="315261"/>
          </a:xfrm>
          <a:custGeom>
            <a:avLst/>
            <a:gdLst/>
            <a:ahLst/>
            <a:cxnLst/>
            <a:rect l="l" t="t" r="r" b="b"/>
            <a:pathLst>
              <a:path w="1600200" h="315261">
                <a:moveTo>
                  <a:pt x="0" y="294646"/>
                </a:moveTo>
                <a:lnTo>
                  <a:pt x="27122" y="315261"/>
                </a:lnTo>
                <a:lnTo>
                  <a:pt x="54244" y="300807"/>
                </a:lnTo>
                <a:lnTo>
                  <a:pt x="81366" y="299632"/>
                </a:lnTo>
                <a:lnTo>
                  <a:pt x="108488" y="299475"/>
                </a:lnTo>
                <a:lnTo>
                  <a:pt x="135610" y="288663"/>
                </a:lnTo>
                <a:lnTo>
                  <a:pt x="162732" y="273286"/>
                </a:lnTo>
                <a:lnTo>
                  <a:pt x="189854" y="275589"/>
                </a:lnTo>
                <a:lnTo>
                  <a:pt x="216976" y="276805"/>
                </a:lnTo>
                <a:lnTo>
                  <a:pt x="244098" y="309927"/>
                </a:lnTo>
                <a:lnTo>
                  <a:pt x="271220" y="286344"/>
                </a:lnTo>
                <a:lnTo>
                  <a:pt x="298342" y="294159"/>
                </a:lnTo>
                <a:lnTo>
                  <a:pt x="325464" y="265264"/>
                </a:lnTo>
                <a:lnTo>
                  <a:pt x="352586" y="239090"/>
                </a:lnTo>
                <a:lnTo>
                  <a:pt x="379708" y="296217"/>
                </a:lnTo>
                <a:lnTo>
                  <a:pt x="406830" y="255535"/>
                </a:lnTo>
                <a:lnTo>
                  <a:pt x="433952" y="280446"/>
                </a:lnTo>
                <a:lnTo>
                  <a:pt x="461074" y="303285"/>
                </a:lnTo>
                <a:lnTo>
                  <a:pt x="488196" y="295762"/>
                </a:lnTo>
                <a:lnTo>
                  <a:pt x="515318" y="276796"/>
                </a:lnTo>
                <a:lnTo>
                  <a:pt x="542440" y="246438"/>
                </a:lnTo>
                <a:lnTo>
                  <a:pt x="569562" y="181577"/>
                </a:lnTo>
                <a:lnTo>
                  <a:pt x="596684" y="248444"/>
                </a:lnTo>
                <a:lnTo>
                  <a:pt x="623806" y="259690"/>
                </a:lnTo>
                <a:lnTo>
                  <a:pt x="650928" y="246348"/>
                </a:lnTo>
                <a:lnTo>
                  <a:pt x="678050" y="259465"/>
                </a:lnTo>
                <a:lnTo>
                  <a:pt x="705172" y="295350"/>
                </a:lnTo>
                <a:lnTo>
                  <a:pt x="732294" y="277843"/>
                </a:lnTo>
                <a:lnTo>
                  <a:pt x="759416" y="260503"/>
                </a:lnTo>
                <a:lnTo>
                  <a:pt x="786538" y="237712"/>
                </a:lnTo>
                <a:lnTo>
                  <a:pt x="813661" y="241688"/>
                </a:lnTo>
                <a:lnTo>
                  <a:pt x="840783" y="198475"/>
                </a:lnTo>
                <a:lnTo>
                  <a:pt x="867905" y="198714"/>
                </a:lnTo>
                <a:lnTo>
                  <a:pt x="895027" y="182264"/>
                </a:lnTo>
                <a:lnTo>
                  <a:pt x="922149" y="215726"/>
                </a:lnTo>
                <a:lnTo>
                  <a:pt x="949271" y="271496"/>
                </a:lnTo>
                <a:lnTo>
                  <a:pt x="976393" y="219213"/>
                </a:lnTo>
                <a:lnTo>
                  <a:pt x="1003515" y="195798"/>
                </a:lnTo>
                <a:lnTo>
                  <a:pt x="1030637" y="170712"/>
                </a:lnTo>
                <a:lnTo>
                  <a:pt x="1057759" y="166636"/>
                </a:lnTo>
                <a:lnTo>
                  <a:pt x="1084881" y="172828"/>
                </a:lnTo>
                <a:lnTo>
                  <a:pt x="1112003" y="172061"/>
                </a:lnTo>
                <a:lnTo>
                  <a:pt x="1139125" y="137076"/>
                </a:lnTo>
                <a:lnTo>
                  <a:pt x="1166247" y="157264"/>
                </a:lnTo>
                <a:lnTo>
                  <a:pt x="1193369" y="154585"/>
                </a:lnTo>
                <a:lnTo>
                  <a:pt x="1220491" y="143478"/>
                </a:lnTo>
                <a:lnTo>
                  <a:pt x="1247613" y="124544"/>
                </a:lnTo>
                <a:lnTo>
                  <a:pt x="1274735" y="63039"/>
                </a:lnTo>
                <a:lnTo>
                  <a:pt x="1301857" y="90942"/>
                </a:lnTo>
                <a:lnTo>
                  <a:pt x="1328979" y="27933"/>
                </a:lnTo>
                <a:lnTo>
                  <a:pt x="1356101" y="45634"/>
                </a:lnTo>
                <a:lnTo>
                  <a:pt x="1383223" y="56072"/>
                </a:lnTo>
                <a:lnTo>
                  <a:pt x="1410345" y="70020"/>
                </a:lnTo>
                <a:lnTo>
                  <a:pt x="1437467" y="40659"/>
                </a:lnTo>
                <a:lnTo>
                  <a:pt x="1464589" y="0"/>
                </a:lnTo>
                <a:lnTo>
                  <a:pt x="1491711" y="35864"/>
                </a:lnTo>
                <a:lnTo>
                  <a:pt x="1518833" y="33573"/>
                </a:lnTo>
                <a:lnTo>
                  <a:pt x="1545955" y="31716"/>
                </a:lnTo>
                <a:lnTo>
                  <a:pt x="1573077" y="33722"/>
                </a:lnTo>
                <a:lnTo>
                  <a:pt x="1600200" y="41707"/>
                </a:lnTo>
              </a:path>
            </a:pathLst>
          </a:custGeom>
          <a:noFill/>
          <a:ln w="5715">
            <a:solidFill>
              <a:srgbClr val="7030A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Freeform 29"/>
          <p:cNvSpPr/>
          <p:nvPr/>
        </p:nvSpPr>
        <p:spPr>
          <a:xfrm>
            <a:off x="5276088" y="9649693"/>
            <a:ext cx="1600200" cy="347843"/>
          </a:xfrm>
          <a:custGeom>
            <a:avLst/>
            <a:gdLst/>
            <a:ahLst/>
            <a:cxnLst/>
            <a:rect l="l" t="t" r="r" b="b"/>
            <a:pathLst>
              <a:path w="1600200" h="347843">
                <a:moveTo>
                  <a:pt x="0" y="310782"/>
                </a:moveTo>
                <a:lnTo>
                  <a:pt x="27122" y="308128"/>
                </a:lnTo>
                <a:lnTo>
                  <a:pt x="54244" y="329211"/>
                </a:lnTo>
                <a:lnTo>
                  <a:pt x="81366" y="299230"/>
                </a:lnTo>
                <a:lnTo>
                  <a:pt x="108488" y="326545"/>
                </a:lnTo>
                <a:lnTo>
                  <a:pt x="135610" y="347843"/>
                </a:lnTo>
                <a:lnTo>
                  <a:pt x="162732" y="319061"/>
                </a:lnTo>
                <a:lnTo>
                  <a:pt x="189854" y="281265"/>
                </a:lnTo>
                <a:lnTo>
                  <a:pt x="216976" y="259225"/>
                </a:lnTo>
                <a:lnTo>
                  <a:pt x="244098" y="243503"/>
                </a:lnTo>
                <a:lnTo>
                  <a:pt x="271220" y="257322"/>
                </a:lnTo>
                <a:lnTo>
                  <a:pt x="298342" y="283786"/>
                </a:lnTo>
                <a:lnTo>
                  <a:pt x="325464" y="275797"/>
                </a:lnTo>
                <a:lnTo>
                  <a:pt x="352586" y="270209"/>
                </a:lnTo>
                <a:lnTo>
                  <a:pt x="379708" y="278870"/>
                </a:lnTo>
                <a:lnTo>
                  <a:pt x="406830" y="302298"/>
                </a:lnTo>
                <a:lnTo>
                  <a:pt x="433952" y="302371"/>
                </a:lnTo>
                <a:lnTo>
                  <a:pt x="461074" y="290312"/>
                </a:lnTo>
                <a:lnTo>
                  <a:pt x="488196" y="317512"/>
                </a:lnTo>
                <a:lnTo>
                  <a:pt x="515318" y="312875"/>
                </a:lnTo>
                <a:lnTo>
                  <a:pt x="542440" y="330194"/>
                </a:lnTo>
                <a:lnTo>
                  <a:pt x="569562" y="264456"/>
                </a:lnTo>
                <a:lnTo>
                  <a:pt x="596684" y="250266"/>
                </a:lnTo>
                <a:lnTo>
                  <a:pt x="623806" y="261591"/>
                </a:lnTo>
                <a:lnTo>
                  <a:pt x="650928" y="239527"/>
                </a:lnTo>
                <a:lnTo>
                  <a:pt x="678050" y="244128"/>
                </a:lnTo>
                <a:lnTo>
                  <a:pt x="705172" y="263304"/>
                </a:lnTo>
                <a:lnTo>
                  <a:pt x="732294" y="258657"/>
                </a:lnTo>
                <a:lnTo>
                  <a:pt x="759416" y="258055"/>
                </a:lnTo>
                <a:lnTo>
                  <a:pt x="786538" y="161465"/>
                </a:lnTo>
                <a:lnTo>
                  <a:pt x="813661" y="217245"/>
                </a:lnTo>
                <a:lnTo>
                  <a:pt x="840783" y="293649"/>
                </a:lnTo>
                <a:lnTo>
                  <a:pt x="867905" y="248575"/>
                </a:lnTo>
                <a:lnTo>
                  <a:pt x="895027" y="271659"/>
                </a:lnTo>
                <a:lnTo>
                  <a:pt x="922149" y="285049"/>
                </a:lnTo>
                <a:lnTo>
                  <a:pt x="949271" y="221834"/>
                </a:lnTo>
                <a:lnTo>
                  <a:pt x="976393" y="237708"/>
                </a:lnTo>
                <a:lnTo>
                  <a:pt x="1003515" y="255479"/>
                </a:lnTo>
                <a:lnTo>
                  <a:pt x="1030637" y="230009"/>
                </a:lnTo>
                <a:lnTo>
                  <a:pt x="1057759" y="244153"/>
                </a:lnTo>
                <a:lnTo>
                  <a:pt x="1084881" y="199701"/>
                </a:lnTo>
                <a:lnTo>
                  <a:pt x="1112003" y="208584"/>
                </a:lnTo>
                <a:lnTo>
                  <a:pt x="1139125" y="188806"/>
                </a:lnTo>
                <a:lnTo>
                  <a:pt x="1166247" y="138632"/>
                </a:lnTo>
                <a:lnTo>
                  <a:pt x="1193369" y="92599"/>
                </a:lnTo>
                <a:lnTo>
                  <a:pt x="1220491" y="169046"/>
                </a:lnTo>
                <a:lnTo>
                  <a:pt x="1247613" y="167470"/>
                </a:lnTo>
                <a:lnTo>
                  <a:pt x="1274735" y="160840"/>
                </a:lnTo>
                <a:lnTo>
                  <a:pt x="1301857" y="121968"/>
                </a:lnTo>
                <a:lnTo>
                  <a:pt x="1328979" y="127455"/>
                </a:lnTo>
                <a:lnTo>
                  <a:pt x="1356101" y="139476"/>
                </a:lnTo>
                <a:lnTo>
                  <a:pt x="1383223" y="81909"/>
                </a:lnTo>
                <a:lnTo>
                  <a:pt x="1410345" y="47932"/>
                </a:lnTo>
                <a:lnTo>
                  <a:pt x="1437467" y="53940"/>
                </a:lnTo>
                <a:lnTo>
                  <a:pt x="1464589" y="110344"/>
                </a:lnTo>
                <a:lnTo>
                  <a:pt x="1491711" y="90306"/>
                </a:lnTo>
                <a:lnTo>
                  <a:pt x="1518833" y="105813"/>
                </a:lnTo>
                <a:lnTo>
                  <a:pt x="1545955" y="23957"/>
                </a:lnTo>
                <a:lnTo>
                  <a:pt x="1573077" y="9570"/>
                </a:lnTo>
                <a:lnTo>
                  <a:pt x="1600200" y="0"/>
                </a:lnTo>
              </a:path>
            </a:pathLst>
          </a:custGeom>
          <a:noFill/>
          <a:ln w="5715">
            <a:solidFill>
              <a:srgbClr val="7030A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Freeform 30"/>
          <p:cNvSpPr/>
          <p:nvPr/>
        </p:nvSpPr>
        <p:spPr>
          <a:xfrm>
            <a:off x="5276088" y="9645716"/>
            <a:ext cx="1600200" cy="344640"/>
          </a:xfrm>
          <a:custGeom>
            <a:avLst/>
            <a:gdLst/>
            <a:ahLst/>
            <a:cxnLst/>
            <a:rect l="l" t="t" r="r" b="b"/>
            <a:pathLst>
              <a:path w="1600200" h="344640">
                <a:moveTo>
                  <a:pt x="0" y="314759"/>
                </a:moveTo>
                <a:lnTo>
                  <a:pt x="27122" y="339007"/>
                </a:lnTo>
                <a:lnTo>
                  <a:pt x="54244" y="334096"/>
                </a:lnTo>
                <a:lnTo>
                  <a:pt x="81366" y="294925"/>
                </a:lnTo>
                <a:lnTo>
                  <a:pt x="108488" y="258610"/>
                </a:lnTo>
                <a:lnTo>
                  <a:pt x="135610" y="293181"/>
                </a:lnTo>
                <a:lnTo>
                  <a:pt x="162732" y="268309"/>
                </a:lnTo>
                <a:lnTo>
                  <a:pt x="189854" y="299557"/>
                </a:lnTo>
                <a:lnTo>
                  <a:pt x="216976" y="302343"/>
                </a:lnTo>
                <a:lnTo>
                  <a:pt x="244098" y="278030"/>
                </a:lnTo>
                <a:lnTo>
                  <a:pt x="271220" y="297918"/>
                </a:lnTo>
                <a:lnTo>
                  <a:pt x="298342" y="241688"/>
                </a:lnTo>
                <a:lnTo>
                  <a:pt x="325464" y="329956"/>
                </a:lnTo>
                <a:lnTo>
                  <a:pt x="352586" y="326236"/>
                </a:lnTo>
                <a:lnTo>
                  <a:pt x="379708" y="335997"/>
                </a:lnTo>
                <a:lnTo>
                  <a:pt x="406830" y="326554"/>
                </a:lnTo>
                <a:lnTo>
                  <a:pt x="433952" y="312235"/>
                </a:lnTo>
                <a:lnTo>
                  <a:pt x="461074" y="344640"/>
                </a:lnTo>
                <a:lnTo>
                  <a:pt x="488196" y="294510"/>
                </a:lnTo>
                <a:lnTo>
                  <a:pt x="515318" y="322451"/>
                </a:lnTo>
                <a:lnTo>
                  <a:pt x="542440" y="292759"/>
                </a:lnTo>
                <a:lnTo>
                  <a:pt x="569562" y="263499"/>
                </a:lnTo>
                <a:lnTo>
                  <a:pt x="596684" y="297374"/>
                </a:lnTo>
                <a:lnTo>
                  <a:pt x="623806" y="259787"/>
                </a:lnTo>
                <a:lnTo>
                  <a:pt x="650928" y="257609"/>
                </a:lnTo>
                <a:lnTo>
                  <a:pt x="678050" y="269488"/>
                </a:lnTo>
                <a:lnTo>
                  <a:pt x="705172" y="245956"/>
                </a:lnTo>
                <a:lnTo>
                  <a:pt x="732294" y="210628"/>
                </a:lnTo>
                <a:lnTo>
                  <a:pt x="759416" y="193148"/>
                </a:lnTo>
                <a:lnTo>
                  <a:pt x="786538" y="206617"/>
                </a:lnTo>
                <a:lnTo>
                  <a:pt x="813661" y="229433"/>
                </a:lnTo>
                <a:lnTo>
                  <a:pt x="840783" y="247346"/>
                </a:lnTo>
                <a:lnTo>
                  <a:pt x="867905" y="222460"/>
                </a:lnTo>
                <a:lnTo>
                  <a:pt x="895027" y="222261"/>
                </a:lnTo>
                <a:lnTo>
                  <a:pt x="922149" y="235742"/>
                </a:lnTo>
                <a:lnTo>
                  <a:pt x="949271" y="245164"/>
                </a:lnTo>
                <a:lnTo>
                  <a:pt x="976393" y="255804"/>
                </a:lnTo>
                <a:lnTo>
                  <a:pt x="1003515" y="254059"/>
                </a:lnTo>
                <a:lnTo>
                  <a:pt x="1030637" y="221694"/>
                </a:lnTo>
                <a:lnTo>
                  <a:pt x="1057759" y="231925"/>
                </a:lnTo>
                <a:lnTo>
                  <a:pt x="1084881" y="240947"/>
                </a:lnTo>
                <a:lnTo>
                  <a:pt x="1112003" y="233244"/>
                </a:lnTo>
                <a:lnTo>
                  <a:pt x="1139125" y="233165"/>
                </a:lnTo>
                <a:lnTo>
                  <a:pt x="1166247" y="230271"/>
                </a:lnTo>
                <a:lnTo>
                  <a:pt x="1193369" y="177373"/>
                </a:lnTo>
                <a:lnTo>
                  <a:pt x="1220491" y="118215"/>
                </a:lnTo>
                <a:lnTo>
                  <a:pt x="1247613" y="126208"/>
                </a:lnTo>
                <a:lnTo>
                  <a:pt x="1274735" y="118693"/>
                </a:lnTo>
                <a:lnTo>
                  <a:pt x="1301857" y="125284"/>
                </a:lnTo>
                <a:lnTo>
                  <a:pt x="1328979" y="106853"/>
                </a:lnTo>
                <a:lnTo>
                  <a:pt x="1356101" y="134811"/>
                </a:lnTo>
                <a:lnTo>
                  <a:pt x="1383223" y="115113"/>
                </a:lnTo>
                <a:lnTo>
                  <a:pt x="1410345" y="66879"/>
                </a:lnTo>
                <a:lnTo>
                  <a:pt x="1437467" y="95688"/>
                </a:lnTo>
                <a:lnTo>
                  <a:pt x="1464589" y="90684"/>
                </a:lnTo>
                <a:lnTo>
                  <a:pt x="1491711" y="83453"/>
                </a:lnTo>
                <a:lnTo>
                  <a:pt x="1518833" y="91800"/>
                </a:lnTo>
                <a:lnTo>
                  <a:pt x="1545955" y="51768"/>
                </a:lnTo>
                <a:lnTo>
                  <a:pt x="1573077" y="49032"/>
                </a:lnTo>
                <a:lnTo>
                  <a:pt x="1600200" y="0"/>
                </a:lnTo>
              </a:path>
            </a:pathLst>
          </a:custGeom>
          <a:noFill/>
          <a:ln w="5715">
            <a:solidFill>
              <a:srgbClr val="7030A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Freeform 31"/>
          <p:cNvSpPr/>
          <p:nvPr/>
        </p:nvSpPr>
        <p:spPr>
          <a:xfrm>
            <a:off x="5276088" y="9671072"/>
            <a:ext cx="1600200" cy="351013"/>
          </a:xfrm>
          <a:custGeom>
            <a:avLst/>
            <a:gdLst/>
            <a:ahLst/>
            <a:cxnLst/>
            <a:rect l="l" t="t" r="r" b="b"/>
            <a:pathLst>
              <a:path w="1600200" h="351013">
                <a:moveTo>
                  <a:pt x="0" y="289403"/>
                </a:moveTo>
                <a:lnTo>
                  <a:pt x="27122" y="268308"/>
                </a:lnTo>
                <a:lnTo>
                  <a:pt x="54244" y="351013"/>
                </a:lnTo>
                <a:lnTo>
                  <a:pt x="81366" y="333688"/>
                </a:lnTo>
                <a:lnTo>
                  <a:pt x="108488" y="279200"/>
                </a:lnTo>
                <a:lnTo>
                  <a:pt x="135610" y="313592"/>
                </a:lnTo>
                <a:lnTo>
                  <a:pt x="162732" y="301467"/>
                </a:lnTo>
                <a:lnTo>
                  <a:pt x="189854" y="257636"/>
                </a:lnTo>
                <a:lnTo>
                  <a:pt x="216976" y="297605"/>
                </a:lnTo>
                <a:lnTo>
                  <a:pt x="244098" y="271605"/>
                </a:lnTo>
                <a:lnTo>
                  <a:pt x="271220" y="228229"/>
                </a:lnTo>
                <a:lnTo>
                  <a:pt x="298342" y="237878"/>
                </a:lnTo>
                <a:lnTo>
                  <a:pt x="325464" y="213417"/>
                </a:lnTo>
                <a:lnTo>
                  <a:pt x="352586" y="242172"/>
                </a:lnTo>
                <a:lnTo>
                  <a:pt x="379708" y="265673"/>
                </a:lnTo>
                <a:lnTo>
                  <a:pt x="406830" y="256705"/>
                </a:lnTo>
                <a:lnTo>
                  <a:pt x="433952" y="298023"/>
                </a:lnTo>
                <a:lnTo>
                  <a:pt x="461074" y="258042"/>
                </a:lnTo>
                <a:lnTo>
                  <a:pt x="488196" y="259595"/>
                </a:lnTo>
                <a:lnTo>
                  <a:pt x="515318" y="292812"/>
                </a:lnTo>
                <a:lnTo>
                  <a:pt x="542440" y="250871"/>
                </a:lnTo>
                <a:lnTo>
                  <a:pt x="569562" y="235778"/>
                </a:lnTo>
                <a:lnTo>
                  <a:pt x="596684" y="250459"/>
                </a:lnTo>
                <a:lnTo>
                  <a:pt x="623806" y="265335"/>
                </a:lnTo>
                <a:lnTo>
                  <a:pt x="650928" y="247655"/>
                </a:lnTo>
                <a:lnTo>
                  <a:pt x="678050" y="284289"/>
                </a:lnTo>
                <a:lnTo>
                  <a:pt x="705172" y="294055"/>
                </a:lnTo>
                <a:lnTo>
                  <a:pt x="732294" y="237026"/>
                </a:lnTo>
                <a:lnTo>
                  <a:pt x="759416" y="224177"/>
                </a:lnTo>
                <a:lnTo>
                  <a:pt x="786538" y="191938"/>
                </a:lnTo>
                <a:lnTo>
                  <a:pt x="813661" y="196238"/>
                </a:lnTo>
                <a:lnTo>
                  <a:pt x="840783" y="159244"/>
                </a:lnTo>
                <a:lnTo>
                  <a:pt x="867905" y="203397"/>
                </a:lnTo>
                <a:lnTo>
                  <a:pt x="895027" y="170745"/>
                </a:lnTo>
                <a:lnTo>
                  <a:pt x="922149" y="154880"/>
                </a:lnTo>
                <a:lnTo>
                  <a:pt x="949271" y="137321"/>
                </a:lnTo>
                <a:lnTo>
                  <a:pt x="976393" y="112966"/>
                </a:lnTo>
                <a:lnTo>
                  <a:pt x="1003515" y="144796"/>
                </a:lnTo>
                <a:lnTo>
                  <a:pt x="1030637" y="151328"/>
                </a:lnTo>
                <a:lnTo>
                  <a:pt x="1057759" y="102690"/>
                </a:lnTo>
                <a:lnTo>
                  <a:pt x="1084881" y="88937"/>
                </a:lnTo>
                <a:lnTo>
                  <a:pt x="1112003" y="84962"/>
                </a:lnTo>
                <a:lnTo>
                  <a:pt x="1139125" y="140141"/>
                </a:lnTo>
                <a:lnTo>
                  <a:pt x="1166247" y="86380"/>
                </a:lnTo>
                <a:lnTo>
                  <a:pt x="1193369" y="86811"/>
                </a:lnTo>
                <a:lnTo>
                  <a:pt x="1220491" y="73324"/>
                </a:lnTo>
                <a:lnTo>
                  <a:pt x="1247613" y="128731"/>
                </a:lnTo>
                <a:lnTo>
                  <a:pt x="1274735" y="107137"/>
                </a:lnTo>
                <a:lnTo>
                  <a:pt x="1301857" y="157463"/>
                </a:lnTo>
                <a:lnTo>
                  <a:pt x="1328979" y="105948"/>
                </a:lnTo>
                <a:lnTo>
                  <a:pt x="1356101" y="90812"/>
                </a:lnTo>
                <a:lnTo>
                  <a:pt x="1383223" y="72586"/>
                </a:lnTo>
                <a:lnTo>
                  <a:pt x="1410345" y="88707"/>
                </a:lnTo>
                <a:lnTo>
                  <a:pt x="1437467" y="61939"/>
                </a:lnTo>
                <a:lnTo>
                  <a:pt x="1464589" y="53638"/>
                </a:lnTo>
                <a:lnTo>
                  <a:pt x="1491711" y="84118"/>
                </a:lnTo>
                <a:lnTo>
                  <a:pt x="1518833" y="48260"/>
                </a:lnTo>
                <a:lnTo>
                  <a:pt x="1545955" y="35260"/>
                </a:lnTo>
                <a:lnTo>
                  <a:pt x="1573077" y="55049"/>
                </a:lnTo>
                <a:lnTo>
                  <a:pt x="1600200" y="0"/>
                </a:lnTo>
              </a:path>
            </a:pathLst>
          </a:custGeom>
          <a:noFill/>
          <a:ln w="5715">
            <a:solidFill>
              <a:srgbClr val="7030A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Freeform 32"/>
          <p:cNvSpPr/>
          <p:nvPr/>
        </p:nvSpPr>
        <p:spPr>
          <a:xfrm>
            <a:off x="5276088" y="9697186"/>
            <a:ext cx="1600200" cy="317110"/>
          </a:xfrm>
          <a:custGeom>
            <a:avLst/>
            <a:gdLst/>
            <a:ahLst/>
            <a:cxnLst/>
            <a:rect l="l" t="t" r="r" b="b"/>
            <a:pathLst>
              <a:path w="1600200" h="317110">
                <a:moveTo>
                  <a:pt x="0" y="263289"/>
                </a:moveTo>
                <a:lnTo>
                  <a:pt x="27122" y="284504"/>
                </a:lnTo>
                <a:lnTo>
                  <a:pt x="54244" y="267823"/>
                </a:lnTo>
                <a:lnTo>
                  <a:pt x="81366" y="220971"/>
                </a:lnTo>
                <a:lnTo>
                  <a:pt x="108488" y="215390"/>
                </a:lnTo>
                <a:lnTo>
                  <a:pt x="135610" y="224466"/>
                </a:lnTo>
                <a:lnTo>
                  <a:pt x="162732" y="201679"/>
                </a:lnTo>
                <a:lnTo>
                  <a:pt x="189854" y="206600"/>
                </a:lnTo>
                <a:lnTo>
                  <a:pt x="216976" y="175291"/>
                </a:lnTo>
                <a:lnTo>
                  <a:pt x="244098" y="241475"/>
                </a:lnTo>
                <a:lnTo>
                  <a:pt x="271220" y="244050"/>
                </a:lnTo>
                <a:lnTo>
                  <a:pt x="298342" y="234493"/>
                </a:lnTo>
                <a:lnTo>
                  <a:pt x="325464" y="258522"/>
                </a:lnTo>
                <a:lnTo>
                  <a:pt x="352586" y="254844"/>
                </a:lnTo>
                <a:lnTo>
                  <a:pt x="379708" y="278762"/>
                </a:lnTo>
                <a:lnTo>
                  <a:pt x="406830" y="299474"/>
                </a:lnTo>
                <a:lnTo>
                  <a:pt x="433952" y="246740"/>
                </a:lnTo>
                <a:lnTo>
                  <a:pt x="461074" y="304587"/>
                </a:lnTo>
                <a:lnTo>
                  <a:pt x="488196" y="317110"/>
                </a:lnTo>
                <a:lnTo>
                  <a:pt x="515318" y="294914"/>
                </a:lnTo>
                <a:lnTo>
                  <a:pt x="542440" y="295122"/>
                </a:lnTo>
                <a:lnTo>
                  <a:pt x="569562" y="244581"/>
                </a:lnTo>
                <a:lnTo>
                  <a:pt x="596684" y="220943"/>
                </a:lnTo>
                <a:lnTo>
                  <a:pt x="623806" y="214801"/>
                </a:lnTo>
                <a:lnTo>
                  <a:pt x="650928" y="177598"/>
                </a:lnTo>
                <a:lnTo>
                  <a:pt x="678050" y="162947"/>
                </a:lnTo>
                <a:lnTo>
                  <a:pt x="705172" y="153153"/>
                </a:lnTo>
                <a:lnTo>
                  <a:pt x="732294" y="164785"/>
                </a:lnTo>
                <a:lnTo>
                  <a:pt x="759416" y="178572"/>
                </a:lnTo>
                <a:lnTo>
                  <a:pt x="786538" y="163906"/>
                </a:lnTo>
                <a:lnTo>
                  <a:pt x="813661" y="150593"/>
                </a:lnTo>
                <a:lnTo>
                  <a:pt x="840783" y="155831"/>
                </a:lnTo>
                <a:lnTo>
                  <a:pt x="867905" y="161694"/>
                </a:lnTo>
                <a:lnTo>
                  <a:pt x="895027" y="153995"/>
                </a:lnTo>
                <a:lnTo>
                  <a:pt x="922149" y="137797"/>
                </a:lnTo>
                <a:lnTo>
                  <a:pt x="949271" y="123673"/>
                </a:lnTo>
                <a:lnTo>
                  <a:pt x="976393" y="157628"/>
                </a:lnTo>
                <a:lnTo>
                  <a:pt x="1003515" y="162346"/>
                </a:lnTo>
                <a:lnTo>
                  <a:pt x="1030637" y="136876"/>
                </a:lnTo>
                <a:lnTo>
                  <a:pt x="1057759" y="134329"/>
                </a:lnTo>
                <a:lnTo>
                  <a:pt x="1084881" y="133848"/>
                </a:lnTo>
                <a:lnTo>
                  <a:pt x="1112003" y="106308"/>
                </a:lnTo>
                <a:lnTo>
                  <a:pt x="1139125" y="112924"/>
                </a:lnTo>
                <a:lnTo>
                  <a:pt x="1166247" y="95939"/>
                </a:lnTo>
                <a:lnTo>
                  <a:pt x="1193369" y="127320"/>
                </a:lnTo>
                <a:lnTo>
                  <a:pt x="1220491" y="70974"/>
                </a:lnTo>
                <a:lnTo>
                  <a:pt x="1247613" y="91930"/>
                </a:lnTo>
                <a:lnTo>
                  <a:pt x="1274735" y="95146"/>
                </a:lnTo>
                <a:lnTo>
                  <a:pt x="1301857" y="24034"/>
                </a:lnTo>
                <a:lnTo>
                  <a:pt x="1328979" y="2754"/>
                </a:lnTo>
                <a:lnTo>
                  <a:pt x="1356101" y="10136"/>
                </a:lnTo>
                <a:lnTo>
                  <a:pt x="1383223" y="33042"/>
                </a:lnTo>
                <a:lnTo>
                  <a:pt x="1410345" y="44586"/>
                </a:lnTo>
                <a:lnTo>
                  <a:pt x="1437467" y="75953"/>
                </a:lnTo>
                <a:lnTo>
                  <a:pt x="1464589" y="69013"/>
                </a:lnTo>
                <a:lnTo>
                  <a:pt x="1491711" y="110803"/>
                </a:lnTo>
                <a:lnTo>
                  <a:pt x="1518833" y="54015"/>
                </a:lnTo>
                <a:lnTo>
                  <a:pt x="1545955" y="21809"/>
                </a:lnTo>
                <a:lnTo>
                  <a:pt x="1573077" y="28760"/>
                </a:lnTo>
                <a:lnTo>
                  <a:pt x="1600200" y="0"/>
                </a:lnTo>
              </a:path>
            </a:pathLst>
          </a:custGeom>
          <a:noFill/>
          <a:ln w="5715">
            <a:solidFill>
              <a:srgbClr val="7030A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Freeform 33"/>
          <p:cNvSpPr/>
          <p:nvPr/>
        </p:nvSpPr>
        <p:spPr>
          <a:xfrm>
            <a:off x="5276088" y="9674725"/>
            <a:ext cx="1600200" cy="285750"/>
          </a:xfrm>
          <a:custGeom>
            <a:avLst/>
            <a:gdLst/>
            <a:ahLst/>
            <a:cxnLst/>
            <a:rect l="l" t="t" r="r" b="b"/>
            <a:pathLst>
              <a:path w="1600200" h="285750">
                <a:moveTo>
                  <a:pt x="0" y="285750"/>
                </a:moveTo>
                <a:lnTo>
                  <a:pt x="27122" y="285714"/>
                </a:lnTo>
                <a:lnTo>
                  <a:pt x="54244" y="285583"/>
                </a:lnTo>
                <a:lnTo>
                  <a:pt x="81366" y="285343"/>
                </a:lnTo>
                <a:lnTo>
                  <a:pt x="108488" y="284983"/>
                </a:lnTo>
                <a:lnTo>
                  <a:pt x="135610" y="284497"/>
                </a:lnTo>
                <a:lnTo>
                  <a:pt x="162732" y="283879"/>
                </a:lnTo>
                <a:lnTo>
                  <a:pt x="189854" y="283124"/>
                </a:lnTo>
                <a:lnTo>
                  <a:pt x="216976" y="282227"/>
                </a:lnTo>
                <a:lnTo>
                  <a:pt x="244098" y="281185"/>
                </a:lnTo>
                <a:lnTo>
                  <a:pt x="271220" y="279994"/>
                </a:lnTo>
                <a:lnTo>
                  <a:pt x="298342" y="278651"/>
                </a:lnTo>
                <a:lnTo>
                  <a:pt x="325464" y="277154"/>
                </a:lnTo>
                <a:lnTo>
                  <a:pt x="352586" y="275499"/>
                </a:lnTo>
                <a:lnTo>
                  <a:pt x="379708" y="273683"/>
                </a:lnTo>
                <a:lnTo>
                  <a:pt x="406830" y="271705"/>
                </a:lnTo>
                <a:lnTo>
                  <a:pt x="433952" y="269563"/>
                </a:lnTo>
                <a:lnTo>
                  <a:pt x="461074" y="267253"/>
                </a:lnTo>
                <a:lnTo>
                  <a:pt x="488196" y="264775"/>
                </a:lnTo>
                <a:lnTo>
                  <a:pt x="515318" y="262125"/>
                </a:lnTo>
                <a:lnTo>
                  <a:pt x="542440" y="259303"/>
                </a:lnTo>
                <a:lnTo>
                  <a:pt x="569562" y="256306"/>
                </a:lnTo>
                <a:lnTo>
                  <a:pt x="596684" y="253133"/>
                </a:lnTo>
                <a:lnTo>
                  <a:pt x="623806" y="249782"/>
                </a:lnTo>
                <a:lnTo>
                  <a:pt x="650928" y="246252"/>
                </a:lnTo>
                <a:lnTo>
                  <a:pt x="678050" y="242541"/>
                </a:lnTo>
                <a:lnTo>
                  <a:pt x="705172" y="238647"/>
                </a:lnTo>
                <a:lnTo>
                  <a:pt x="732294" y="234569"/>
                </a:lnTo>
                <a:lnTo>
                  <a:pt x="759416" y="230305"/>
                </a:lnTo>
                <a:lnTo>
                  <a:pt x="786538" y="225856"/>
                </a:lnTo>
                <a:lnTo>
                  <a:pt x="813661" y="221218"/>
                </a:lnTo>
                <a:lnTo>
                  <a:pt x="840783" y="216390"/>
                </a:lnTo>
                <a:lnTo>
                  <a:pt x="867905" y="211373"/>
                </a:lnTo>
                <a:lnTo>
                  <a:pt x="895027" y="206163"/>
                </a:lnTo>
                <a:lnTo>
                  <a:pt x="922149" y="200761"/>
                </a:lnTo>
                <a:lnTo>
                  <a:pt x="949271" y="195164"/>
                </a:lnTo>
                <a:lnTo>
                  <a:pt x="976393" y="189372"/>
                </a:lnTo>
                <a:lnTo>
                  <a:pt x="1003515" y="183384"/>
                </a:lnTo>
                <a:lnTo>
                  <a:pt x="1030637" y="177199"/>
                </a:lnTo>
                <a:lnTo>
                  <a:pt x="1057759" y="170815"/>
                </a:lnTo>
                <a:lnTo>
                  <a:pt x="1084881" y="164231"/>
                </a:lnTo>
                <a:lnTo>
                  <a:pt x="1112003" y="157447"/>
                </a:lnTo>
                <a:lnTo>
                  <a:pt x="1139125" y="150462"/>
                </a:lnTo>
                <a:lnTo>
                  <a:pt x="1166247" y="143274"/>
                </a:lnTo>
                <a:lnTo>
                  <a:pt x="1193369" y="135883"/>
                </a:lnTo>
                <a:lnTo>
                  <a:pt x="1220491" y="128287"/>
                </a:lnTo>
                <a:lnTo>
                  <a:pt x="1247613" y="120486"/>
                </a:lnTo>
                <a:lnTo>
                  <a:pt x="1274735" y="112479"/>
                </a:lnTo>
                <a:lnTo>
                  <a:pt x="1301857" y="104264"/>
                </a:lnTo>
                <a:lnTo>
                  <a:pt x="1328979" y="95842"/>
                </a:lnTo>
                <a:lnTo>
                  <a:pt x="1356101" y="87211"/>
                </a:lnTo>
                <a:lnTo>
                  <a:pt x="1383223" y="78370"/>
                </a:lnTo>
                <a:lnTo>
                  <a:pt x="1410345" y="69319"/>
                </a:lnTo>
                <a:lnTo>
                  <a:pt x="1437467" y="60057"/>
                </a:lnTo>
                <a:lnTo>
                  <a:pt x="1464589" y="50582"/>
                </a:lnTo>
                <a:lnTo>
                  <a:pt x="1491711" y="40895"/>
                </a:lnTo>
                <a:lnTo>
                  <a:pt x="1518833" y="30994"/>
                </a:lnTo>
                <a:lnTo>
                  <a:pt x="1545955" y="20878"/>
                </a:lnTo>
                <a:lnTo>
                  <a:pt x="1573077" y="10547"/>
                </a:lnTo>
                <a:lnTo>
                  <a:pt x="1600200" y="0"/>
                </a:lnTo>
              </a:path>
            </a:pathLst>
          </a:custGeom>
          <a:noFill/>
          <a:ln w="25400">
            <a:solidFill>
              <a:srgbClr val="7030A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18" name="TextBox 5317"/>
          <p:cNvSpPr txBox="1"/>
          <p:nvPr/>
        </p:nvSpPr>
        <p:spPr>
          <a:xfrm>
            <a:off x="5257800" y="10105065"/>
            <a:ext cx="1645920" cy="5486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Helvetica Neue"/>
              </a:rPr>
              <a:t>Intra-ensemble anomalies (member − ensemble mean) of the same CMIP6 runs</a:t>
            </a:r>
          </a:p>
        </p:txBody>
      </p:sp>
      <p:pic>
        <p:nvPicPr>
          <p:cNvPr id="5436" name="Picture 245" descr="A graph of linear graphs&#10;&#10;Description automatically generated with medium confidence">
            <a:extLst>
              <a:ext uri="{FF2B5EF4-FFF2-40B4-BE49-F238E27FC236}">
                <a16:creationId xmlns:a16="http://schemas.microsoft.com/office/drawing/2014/main" id="{5635CF10-B6A3-5A2D-B661-C8D904CFD5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900" b="26000"/>
          <a:stretch>
            <a:fillRect/>
          </a:stretch>
        </p:blipFill>
        <p:spPr>
          <a:xfrm>
            <a:off x="7040880" y="9179820"/>
            <a:ext cx="2500636" cy="1292704"/>
          </a:xfrm>
          <a:prstGeom prst="rect">
            <a:avLst/>
          </a:prstGeom>
        </p:spPr>
      </p:pic>
      <p:sp>
        <p:nvSpPr>
          <p:cNvPr id="5319" name="TextBox 5318"/>
          <p:cNvSpPr txBox="1"/>
          <p:nvPr/>
        </p:nvSpPr>
        <p:spPr>
          <a:xfrm>
            <a:off x="7040880" y="10518245"/>
            <a:ext cx="3337559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Helvetica Neue"/>
              </a:rPr>
              <a:t>Regularised total least squares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Helvetica Neue"/>
              </a:rPr>
              <a:t>5-yr blended-masked GMST regressed on multi-model ALL, NAT and GHG fingerprints</a:t>
            </a:r>
          </a:p>
        </p:txBody>
      </p:sp>
      <p:cxnSp>
        <p:nvCxnSpPr>
          <p:cNvPr id="5320" name="Connector 5319"/>
          <p:cNvCxnSpPr/>
          <p:nvPr/>
        </p:nvCxnSpPr>
        <p:spPr>
          <a:xfrm>
            <a:off x="137160" y="11062313"/>
            <a:ext cx="10241280" cy="0"/>
          </a:xfrm>
          <a:prstGeom prst="line">
            <a:avLst/>
          </a:prstGeom>
          <a:ln w="6350">
            <a:solidFill>
              <a:srgbClr val="BFBFBF"/>
            </a:solidFill>
          </a:ln>
        </p:spPr>
      </p:cxnSp>
      <p:sp>
        <p:nvSpPr>
          <p:cNvPr id="5321" name="TextBox 5320"/>
          <p:cNvSpPr txBox="1"/>
          <p:nvPr/>
        </p:nvSpPr>
        <p:spPr>
          <a:xfrm>
            <a:off x="137160" y="11135465"/>
            <a:ext cx="960120" cy="27432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Helvetica Neue"/>
              </a:rPr>
              <a:t>KCC</a:t>
            </a:r>
          </a:p>
        </p:txBody>
      </p:sp>
      <p:sp>
        <p:nvSpPr>
          <p:cNvPr id="5322" name="TextBox 5321"/>
          <p:cNvSpPr txBox="1"/>
          <p:nvPr/>
        </p:nvSpPr>
        <p:spPr>
          <a:xfrm>
            <a:off x="137160" y="11409785"/>
            <a:ext cx="960120" cy="201168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  <a:latin typeface="Helvetica Neue"/>
              </a:rPr>
              <a:t>Sect. 4.4.4.2</a:t>
            </a:r>
          </a:p>
        </p:txBody>
      </p:sp>
      <p:grpSp>
        <p:nvGrpSpPr>
          <p:cNvPr id="5437" name="v3b KCC"/>
          <p:cNvGrpSpPr/>
          <p:nvPr/>
        </p:nvGrpSpPr>
        <p:grpSpPr>
          <a:xfrm>
            <a:off x="1405032" y="10110046"/>
            <a:ext cx="2933803" cy="2877860"/>
            <a:chOff x="13122478" y="23923632"/>
            <a:chExt cx="9463882" cy="9283421"/>
          </a:xfrm>
        </p:grpSpPr>
        <p:sp>
          <p:nvSpPr>
            <p:cNvPr id="5438" name="Rectangle">
              <a:extLst>
                <a:ext uri="{FF2B5EF4-FFF2-40B4-BE49-F238E27FC236}">
                  <a16:creationId xmlns:a16="http://schemas.microsoft.com/office/drawing/2014/main" id="{ACFF5F4E-5BD3-000F-443F-A2C42AB93844}"/>
                </a:ext>
              </a:extLst>
            </p:cNvPr>
            <p:cNvSpPr/>
            <p:nvPr/>
          </p:nvSpPr>
          <p:spPr>
            <a:xfrm>
              <a:off x="14392589" y="31456099"/>
              <a:ext cx="7552588" cy="48591"/>
            </a:xfrm>
            <a:prstGeom prst="rect">
              <a:avLst/>
            </a:prstGeom>
            <a:ln w="19685">
              <a:solidFill>
                <a:srgbClr val="000000"/>
              </a:solidFill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439" name="Sun">
              <a:extLst>
                <a:ext uri="{FF2B5EF4-FFF2-40B4-BE49-F238E27FC236}">
                  <a16:creationId xmlns:a16="http://schemas.microsoft.com/office/drawing/2014/main" id="{900E4282-9302-93A8-25BF-69660BEAC714}"/>
                </a:ext>
              </a:extLst>
            </p:cNvPr>
            <p:cNvSpPr/>
            <p:nvPr/>
          </p:nvSpPr>
          <p:spPr>
            <a:xfrm>
              <a:off x="13122478" y="28754347"/>
              <a:ext cx="1276658" cy="12766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8912" y="3909"/>
                  </a:lnTo>
                  <a:cubicBezTo>
                    <a:pt x="9458" y="3767"/>
                    <a:pt x="10107" y="3684"/>
                    <a:pt x="10795" y="3684"/>
                  </a:cubicBezTo>
                  <a:cubicBezTo>
                    <a:pt x="11488" y="3684"/>
                    <a:pt x="12138" y="3766"/>
                    <a:pt x="12695" y="3914"/>
                  </a:cubicBezTo>
                  <a:lnTo>
                    <a:pt x="10800" y="0"/>
                  </a:lnTo>
                  <a:close/>
                  <a:moveTo>
                    <a:pt x="18430" y="3160"/>
                  </a:moveTo>
                  <a:lnTo>
                    <a:pt x="14332" y="4591"/>
                  </a:lnTo>
                  <a:cubicBezTo>
                    <a:pt x="14828" y="4880"/>
                    <a:pt x="15340" y="5278"/>
                    <a:pt x="15826" y="5764"/>
                  </a:cubicBezTo>
                  <a:cubicBezTo>
                    <a:pt x="16317" y="6255"/>
                    <a:pt x="16717" y="6774"/>
                    <a:pt x="17006" y="7265"/>
                  </a:cubicBezTo>
                  <a:lnTo>
                    <a:pt x="18430" y="3160"/>
                  </a:lnTo>
                  <a:close/>
                  <a:moveTo>
                    <a:pt x="3160" y="3172"/>
                  </a:moveTo>
                  <a:lnTo>
                    <a:pt x="4591" y="7270"/>
                  </a:lnTo>
                  <a:cubicBezTo>
                    <a:pt x="4880" y="6773"/>
                    <a:pt x="5278" y="6260"/>
                    <a:pt x="5764" y="5774"/>
                  </a:cubicBezTo>
                  <a:cubicBezTo>
                    <a:pt x="6255" y="5283"/>
                    <a:pt x="6774" y="4885"/>
                    <a:pt x="7265" y="4596"/>
                  </a:cubicBezTo>
                  <a:lnTo>
                    <a:pt x="3160" y="3172"/>
                  </a:lnTo>
                  <a:close/>
                  <a:moveTo>
                    <a:pt x="10800" y="4661"/>
                  </a:moveTo>
                  <a:cubicBezTo>
                    <a:pt x="7400" y="4661"/>
                    <a:pt x="4633" y="7427"/>
                    <a:pt x="4633" y="10827"/>
                  </a:cubicBezTo>
                  <a:cubicBezTo>
                    <a:pt x="4633" y="14227"/>
                    <a:pt x="7400" y="16994"/>
                    <a:pt x="10800" y="16994"/>
                  </a:cubicBezTo>
                  <a:cubicBezTo>
                    <a:pt x="14200" y="16994"/>
                    <a:pt x="16967" y="14227"/>
                    <a:pt x="16967" y="10827"/>
                  </a:cubicBezTo>
                  <a:cubicBezTo>
                    <a:pt x="16967" y="7427"/>
                    <a:pt x="14200" y="4661"/>
                    <a:pt x="10800" y="4661"/>
                  </a:cubicBezTo>
                  <a:close/>
                  <a:moveTo>
                    <a:pt x="3914" y="8907"/>
                  </a:moveTo>
                  <a:lnTo>
                    <a:pt x="0" y="10800"/>
                  </a:lnTo>
                  <a:lnTo>
                    <a:pt x="3909" y="12688"/>
                  </a:lnTo>
                  <a:cubicBezTo>
                    <a:pt x="3767" y="12137"/>
                    <a:pt x="3684" y="11493"/>
                    <a:pt x="3684" y="10805"/>
                  </a:cubicBezTo>
                  <a:cubicBezTo>
                    <a:pt x="3684" y="10112"/>
                    <a:pt x="3766" y="9464"/>
                    <a:pt x="3914" y="8907"/>
                  </a:cubicBezTo>
                  <a:close/>
                  <a:moveTo>
                    <a:pt x="17693" y="8907"/>
                  </a:moveTo>
                  <a:cubicBezTo>
                    <a:pt x="17835" y="9458"/>
                    <a:pt x="17916" y="10102"/>
                    <a:pt x="17916" y="10790"/>
                  </a:cubicBezTo>
                  <a:cubicBezTo>
                    <a:pt x="17916" y="11483"/>
                    <a:pt x="17835" y="12131"/>
                    <a:pt x="17688" y="12688"/>
                  </a:cubicBezTo>
                  <a:lnTo>
                    <a:pt x="21600" y="10795"/>
                  </a:lnTo>
                  <a:lnTo>
                    <a:pt x="17693" y="8907"/>
                  </a:lnTo>
                  <a:close/>
                  <a:moveTo>
                    <a:pt x="17011" y="14332"/>
                  </a:moveTo>
                  <a:cubicBezTo>
                    <a:pt x="16722" y="14828"/>
                    <a:pt x="16323" y="15340"/>
                    <a:pt x="15838" y="15826"/>
                  </a:cubicBezTo>
                  <a:cubicBezTo>
                    <a:pt x="15346" y="16317"/>
                    <a:pt x="14828" y="16717"/>
                    <a:pt x="14337" y="17006"/>
                  </a:cubicBezTo>
                  <a:lnTo>
                    <a:pt x="18440" y="18430"/>
                  </a:lnTo>
                  <a:lnTo>
                    <a:pt x="17011" y="14332"/>
                  </a:lnTo>
                  <a:close/>
                  <a:moveTo>
                    <a:pt x="4596" y="14337"/>
                  </a:moveTo>
                  <a:lnTo>
                    <a:pt x="3172" y="18440"/>
                  </a:lnTo>
                  <a:lnTo>
                    <a:pt x="7270" y="17011"/>
                  </a:lnTo>
                  <a:cubicBezTo>
                    <a:pt x="6773" y="16722"/>
                    <a:pt x="6260" y="16323"/>
                    <a:pt x="5774" y="15838"/>
                  </a:cubicBezTo>
                  <a:cubicBezTo>
                    <a:pt x="5283" y="15346"/>
                    <a:pt x="4885" y="14828"/>
                    <a:pt x="4596" y="14337"/>
                  </a:cubicBezTo>
                  <a:close/>
                  <a:moveTo>
                    <a:pt x="8907" y="17688"/>
                  </a:moveTo>
                  <a:lnTo>
                    <a:pt x="10800" y="21600"/>
                  </a:lnTo>
                  <a:lnTo>
                    <a:pt x="12688" y="17693"/>
                  </a:lnTo>
                  <a:cubicBezTo>
                    <a:pt x="12142" y="17835"/>
                    <a:pt x="11493" y="17916"/>
                    <a:pt x="10805" y="17916"/>
                  </a:cubicBezTo>
                  <a:cubicBezTo>
                    <a:pt x="10112" y="17916"/>
                    <a:pt x="9464" y="17835"/>
                    <a:pt x="8907" y="17688"/>
                  </a:cubicBezTo>
                  <a:close/>
                </a:path>
              </a:pathLst>
            </a:custGeom>
            <a:solidFill>
              <a:srgbClr val="FFD479"/>
            </a:solidFill>
            <a:ln w="3937"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4992" name="Line">
              <a:extLst>
                <a:ext uri="{FF2B5EF4-FFF2-40B4-BE49-F238E27FC236}">
                  <a16:creationId xmlns:a16="http://schemas.microsoft.com/office/drawing/2014/main" id="{594E454A-BEB2-427C-7728-90717126CE35}"/>
                </a:ext>
              </a:extLst>
            </p:cNvPr>
            <p:cNvSpPr/>
            <p:nvPr/>
          </p:nvSpPr>
          <p:spPr>
            <a:xfrm>
              <a:off x="14303268" y="29879192"/>
              <a:ext cx="928943" cy="1565529"/>
            </a:xfrm>
            <a:prstGeom prst="line">
              <a:avLst/>
            </a:prstGeom>
            <a:ln w="23622">
              <a:solidFill>
                <a:schemeClr val="accent1">
                  <a:lumMod val="60000"/>
                  <a:lumOff val="40000"/>
                </a:schemeClr>
              </a:solidFill>
              <a:miter lim="400000"/>
              <a:tailEnd type="triangle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993" name="Line">
              <a:extLst>
                <a:ext uri="{FF2B5EF4-FFF2-40B4-BE49-F238E27FC236}">
                  <a16:creationId xmlns:a16="http://schemas.microsoft.com/office/drawing/2014/main" id="{314C345F-71A7-EE0D-3F16-E2932E264187}"/>
                </a:ext>
              </a:extLst>
            </p:cNvPr>
            <p:cNvSpPr/>
            <p:nvPr/>
          </p:nvSpPr>
          <p:spPr>
            <a:xfrm flipV="1">
              <a:off x="16111996" y="30284102"/>
              <a:ext cx="877131" cy="4671"/>
            </a:xfrm>
            <a:prstGeom prst="line">
              <a:avLst/>
            </a:prstGeom>
            <a:ln w="7874">
              <a:solidFill>
                <a:srgbClr val="000000"/>
              </a:solidFill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994" name="Shape">
              <a:extLst>
                <a:ext uri="{FF2B5EF4-FFF2-40B4-BE49-F238E27FC236}">
                  <a16:creationId xmlns:a16="http://schemas.microsoft.com/office/drawing/2014/main" id="{04D2A34F-145E-C891-579B-E27F6E4F8684}"/>
                </a:ext>
              </a:extLst>
            </p:cNvPr>
            <p:cNvSpPr/>
            <p:nvPr/>
          </p:nvSpPr>
          <p:spPr>
            <a:xfrm>
              <a:off x="21855875" y="30218866"/>
              <a:ext cx="591566" cy="209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03" y="0"/>
                  </a:moveTo>
                  <a:cubicBezTo>
                    <a:pt x="7967" y="0"/>
                    <a:pt x="5720" y="2939"/>
                    <a:pt x="4858" y="7062"/>
                  </a:cubicBezTo>
                  <a:cubicBezTo>
                    <a:pt x="4628" y="6992"/>
                    <a:pt x="4391" y="6953"/>
                    <a:pt x="4150" y="6953"/>
                  </a:cubicBezTo>
                  <a:cubicBezTo>
                    <a:pt x="1857" y="6953"/>
                    <a:pt x="0" y="10233"/>
                    <a:pt x="0" y="14278"/>
                  </a:cubicBezTo>
                  <a:cubicBezTo>
                    <a:pt x="0" y="18323"/>
                    <a:pt x="1857" y="21600"/>
                    <a:pt x="4150" y="21600"/>
                  </a:cubicBezTo>
                  <a:cubicBezTo>
                    <a:pt x="4193" y="21600"/>
                    <a:pt x="4237" y="21597"/>
                    <a:pt x="4280" y="21594"/>
                  </a:cubicBezTo>
                  <a:lnTo>
                    <a:pt x="10532" y="21597"/>
                  </a:lnTo>
                  <a:cubicBezTo>
                    <a:pt x="10555" y="21598"/>
                    <a:pt x="10579" y="21600"/>
                    <a:pt x="10603" y="21600"/>
                  </a:cubicBezTo>
                  <a:cubicBezTo>
                    <a:pt x="10626" y="21600"/>
                    <a:pt x="10648" y="21598"/>
                    <a:pt x="10672" y="21597"/>
                  </a:cubicBezTo>
                  <a:lnTo>
                    <a:pt x="18141" y="21600"/>
                  </a:lnTo>
                  <a:cubicBezTo>
                    <a:pt x="20051" y="21600"/>
                    <a:pt x="21600" y="18868"/>
                    <a:pt x="21600" y="15496"/>
                  </a:cubicBezTo>
                  <a:cubicBezTo>
                    <a:pt x="21600" y="12124"/>
                    <a:pt x="20051" y="9389"/>
                    <a:pt x="18141" y="9389"/>
                  </a:cubicBezTo>
                  <a:cubicBezTo>
                    <a:pt x="17627" y="9389"/>
                    <a:pt x="17139" y="9589"/>
                    <a:pt x="16701" y="9943"/>
                  </a:cubicBezTo>
                  <a:cubicBezTo>
                    <a:pt x="16453" y="4379"/>
                    <a:pt x="13819" y="0"/>
                    <a:pt x="10603" y="0"/>
                  </a:cubicBezTo>
                  <a:close/>
                </a:path>
              </a:pathLst>
            </a:custGeom>
            <a:solidFill>
              <a:srgbClr val="FFFFFF"/>
            </a:solidFill>
            <a:ln w="23622">
              <a:solidFill>
                <a:srgbClr val="5E5E5E"/>
              </a:solidFill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4995" name="Shape">
              <a:extLst>
                <a:ext uri="{FF2B5EF4-FFF2-40B4-BE49-F238E27FC236}">
                  <a16:creationId xmlns:a16="http://schemas.microsoft.com/office/drawing/2014/main" id="{82091F50-2474-0AAB-1E06-EAD1EA7DDA2F}"/>
                </a:ext>
              </a:extLst>
            </p:cNvPr>
            <p:cNvSpPr/>
            <p:nvPr/>
          </p:nvSpPr>
          <p:spPr>
            <a:xfrm>
              <a:off x="20848983" y="30567858"/>
              <a:ext cx="591566" cy="2093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03" y="0"/>
                  </a:moveTo>
                  <a:cubicBezTo>
                    <a:pt x="7967" y="0"/>
                    <a:pt x="5720" y="2939"/>
                    <a:pt x="4858" y="7062"/>
                  </a:cubicBezTo>
                  <a:cubicBezTo>
                    <a:pt x="4628" y="6992"/>
                    <a:pt x="4391" y="6953"/>
                    <a:pt x="4150" y="6953"/>
                  </a:cubicBezTo>
                  <a:cubicBezTo>
                    <a:pt x="1857" y="6953"/>
                    <a:pt x="0" y="10233"/>
                    <a:pt x="0" y="14278"/>
                  </a:cubicBezTo>
                  <a:cubicBezTo>
                    <a:pt x="0" y="18323"/>
                    <a:pt x="1857" y="21600"/>
                    <a:pt x="4150" y="21600"/>
                  </a:cubicBezTo>
                  <a:cubicBezTo>
                    <a:pt x="4193" y="21600"/>
                    <a:pt x="4237" y="21597"/>
                    <a:pt x="4280" y="21594"/>
                  </a:cubicBezTo>
                  <a:lnTo>
                    <a:pt x="10532" y="21597"/>
                  </a:lnTo>
                  <a:cubicBezTo>
                    <a:pt x="10555" y="21598"/>
                    <a:pt x="10579" y="21600"/>
                    <a:pt x="10603" y="21600"/>
                  </a:cubicBezTo>
                  <a:cubicBezTo>
                    <a:pt x="10626" y="21600"/>
                    <a:pt x="10648" y="21598"/>
                    <a:pt x="10672" y="21597"/>
                  </a:cubicBezTo>
                  <a:lnTo>
                    <a:pt x="18141" y="21600"/>
                  </a:lnTo>
                  <a:cubicBezTo>
                    <a:pt x="20051" y="21600"/>
                    <a:pt x="21600" y="18868"/>
                    <a:pt x="21600" y="15496"/>
                  </a:cubicBezTo>
                  <a:cubicBezTo>
                    <a:pt x="21600" y="12124"/>
                    <a:pt x="20051" y="9389"/>
                    <a:pt x="18141" y="9389"/>
                  </a:cubicBezTo>
                  <a:cubicBezTo>
                    <a:pt x="17627" y="9389"/>
                    <a:pt x="17139" y="9589"/>
                    <a:pt x="16701" y="9943"/>
                  </a:cubicBezTo>
                  <a:cubicBezTo>
                    <a:pt x="16453" y="4379"/>
                    <a:pt x="13819" y="0"/>
                    <a:pt x="10603" y="0"/>
                  </a:cubicBezTo>
                  <a:close/>
                </a:path>
              </a:pathLst>
            </a:custGeom>
            <a:solidFill>
              <a:srgbClr val="FFFFFF"/>
            </a:solidFill>
            <a:ln w="23622">
              <a:solidFill>
                <a:srgbClr val="5E5E5E"/>
              </a:solidFill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4996" name="Volcano">
              <a:extLst>
                <a:ext uri="{FF2B5EF4-FFF2-40B4-BE49-F238E27FC236}">
                  <a16:creationId xmlns:a16="http://schemas.microsoft.com/office/drawing/2014/main" id="{DC346D06-8DA3-9F65-77A8-1F30C844B065}"/>
                </a:ext>
              </a:extLst>
            </p:cNvPr>
            <p:cNvSpPr/>
            <p:nvPr/>
          </p:nvSpPr>
          <p:spPr>
            <a:xfrm>
              <a:off x="15745644" y="31068441"/>
              <a:ext cx="766355" cy="3294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453" y="0"/>
                  </a:moveTo>
                  <a:cubicBezTo>
                    <a:pt x="9378" y="0"/>
                    <a:pt x="9303" y="84"/>
                    <a:pt x="9260" y="235"/>
                  </a:cubicBezTo>
                  <a:cubicBezTo>
                    <a:pt x="5303" y="13781"/>
                    <a:pt x="0" y="21600"/>
                    <a:pt x="0" y="21600"/>
                  </a:cubicBezTo>
                  <a:lnTo>
                    <a:pt x="21600" y="21600"/>
                  </a:lnTo>
                  <a:cubicBezTo>
                    <a:pt x="21600" y="21600"/>
                    <a:pt x="16303" y="13781"/>
                    <a:pt x="12340" y="235"/>
                  </a:cubicBezTo>
                  <a:cubicBezTo>
                    <a:pt x="12297" y="84"/>
                    <a:pt x="12227" y="0"/>
                    <a:pt x="12147" y="0"/>
                  </a:cubicBezTo>
                  <a:lnTo>
                    <a:pt x="9453" y="0"/>
                  </a:lnTo>
                  <a:close/>
                  <a:moveTo>
                    <a:pt x="9759" y="1223"/>
                  </a:moveTo>
                  <a:lnTo>
                    <a:pt x="11856" y="1223"/>
                  </a:lnTo>
                  <a:cubicBezTo>
                    <a:pt x="11931" y="1223"/>
                    <a:pt x="12002" y="1312"/>
                    <a:pt x="12039" y="1462"/>
                  </a:cubicBezTo>
                  <a:cubicBezTo>
                    <a:pt x="12346" y="2588"/>
                    <a:pt x="12765" y="4040"/>
                    <a:pt x="13034" y="4753"/>
                  </a:cubicBezTo>
                  <a:cubicBezTo>
                    <a:pt x="13276" y="5391"/>
                    <a:pt x="12921" y="5903"/>
                    <a:pt x="12684" y="5390"/>
                  </a:cubicBezTo>
                  <a:cubicBezTo>
                    <a:pt x="12475" y="4927"/>
                    <a:pt x="12270" y="4251"/>
                    <a:pt x="12147" y="3838"/>
                  </a:cubicBezTo>
                  <a:cubicBezTo>
                    <a:pt x="12012" y="3401"/>
                    <a:pt x="11803" y="3587"/>
                    <a:pt x="11846" y="4100"/>
                  </a:cubicBezTo>
                  <a:cubicBezTo>
                    <a:pt x="11943" y="5276"/>
                    <a:pt x="12416" y="8667"/>
                    <a:pt x="12540" y="9530"/>
                  </a:cubicBezTo>
                  <a:cubicBezTo>
                    <a:pt x="12669" y="10393"/>
                    <a:pt x="12260" y="10619"/>
                    <a:pt x="12147" y="9944"/>
                  </a:cubicBezTo>
                  <a:cubicBezTo>
                    <a:pt x="11889" y="8405"/>
                    <a:pt x="11454" y="4966"/>
                    <a:pt x="11303" y="3315"/>
                  </a:cubicBezTo>
                  <a:cubicBezTo>
                    <a:pt x="11260" y="2802"/>
                    <a:pt x="10974" y="2911"/>
                    <a:pt x="10974" y="3424"/>
                  </a:cubicBezTo>
                  <a:cubicBezTo>
                    <a:pt x="10974" y="3937"/>
                    <a:pt x="11050" y="5765"/>
                    <a:pt x="11130" y="7716"/>
                  </a:cubicBezTo>
                  <a:cubicBezTo>
                    <a:pt x="11168" y="8579"/>
                    <a:pt x="10679" y="8730"/>
                    <a:pt x="10646" y="7704"/>
                  </a:cubicBezTo>
                  <a:cubicBezTo>
                    <a:pt x="10625" y="7004"/>
                    <a:pt x="10599" y="6540"/>
                    <a:pt x="10582" y="5965"/>
                  </a:cubicBezTo>
                  <a:cubicBezTo>
                    <a:pt x="10561" y="5277"/>
                    <a:pt x="10292" y="5288"/>
                    <a:pt x="10211" y="5863"/>
                  </a:cubicBezTo>
                  <a:cubicBezTo>
                    <a:pt x="9974" y="7564"/>
                    <a:pt x="9845" y="8130"/>
                    <a:pt x="9710" y="8642"/>
                  </a:cubicBezTo>
                  <a:cubicBezTo>
                    <a:pt x="9528" y="9343"/>
                    <a:pt x="9183" y="8918"/>
                    <a:pt x="9307" y="8267"/>
                  </a:cubicBezTo>
                  <a:cubicBezTo>
                    <a:pt x="9495" y="7304"/>
                    <a:pt x="9894" y="4676"/>
                    <a:pt x="10050" y="3287"/>
                  </a:cubicBezTo>
                  <a:cubicBezTo>
                    <a:pt x="10104" y="2812"/>
                    <a:pt x="9904" y="2526"/>
                    <a:pt x="9759" y="3014"/>
                  </a:cubicBezTo>
                  <a:cubicBezTo>
                    <a:pt x="9496" y="3889"/>
                    <a:pt x="9394" y="4265"/>
                    <a:pt x="9055" y="5066"/>
                  </a:cubicBezTo>
                  <a:cubicBezTo>
                    <a:pt x="8856" y="5529"/>
                    <a:pt x="8550" y="5063"/>
                    <a:pt x="8732" y="4413"/>
                  </a:cubicBezTo>
                  <a:cubicBezTo>
                    <a:pt x="9044" y="3312"/>
                    <a:pt x="9350" y="2399"/>
                    <a:pt x="9571" y="1474"/>
                  </a:cubicBezTo>
                  <a:cubicBezTo>
                    <a:pt x="9609" y="1311"/>
                    <a:pt x="9684" y="1223"/>
                    <a:pt x="9759" y="1223"/>
                  </a:cubicBezTo>
                  <a:close/>
                </a:path>
              </a:pathLst>
            </a:custGeom>
            <a:solidFill>
              <a:srgbClr val="000000"/>
            </a:solidFill>
            <a:ln w="3937"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4997" name="Connection Line">
              <a:extLst>
                <a:ext uri="{FF2B5EF4-FFF2-40B4-BE49-F238E27FC236}">
                  <a16:creationId xmlns:a16="http://schemas.microsoft.com/office/drawing/2014/main" id="{BDD1DA89-CDCA-798E-3FE2-CB92DEC6D7E4}"/>
                </a:ext>
              </a:extLst>
            </p:cNvPr>
            <p:cNvSpPr/>
            <p:nvPr/>
          </p:nvSpPr>
          <p:spPr>
            <a:xfrm>
              <a:off x="15845777" y="30288583"/>
              <a:ext cx="308627" cy="6513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229" h="21600" extrusionOk="0">
                  <a:moveTo>
                    <a:pt x="13586" y="21600"/>
                  </a:moveTo>
                  <a:cubicBezTo>
                    <a:pt x="-5371" y="7994"/>
                    <a:pt x="-4490" y="794"/>
                    <a:pt x="16229" y="0"/>
                  </a:cubicBezTo>
                </a:path>
              </a:pathLst>
            </a:custGeom>
            <a:ln w="7874">
              <a:solidFill>
                <a:srgbClr val="000000"/>
              </a:solidFill>
              <a:miter lim="400000"/>
            </a:ln>
          </p:spPr>
          <p:txBody>
            <a:bodyPr wrap="none" lIns="28346" tIns="14173" rIns="28346" bIns="14173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998" name="Line">
              <a:extLst>
                <a:ext uri="{FF2B5EF4-FFF2-40B4-BE49-F238E27FC236}">
                  <a16:creationId xmlns:a16="http://schemas.microsoft.com/office/drawing/2014/main" id="{142D32E0-081B-5F15-8D27-B93AE8C0BE61}"/>
                </a:ext>
              </a:extLst>
            </p:cNvPr>
            <p:cNvSpPr/>
            <p:nvPr/>
          </p:nvSpPr>
          <p:spPr>
            <a:xfrm flipV="1">
              <a:off x="17096704" y="29169044"/>
              <a:ext cx="186546" cy="931519"/>
            </a:xfrm>
            <a:prstGeom prst="line">
              <a:avLst/>
            </a:prstGeom>
            <a:ln w="23622">
              <a:solidFill>
                <a:schemeClr val="accent1">
                  <a:lumMod val="60000"/>
                  <a:lumOff val="40000"/>
                </a:schemeClr>
              </a:solidFill>
              <a:miter lim="400000"/>
              <a:tailEnd type="triangle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999" name="Line">
              <a:extLst>
                <a:ext uri="{FF2B5EF4-FFF2-40B4-BE49-F238E27FC236}">
                  <a16:creationId xmlns:a16="http://schemas.microsoft.com/office/drawing/2014/main" id="{DE48D753-CCC3-AA13-ADB7-6A9AA01E13ED}"/>
                </a:ext>
              </a:extLst>
            </p:cNvPr>
            <p:cNvSpPr/>
            <p:nvPr/>
          </p:nvSpPr>
          <p:spPr>
            <a:xfrm>
              <a:off x="20087018" y="30752824"/>
              <a:ext cx="214958" cy="657829"/>
            </a:xfrm>
            <a:prstGeom prst="line">
              <a:avLst/>
            </a:prstGeom>
            <a:ln w="23622">
              <a:solidFill>
                <a:schemeClr val="accent2"/>
              </a:solidFill>
              <a:miter lim="400000"/>
              <a:tailEnd type="triangle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000" name="Line">
              <a:extLst>
                <a:ext uri="{FF2B5EF4-FFF2-40B4-BE49-F238E27FC236}">
                  <a16:creationId xmlns:a16="http://schemas.microsoft.com/office/drawing/2014/main" id="{4D2BAAC4-9E16-72E2-7FCA-3BC742428F06}"/>
                </a:ext>
              </a:extLst>
            </p:cNvPr>
            <p:cNvSpPr/>
            <p:nvPr/>
          </p:nvSpPr>
          <p:spPr>
            <a:xfrm flipV="1">
              <a:off x="21440548" y="29208513"/>
              <a:ext cx="278923" cy="1163316"/>
            </a:xfrm>
            <a:prstGeom prst="line">
              <a:avLst/>
            </a:prstGeom>
            <a:ln w="23622">
              <a:solidFill>
                <a:schemeClr val="accent1">
                  <a:lumMod val="60000"/>
                  <a:lumOff val="40000"/>
                </a:schemeClr>
              </a:solidFill>
              <a:miter lim="400000"/>
              <a:tailEnd type="triangle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440" name="Gear">
              <a:extLst>
                <a:ext uri="{FF2B5EF4-FFF2-40B4-BE49-F238E27FC236}">
                  <a16:creationId xmlns:a16="http://schemas.microsoft.com/office/drawing/2014/main" id="{42E66E29-A0AF-2890-6801-BA2443F53837}"/>
                </a:ext>
              </a:extLst>
            </p:cNvPr>
            <p:cNvSpPr/>
            <p:nvPr/>
          </p:nvSpPr>
          <p:spPr>
            <a:xfrm>
              <a:off x="19515844" y="30208705"/>
              <a:ext cx="637759" cy="6349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9" extrusionOk="0">
                  <a:moveTo>
                    <a:pt x="9384" y="0"/>
                  </a:moveTo>
                  <a:cubicBezTo>
                    <a:pt x="9373" y="0"/>
                    <a:pt x="9237" y="27"/>
                    <a:pt x="9075" y="54"/>
                  </a:cubicBezTo>
                  <a:lnTo>
                    <a:pt x="7468" y="445"/>
                  </a:lnTo>
                  <a:cubicBezTo>
                    <a:pt x="7312" y="494"/>
                    <a:pt x="7177" y="531"/>
                    <a:pt x="7166" y="537"/>
                  </a:cubicBezTo>
                  <a:cubicBezTo>
                    <a:pt x="7161" y="542"/>
                    <a:pt x="7154" y="677"/>
                    <a:pt x="7154" y="840"/>
                  </a:cubicBezTo>
                  <a:lnTo>
                    <a:pt x="7166" y="1761"/>
                  </a:lnTo>
                  <a:cubicBezTo>
                    <a:pt x="7166" y="1924"/>
                    <a:pt x="7047" y="2119"/>
                    <a:pt x="6902" y="2190"/>
                  </a:cubicBezTo>
                  <a:lnTo>
                    <a:pt x="6151" y="2574"/>
                  </a:lnTo>
                  <a:cubicBezTo>
                    <a:pt x="6006" y="2655"/>
                    <a:pt x="5778" y="2644"/>
                    <a:pt x="5649" y="2547"/>
                  </a:cubicBezTo>
                  <a:lnTo>
                    <a:pt x="4900" y="2010"/>
                  </a:lnTo>
                  <a:cubicBezTo>
                    <a:pt x="4765" y="1913"/>
                    <a:pt x="4651" y="1842"/>
                    <a:pt x="4645" y="1848"/>
                  </a:cubicBezTo>
                  <a:cubicBezTo>
                    <a:pt x="4640" y="1853"/>
                    <a:pt x="4527" y="1941"/>
                    <a:pt x="4398" y="2044"/>
                  </a:cubicBezTo>
                  <a:lnTo>
                    <a:pt x="3162" y="3116"/>
                  </a:lnTo>
                  <a:cubicBezTo>
                    <a:pt x="3043" y="3230"/>
                    <a:pt x="2941" y="3327"/>
                    <a:pt x="2936" y="3333"/>
                  </a:cubicBezTo>
                  <a:cubicBezTo>
                    <a:pt x="2930" y="3338"/>
                    <a:pt x="2990" y="3462"/>
                    <a:pt x="3065" y="3609"/>
                  </a:cubicBezTo>
                  <a:lnTo>
                    <a:pt x="3490" y="4401"/>
                  </a:lnTo>
                  <a:cubicBezTo>
                    <a:pt x="3566" y="4548"/>
                    <a:pt x="3551" y="4769"/>
                    <a:pt x="3448" y="4899"/>
                  </a:cubicBezTo>
                  <a:lnTo>
                    <a:pt x="2909" y="5648"/>
                  </a:lnTo>
                  <a:cubicBezTo>
                    <a:pt x="2817" y="5783"/>
                    <a:pt x="2612" y="5879"/>
                    <a:pt x="2450" y="5858"/>
                  </a:cubicBezTo>
                  <a:lnTo>
                    <a:pt x="1548" y="5739"/>
                  </a:lnTo>
                  <a:cubicBezTo>
                    <a:pt x="1386" y="5717"/>
                    <a:pt x="1251" y="5707"/>
                    <a:pt x="1246" y="5712"/>
                  </a:cubicBezTo>
                  <a:cubicBezTo>
                    <a:pt x="1241" y="5717"/>
                    <a:pt x="1181" y="5848"/>
                    <a:pt x="1111" y="6000"/>
                  </a:cubicBezTo>
                  <a:lnTo>
                    <a:pt x="518" y="7483"/>
                  </a:lnTo>
                  <a:cubicBezTo>
                    <a:pt x="464" y="7640"/>
                    <a:pt x="420" y="7776"/>
                    <a:pt x="415" y="7781"/>
                  </a:cubicBezTo>
                  <a:cubicBezTo>
                    <a:pt x="415" y="7792"/>
                    <a:pt x="523" y="7874"/>
                    <a:pt x="658" y="7966"/>
                  </a:cubicBezTo>
                  <a:lnTo>
                    <a:pt x="1381" y="8454"/>
                  </a:lnTo>
                  <a:cubicBezTo>
                    <a:pt x="1516" y="8546"/>
                    <a:pt x="1602" y="8752"/>
                    <a:pt x="1570" y="8914"/>
                  </a:cubicBezTo>
                  <a:lnTo>
                    <a:pt x="1420" y="9944"/>
                  </a:lnTo>
                  <a:cubicBezTo>
                    <a:pt x="1404" y="10106"/>
                    <a:pt x="1263" y="10291"/>
                    <a:pt x="1106" y="10345"/>
                  </a:cubicBezTo>
                  <a:lnTo>
                    <a:pt x="280" y="10648"/>
                  </a:lnTo>
                  <a:cubicBezTo>
                    <a:pt x="123" y="10702"/>
                    <a:pt x="0" y="10758"/>
                    <a:pt x="0" y="10769"/>
                  </a:cubicBezTo>
                  <a:cubicBezTo>
                    <a:pt x="0" y="10779"/>
                    <a:pt x="6" y="10919"/>
                    <a:pt x="17" y="11082"/>
                  </a:cubicBezTo>
                  <a:lnTo>
                    <a:pt x="167" y="12626"/>
                  </a:lnTo>
                  <a:cubicBezTo>
                    <a:pt x="194" y="12789"/>
                    <a:pt x="210" y="12930"/>
                    <a:pt x="216" y="12941"/>
                  </a:cubicBezTo>
                  <a:cubicBezTo>
                    <a:pt x="216" y="12952"/>
                    <a:pt x="350" y="12974"/>
                    <a:pt x="518" y="12990"/>
                  </a:cubicBezTo>
                  <a:lnTo>
                    <a:pt x="1354" y="13082"/>
                  </a:lnTo>
                  <a:cubicBezTo>
                    <a:pt x="1516" y="13098"/>
                    <a:pt x="1688" y="13245"/>
                    <a:pt x="1737" y="13402"/>
                  </a:cubicBezTo>
                  <a:lnTo>
                    <a:pt x="2121" y="14501"/>
                  </a:lnTo>
                  <a:cubicBezTo>
                    <a:pt x="2181" y="14653"/>
                    <a:pt x="2142" y="14881"/>
                    <a:pt x="2028" y="15000"/>
                  </a:cubicBezTo>
                  <a:lnTo>
                    <a:pt x="1457" y="15624"/>
                  </a:lnTo>
                  <a:cubicBezTo>
                    <a:pt x="1349" y="15743"/>
                    <a:pt x="1258" y="15850"/>
                    <a:pt x="1263" y="15856"/>
                  </a:cubicBezTo>
                  <a:cubicBezTo>
                    <a:pt x="1268" y="15861"/>
                    <a:pt x="1338" y="15986"/>
                    <a:pt x="1425" y="16127"/>
                  </a:cubicBezTo>
                  <a:lnTo>
                    <a:pt x="2256" y="17380"/>
                  </a:lnTo>
                  <a:cubicBezTo>
                    <a:pt x="2353" y="17510"/>
                    <a:pt x="2440" y="17623"/>
                    <a:pt x="2445" y="17634"/>
                  </a:cubicBezTo>
                  <a:cubicBezTo>
                    <a:pt x="2450" y="17639"/>
                    <a:pt x="2579" y="17595"/>
                    <a:pt x="2730" y="17535"/>
                  </a:cubicBezTo>
                  <a:lnTo>
                    <a:pt x="3490" y="17232"/>
                  </a:lnTo>
                  <a:cubicBezTo>
                    <a:pt x="3641" y="17173"/>
                    <a:pt x="3863" y="17216"/>
                    <a:pt x="3976" y="17336"/>
                  </a:cubicBezTo>
                  <a:lnTo>
                    <a:pt x="4905" y="18192"/>
                  </a:lnTo>
                  <a:cubicBezTo>
                    <a:pt x="5029" y="18295"/>
                    <a:pt x="5100" y="18511"/>
                    <a:pt x="5062" y="18673"/>
                  </a:cubicBezTo>
                  <a:lnTo>
                    <a:pt x="4851" y="19476"/>
                  </a:lnTo>
                  <a:cubicBezTo>
                    <a:pt x="4808" y="19633"/>
                    <a:pt x="4780" y="19769"/>
                    <a:pt x="4785" y="19774"/>
                  </a:cubicBezTo>
                  <a:cubicBezTo>
                    <a:pt x="4791" y="19780"/>
                    <a:pt x="4915" y="19850"/>
                    <a:pt x="5055" y="19937"/>
                  </a:cubicBezTo>
                  <a:lnTo>
                    <a:pt x="6345" y="20631"/>
                  </a:lnTo>
                  <a:cubicBezTo>
                    <a:pt x="6491" y="20701"/>
                    <a:pt x="6621" y="20761"/>
                    <a:pt x="6632" y="20766"/>
                  </a:cubicBezTo>
                  <a:cubicBezTo>
                    <a:pt x="6637" y="20772"/>
                    <a:pt x="6735" y="20668"/>
                    <a:pt x="6843" y="20543"/>
                  </a:cubicBezTo>
                  <a:lnTo>
                    <a:pt x="7370" y="19932"/>
                  </a:lnTo>
                  <a:cubicBezTo>
                    <a:pt x="7478" y="19807"/>
                    <a:pt x="7694" y="19742"/>
                    <a:pt x="7851" y="19791"/>
                  </a:cubicBezTo>
                  <a:lnTo>
                    <a:pt x="9136" y="20116"/>
                  </a:lnTo>
                  <a:cubicBezTo>
                    <a:pt x="9298" y="20149"/>
                    <a:pt x="9459" y="20306"/>
                    <a:pt x="9497" y="20468"/>
                  </a:cubicBezTo>
                  <a:lnTo>
                    <a:pt x="9680" y="21259"/>
                  </a:lnTo>
                  <a:cubicBezTo>
                    <a:pt x="9718" y="21422"/>
                    <a:pt x="9756" y="21552"/>
                    <a:pt x="9761" y="21552"/>
                  </a:cubicBezTo>
                  <a:cubicBezTo>
                    <a:pt x="9767" y="21552"/>
                    <a:pt x="9911" y="21562"/>
                    <a:pt x="10073" y="21573"/>
                  </a:cubicBezTo>
                  <a:lnTo>
                    <a:pt x="10500" y="21595"/>
                  </a:lnTo>
                  <a:cubicBezTo>
                    <a:pt x="10662" y="21600"/>
                    <a:pt x="10931" y="21600"/>
                    <a:pt x="11098" y="21595"/>
                  </a:cubicBezTo>
                  <a:lnTo>
                    <a:pt x="11525" y="21573"/>
                  </a:lnTo>
                  <a:cubicBezTo>
                    <a:pt x="11687" y="21562"/>
                    <a:pt x="11828" y="21552"/>
                    <a:pt x="11839" y="21552"/>
                  </a:cubicBezTo>
                  <a:cubicBezTo>
                    <a:pt x="11849" y="21552"/>
                    <a:pt x="11882" y="21416"/>
                    <a:pt x="11920" y="21259"/>
                  </a:cubicBezTo>
                  <a:lnTo>
                    <a:pt x="12103" y="20468"/>
                  </a:lnTo>
                  <a:cubicBezTo>
                    <a:pt x="12141" y="20306"/>
                    <a:pt x="12302" y="20149"/>
                    <a:pt x="12464" y="20116"/>
                  </a:cubicBezTo>
                  <a:lnTo>
                    <a:pt x="13749" y="19791"/>
                  </a:lnTo>
                  <a:cubicBezTo>
                    <a:pt x="13906" y="19742"/>
                    <a:pt x="14120" y="19807"/>
                    <a:pt x="14228" y="19932"/>
                  </a:cubicBezTo>
                  <a:lnTo>
                    <a:pt x="14757" y="20543"/>
                  </a:lnTo>
                  <a:cubicBezTo>
                    <a:pt x="14865" y="20668"/>
                    <a:pt x="14957" y="20767"/>
                    <a:pt x="14968" y="20766"/>
                  </a:cubicBezTo>
                  <a:cubicBezTo>
                    <a:pt x="14974" y="20761"/>
                    <a:pt x="15102" y="20701"/>
                    <a:pt x="15253" y="20631"/>
                  </a:cubicBezTo>
                  <a:lnTo>
                    <a:pt x="16543" y="19937"/>
                  </a:lnTo>
                  <a:cubicBezTo>
                    <a:pt x="16683" y="19850"/>
                    <a:pt x="16802" y="19780"/>
                    <a:pt x="16813" y="19774"/>
                  </a:cubicBezTo>
                  <a:cubicBezTo>
                    <a:pt x="16818" y="19769"/>
                    <a:pt x="16792" y="19633"/>
                    <a:pt x="16749" y="19476"/>
                  </a:cubicBezTo>
                  <a:lnTo>
                    <a:pt x="16538" y="18673"/>
                  </a:lnTo>
                  <a:cubicBezTo>
                    <a:pt x="16495" y="18516"/>
                    <a:pt x="16565" y="18301"/>
                    <a:pt x="16695" y="18192"/>
                  </a:cubicBezTo>
                  <a:lnTo>
                    <a:pt x="17622" y="17336"/>
                  </a:lnTo>
                  <a:cubicBezTo>
                    <a:pt x="17736" y="17216"/>
                    <a:pt x="17957" y="17173"/>
                    <a:pt x="18108" y="17232"/>
                  </a:cubicBezTo>
                  <a:lnTo>
                    <a:pt x="18868" y="17535"/>
                  </a:lnTo>
                  <a:cubicBezTo>
                    <a:pt x="19019" y="17595"/>
                    <a:pt x="19150" y="17639"/>
                    <a:pt x="19155" y="17634"/>
                  </a:cubicBezTo>
                  <a:cubicBezTo>
                    <a:pt x="19160" y="17628"/>
                    <a:pt x="19247" y="17515"/>
                    <a:pt x="19344" y="17380"/>
                  </a:cubicBezTo>
                  <a:lnTo>
                    <a:pt x="20175" y="16127"/>
                  </a:lnTo>
                  <a:cubicBezTo>
                    <a:pt x="20262" y="15986"/>
                    <a:pt x="20332" y="15861"/>
                    <a:pt x="20337" y="15856"/>
                  </a:cubicBezTo>
                  <a:cubicBezTo>
                    <a:pt x="20342" y="15850"/>
                    <a:pt x="20256" y="15743"/>
                    <a:pt x="20143" y="15624"/>
                  </a:cubicBezTo>
                  <a:lnTo>
                    <a:pt x="19570" y="14989"/>
                  </a:lnTo>
                  <a:cubicBezTo>
                    <a:pt x="19462" y="14869"/>
                    <a:pt x="19419" y="14642"/>
                    <a:pt x="19479" y="14491"/>
                  </a:cubicBezTo>
                  <a:lnTo>
                    <a:pt x="19862" y="13390"/>
                  </a:lnTo>
                  <a:cubicBezTo>
                    <a:pt x="19910" y="13233"/>
                    <a:pt x="20082" y="13088"/>
                    <a:pt x="20244" y="13072"/>
                  </a:cubicBezTo>
                  <a:lnTo>
                    <a:pt x="21081" y="12978"/>
                  </a:lnTo>
                  <a:cubicBezTo>
                    <a:pt x="21243" y="12962"/>
                    <a:pt x="21379" y="12940"/>
                    <a:pt x="21384" y="12929"/>
                  </a:cubicBezTo>
                  <a:cubicBezTo>
                    <a:pt x="21384" y="12918"/>
                    <a:pt x="21404" y="12784"/>
                    <a:pt x="21431" y="12616"/>
                  </a:cubicBezTo>
                  <a:lnTo>
                    <a:pt x="21583" y="11072"/>
                  </a:lnTo>
                  <a:cubicBezTo>
                    <a:pt x="21594" y="10909"/>
                    <a:pt x="21600" y="10767"/>
                    <a:pt x="21600" y="10757"/>
                  </a:cubicBezTo>
                  <a:cubicBezTo>
                    <a:pt x="21584" y="10757"/>
                    <a:pt x="21460" y="10702"/>
                    <a:pt x="21303" y="10648"/>
                  </a:cubicBezTo>
                  <a:lnTo>
                    <a:pt x="20477" y="10345"/>
                  </a:lnTo>
                  <a:cubicBezTo>
                    <a:pt x="20321" y="10291"/>
                    <a:pt x="20180" y="10106"/>
                    <a:pt x="20163" y="9944"/>
                  </a:cubicBezTo>
                  <a:lnTo>
                    <a:pt x="20013" y="8914"/>
                  </a:lnTo>
                  <a:cubicBezTo>
                    <a:pt x="19981" y="8752"/>
                    <a:pt x="20067" y="8546"/>
                    <a:pt x="20202" y="8454"/>
                  </a:cubicBezTo>
                  <a:lnTo>
                    <a:pt x="20926" y="7966"/>
                  </a:lnTo>
                  <a:cubicBezTo>
                    <a:pt x="21060" y="7874"/>
                    <a:pt x="21174" y="7792"/>
                    <a:pt x="21168" y="7781"/>
                  </a:cubicBezTo>
                  <a:cubicBezTo>
                    <a:pt x="21168" y="7770"/>
                    <a:pt x="21119" y="7640"/>
                    <a:pt x="21065" y="7483"/>
                  </a:cubicBezTo>
                  <a:lnTo>
                    <a:pt x="20472" y="6000"/>
                  </a:lnTo>
                  <a:cubicBezTo>
                    <a:pt x="20402" y="5848"/>
                    <a:pt x="20342" y="5723"/>
                    <a:pt x="20337" y="5712"/>
                  </a:cubicBezTo>
                  <a:cubicBezTo>
                    <a:pt x="20332" y="5701"/>
                    <a:pt x="20197" y="5717"/>
                    <a:pt x="20035" y="5739"/>
                  </a:cubicBezTo>
                  <a:lnTo>
                    <a:pt x="19133" y="5858"/>
                  </a:lnTo>
                  <a:cubicBezTo>
                    <a:pt x="18971" y="5879"/>
                    <a:pt x="18761" y="5788"/>
                    <a:pt x="18674" y="5648"/>
                  </a:cubicBezTo>
                  <a:lnTo>
                    <a:pt x="18135" y="4899"/>
                  </a:lnTo>
                  <a:cubicBezTo>
                    <a:pt x="18032" y="4769"/>
                    <a:pt x="18017" y="4548"/>
                    <a:pt x="18093" y="4401"/>
                  </a:cubicBezTo>
                  <a:lnTo>
                    <a:pt x="18518" y="3609"/>
                  </a:lnTo>
                  <a:cubicBezTo>
                    <a:pt x="18593" y="3462"/>
                    <a:pt x="18653" y="3338"/>
                    <a:pt x="18647" y="3333"/>
                  </a:cubicBezTo>
                  <a:cubicBezTo>
                    <a:pt x="18642" y="3327"/>
                    <a:pt x="18540" y="3230"/>
                    <a:pt x="18422" y="3116"/>
                  </a:cubicBezTo>
                  <a:lnTo>
                    <a:pt x="17186" y="2044"/>
                  </a:lnTo>
                  <a:cubicBezTo>
                    <a:pt x="17056" y="1941"/>
                    <a:pt x="16943" y="1853"/>
                    <a:pt x="16938" y="1848"/>
                  </a:cubicBezTo>
                  <a:cubicBezTo>
                    <a:pt x="16932" y="1842"/>
                    <a:pt x="16813" y="1918"/>
                    <a:pt x="16683" y="2010"/>
                  </a:cubicBezTo>
                  <a:lnTo>
                    <a:pt x="15934" y="2547"/>
                  </a:lnTo>
                  <a:cubicBezTo>
                    <a:pt x="15800" y="2644"/>
                    <a:pt x="15572" y="2655"/>
                    <a:pt x="15432" y="2574"/>
                  </a:cubicBezTo>
                  <a:lnTo>
                    <a:pt x="14682" y="2190"/>
                  </a:lnTo>
                  <a:cubicBezTo>
                    <a:pt x="14531" y="2119"/>
                    <a:pt x="14411" y="1929"/>
                    <a:pt x="14417" y="1761"/>
                  </a:cubicBezTo>
                  <a:lnTo>
                    <a:pt x="14429" y="840"/>
                  </a:lnTo>
                  <a:cubicBezTo>
                    <a:pt x="14429" y="677"/>
                    <a:pt x="14428" y="537"/>
                    <a:pt x="14417" y="537"/>
                  </a:cubicBezTo>
                  <a:cubicBezTo>
                    <a:pt x="14411" y="531"/>
                    <a:pt x="14272" y="494"/>
                    <a:pt x="14115" y="445"/>
                  </a:cubicBezTo>
                  <a:lnTo>
                    <a:pt x="12508" y="54"/>
                  </a:lnTo>
                  <a:cubicBezTo>
                    <a:pt x="12346" y="22"/>
                    <a:pt x="12205" y="0"/>
                    <a:pt x="12200" y="0"/>
                  </a:cubicBezTo>
                  <a:cubicBezTo>
                    <a:pt x="12189" y="0"/>
                    <a:pt x="12125" y="120"/>
                    <a:pt x="12049" y="266"/>
                  </a:cubicBezTo>
                  <a:lnTo>
                    <a:pt x="11628" y="1096"/>
                  </a:lnTo>
                  <a:cubicBezTo>
                    <a:pt x="11552" y="1242"/>
                    <a:pt x="11358" y="1355"/>
                    <a:pt x="11196" y="1350"/>
                  </a:cubicBezTo>
                  <a:lnTo>
                    <a:pt x="10387" y="1350"/>
                  </a:lnTo>
                  <a:cubicBezTo>
                    <a:pt x="10225" y="1355"/>
                    <a:pt x="10025" y="1242"/>
                    <a:pt x="9955" y="1096"/>
                  </a:cubicBezTo>
                  <a:lnTo>
                    <a:pt x="9534" y="266"/>
                  </a:lnTo>
                  <a:cubicBezTo>
                    <a:pt x="9458" y="120"/>
                    <a:pt x="9394" y="0"/>
                    <a:pt x="9384" y="0"/>
                  </a:cubicBezTo>
                  <a:close/>
                  <a:moveTo>
                    <a:pt x="10792" y="5820"/>
                  </a:moveTo>
                  <a:cubicBezTo>
                    <a:pt x="13533" y="5820"/>
                    <a:pt x="15761" y="8053"/>
                    <a:pt x="15761" y="10811"/>
                  </a:cubicBezTo>
                  <a:cubicBezTo>
                    <a:pt x="15761" y="13569"/>
                    <a:pt x="13533" y="15801"/>
                    <a:pt x="10792" y="15801"/>
                  </a:cubicBezTo>
                  <a:cubicBezTo>
                    <a:pt x="8051" y="15801"/>
                    <a:pt x="5822" y="13569"/>
                    <a:pt x="5822" y="10811"/>
                  </a:cubicBezTo>
                  <a:cubicBezTo>
                    <a:pt x="5822" y="8053"/>
                    <a:pt x="8045" y="5820"/>
                    <a:pt x="10792" y="5820"/>
                  </a:cubicBezTo>
                  <a:close/>
                  <a:moveTo>
                    <a:pt x="10792" y="7592"/>
                  </a:moveTo>
                  <a:cubicBezTo>
                    <a:pt x="9016" y="7592"/>
                    <a:pt x="7581" y="9033"/>
                    <a:pt x="7581" y="10816"/>
                  </a:cubicBezTo>
                  <a:cubicBezTo>
                    <a:pt x="7581" y="12593"/>
                    <a:pt x="9016" y="14040"/>
                    <a:pt x="10792" y="14040"/>
                  </a:cubicBezTo>
                  <a:cubicBezTo>
                    <a:pt x="12567" y="14040"/>
                    <a:pt x="14002" y="12599"/>
                    <a:pt x="14002" y="10816"/>
                  </a:cubicBezTo>
                  <a:cubicBezTo>
                    <a:pt x="14002" y="9033"/>
                    <a:pt x="12567" y="7592"/>
                    <a:pt x="10792" y="7592"/>
                  </a:cubicBezTo>
                  <a:close/>
                </a:path>
              </a:pathLst>
            </a:custGeom>
            <a:solidFill>
              <a:srgbClr val="7030A0"/>
            </a:solidFill>
            <a:ln w="3937"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441" name="Gear">
              <a:extLst>
                <a:ext uri="{FF2B5EF4-FFF2-40B4-BE49-F238E27FC236}">
                  <a16:creationId xmlns:a16="http://schemas.microsoft.com/office/drawing/2014/main" id="{DFE58EB5-21F4-D0F0-4FE1-C24507FB313F}"/>
                </a:ext>
              </a:extLst>
            </p:cNvPr>
            <p:cNvSpPr/>
            <p:nvPr/>
          </p:nvSpPr>
          <p:spPr>
            <a:xfrm>
              <a:off x="13758358" y="29403794"/>
              <a:ext cx="637756" cy="6349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9" extrusionOk="0">
                  <a:moveTo>
                    <a:pt x="9384" y="0"/>
                  </a:moveTo>
                  <a:cubicBezTo>
                    <a:pt x="9373" y="0"/>
                    <a:pt x="9237" y="27"/>
                    <a:pt x="9075" y="54"/>
                  </a:cubicBezTo>
                  <a:lnTo>
                    <a:pt x="7468" y="445"/>
                  </a:lnTo>
                  <a:cubicBezTo>
                    <a:pt x="7312" y="494"/>
                    <a:pt x="7177" y="531"/>
                    <a:pt x="7166" y="537"/>
                  </a:cubicBezTo>
                  <a:cubicBezTo>
                    <a:pt x="7161" y="542"/>
                    <a:pt x="7154" y="677"/>
                    <a:pt x="7154" y="840"/>
                  </a:cubicBezTo>
                  <a:lnTo>
                    <a:pt x="7166" y="1761"/>
                  </a:lnTo>
                  <a:cubicBezTo>
                    <a:pt x="7166" y="1924"/>
                    <a:pt x="7047" y="2119"/>
                    <a:pt x="6902" y="2190"/>
                  </a:cubicBezTo>
                  <a:lnTo>
                    <a:pt x="6151" y="2574"/>
                  </a:lnTo>
                  <a:cubicBezTo>
                    <a:pt x="6006" y="2655"/>
                    <a:pt x="5778" y="2644"/>
                    <a:pt x="5649" y="2547"/>
                  </a:cubicBezTo>
                  <a:lnTo>
                    <a:pt x="4900" y="2010"/>
                  </a:lnTo>
                  <a:cubicBezTo>
                    <a:pt x="4765" y="1913"/>
                    <a:pt x="4651" y="1842"/>
                    <a:pt x="4645" y="1848"/>
                  </a:cubicBezTo>
                  <a:cubicBezTo>
                    <a:pt x="4640" y="1853"/>
                    <a:pt x="4527" y="1941"/>
                    <a:pt x="4398" y="2044"/>
                  </a:cubicBezTo>
                  <a:lnTo>
                    <a:pt x="3162" y="3116"/>
                  </a:lnTo>
                  <a:cubicBezTo>
                    <a:pt x="3043" y="3230"/>
                    <a:pt x="2941" y="3327"/>
                    <a:pt x="2936" y="3333"/>
                  </a:cubicBezTo>
                  <a:cubicBezTo>
                    <a:pt x="2930" y="3338"/>
                    <a:pt x="2990" y="3462"/>
                    <a:pt x="3065" y="3609"/>
                  </a:cubicBezTo>
                  <a:lnTo>
                    <a:pt x="3490" y="4401"/>
                  </a:lnTo>
                  <a:cubicBezTo>
                    <a:pt x="3566" y="4548"/>
                    <a:pt x="3551" y="4769"/>
                    <a:pt x="3448" y="4899"/>
                  </a:cubicBezTo>
                  <a:lnTo>
                    <a:pt x="2909" y="5648"/>
                  </a:lnTo>
                  <a:cubicBezTo>
                    <a:pt x="2817" y="5783"/>
                    <a:pt x="2612" y="5879"/>
                    <a:pt x="2450" y="5858"/>
                  </a:cubicBezTo>
                  <a:lnTo>
                    <a:pt x="1548" y="5739"/>
                  </a:lnTo>
                  <a:cubicBezTo>
                    <a:pt x="1386" y="5717"/>
                    <a:pt x="1251" y="5707"/>
                    <a:pt x="1246" y="5712"/>
                  </a:cubicBezTo>
                  <a:cubicBezTo>
                    <a:pt x="1241" y="5717"/>
                    <a:pt x="1181" y="5848"/>
                    <a:pt x="1111" y="6000"/>
                  </a:cubicBezTo>
                  <a:lnTo>
                    <a:pt x="518" y="7483"/>
                  </a:lnTo>
                  <a:cubicBezTo>
                    <a:pt x="464" y="7640"/>
                    <a:pt x="420" y="7776"/>
                    <a:pt x="415" y="7781"/>
                  </a:cubicBezTo>
                  <a:cubicBezTo>
                    <a:pt x="415" y="7792"/>
                    <a:pt x="523" y="7874"/>
                    <a:pt x="658" y="7966"/>
                  </a:cubicBezTo>
                  <a:lnTo>
                    <a:pt x="1381" y="8454"/>
                  </a:lnTo>
                  <a:cubicBezTo>
                    <a:pt x="1516" y="8546"/>
                    <a:pt x="1602" y="8752"/>
                    <a:pt x="1570" y="8914"/>
                  </a:cubicBezTo>
                  <a:lnTo>
                    <a:pt x="1420" y="9944"/>
                  </a:lnTo>
                  <a:cubicBezTo>
                    <a:pt x="1404" y="10106"/>
                    <a:pt x="1263" y="10291"/>
                    <a:pt x="1106" y="10345"/>
                  </a:cubicBezTo>
                  <a:lnTo>
                    <a:pt x="280" y="10648"/>
                  </a:lnTo>
                  <a:cubicBezTo>
                    <a:pt x="123" y="10702"/>
                    <a:pt x="0" y="10758"/>
                    <a:pt x="0" y="10769"/>
                  </a:cubicBezTo>
                  <a:cubicBezTo>
                    <a:pt x="0" y="10779"/>
                    <a:pt x="6" y="10919"/>
                    <a:pt x="17" y="11082"/>
                  </a:cubicBezTo>
                  <a:lnTo>
                    <a:pt x="167" y="12626"/>
                  </a:lnTo>
                  <a:cubicBezTo>
                    <a:pt x="194" y="12789"/>
                    <a:pt x="210" y="12930"/>
                    <a:pt x="216" y="12941"/>
                  </a:cubicBezTo>
                  <a:cubicBezTo>
                    <a:pt x="216" y="12952"/>
                    <a:pt x="350" y="12974"/>
                    <a:pt x="518" y="12990"/>
                  </a:cubicBezTo>
                  <a:lnTo>
                    <a:pt x="1354" y="13082"/>
                  </a:lnTo>
                  <a:cubicBezTo>
                    <a:pt x="1516" y="13098"/>
                    <a:pt x="1688" y="13245"/>
                    <a:pt x="1737" y="13402"/>
                  </a:cubicBezTo>
                  <a:lnTo>
                    <a:pt x="2121" y="14501"/>
                  </a:lnTo>
                  <a:cubicBezTo>
                    <a:pt x="2181" y="14653"/>
                    <a:pt x="2142" y="14881"/>
                    <a:pt x="2028" y="15000"/>
                  </a:cubicBezTo>
                  <a:lnTo>
                    <a:pt x="1457" y="15624"/>
                  </a:lnTo>
                  <a:cubicBezTo>
                    <a:pt x="1349" y="15743"/>
                    <a:pt x="1258" y="15850"/>
                    <a:pt x="1263" y="15856"/>
                  </a:cubicBezTo>
                  <a:cubicBezTo>
                    <a:pt x="1268" y="15861"/>
                    <a:pt x="1338" y="15986"/>
                    <a:pt x="1425" y="16127"/>
                  </a:cubicBezTo>
                  <a:lnTo>
                    <a:pt x="2256" y="17380"/>
                  </a:lnTo>
                  <a:cubicBezTo>
                    <a:pt x="2353" y="17510"/>
                    <a:pt x="2440" y="17623"/>
                    <a:pt x="2445" y="17634"/>
                  </a:cubicBezTo>
                  <a:cubicBezTo>
                    <a:pt x="2450" y="17639"/>
                    <a:pt x="2579" y="17595"/>
                    <a:pt x="2730" y="17535"/>
                  </a:cubicBezTo>
                  <a:lnTo>
                    <a:pt x="3490" y="17232"/>
                  </a:lnTo>
                  <a:cubicBezTo>
                    <a:pt x="3641" y="17173"/>
                    <a:pt x="3863" y="17216"/>
                    <a:pt x="3976" y="17336"/>
                  </a:cubicBezTo>
                  <a:lnTo>
                    <a:pt x="4905" y="18192"/>
                  </a:lnTo>
                  <a:cubicBezTo>
                    <a:pt x="5029" y="18295"/>
                    <a:pt x="5100" y="18511"/>
                    <a:pt x="5062" y="18673"/>
                  </a:cubicBezTo>
                  <a:lnTo>
                    <a:pt x="4851" y="19476"/>
                  </a:lnTo>
                  <a:cubicBezTo>
                    <a:pt x="4808" y="19633"/>
                    <a:pt x="4780" y="19769"/>
                    <a:pt x="4785" y="19774"/>
                  </a:cubicBezTo>
                  <a:cubicBezTo>
                    <a:pt x="4791" y="19780"/>
                    <a:pt x="4915" y="19850"/>
                    <a:pt x="5055" y="19937"/>
                  </a:cubicBezTo>
                  <a:lnTo>
                    <a:pt x="6345" y="20631"/>
                  </a:lnTo>
                  <a:cubicBezTo>
                    <a:pt x="6491" y="20701"/>
                    <a:pt x="6621" y="20761"/>
                    <a:pt x="6632" y="20766"/>
                  </a:cubicBezTo>
                  <a:cubicBezTo>
                    <a:pt x="6637" y="20772"/>
                    <a:pt x="6735" y="20668"/>
                    <a:pt x="6843" y="20543"/>
                  </a:cubicBezTo>
                  <a:lnTo>
                    <a:pt x="7370" y="19932"/>
                  </a:lnTo>
                  <a:cubicBezTo>
                    <a:pt x="7478" y="19807"/>
                    <a:pt x="7694" y="19742"/>
                    <a:pt x="7851" y="19791"/>
                  </a:cubicBezTo>
                  <a:lnTo>
                    <a:pt x="9136" y="20116"/>
                  </a:lnTo>
                  <a:cubicBezTo>
                    <a:pt x="9298" y="20149"/>
                    <a:pt x="9459" y="20306"/>
                    <a:pt x="9497" y="20468"/>
                  </a:cubicBezTo>
                  <a:lnTo>
                    <a:pt x="9680" y="21259"/>
                  </a:lnTo>
                  <a:cubicBezTo>
                    <a:pt x="9718" y="21422"/>
                    <a:pt x="9756" y="21552"/>
                    <a:pt x="9761" y="21552"/>
                  </a:cubicBezTo>
                  <a:cubicBezTo>
                    <a:pt x="9767" y="21552"/>
                    <a:pt x="9911" y="21562"/>
                    <a:pt x="10073" y="21573"/>
                  </a:cubicBezTo>
                  <a:lnTo>
                    <a:pt x="10500" y="21595"/>
                  </a:lnTo>
                  <a:cubicBezTo>
                    <a:pt x="10662" y="21600"/>
                    <a:pt x="10931" y="21600"/>
                    <a:pt x="11098" y="21595"/>
                  </a:cubicBezTo>
                  <a:lnTo>
                    <a:pt x="11525" y="21573"/>
                  </a:lnTo>
                  <a:cubicBezTo>
                    <a:pt x="11687" y="21562"/>
                    <a:pt x="11828" y="21552"/>
                    <a:pt x="11839" y="21552"/>
                  </a:cubicBezTo>
                  <a:cubicBezTo>
                    <a:pt x="11849" y="21552"/>
                    <a:pt x="11882" y="21416"/>
                    <a:pt x="11920" y="21259"/>
                  </a:cubicBezTo>
                  <a:lnTo>
                    <a:pt x="12103" y="20468"/>
                  </a:lnTo>
                  <a:cubicBezTo>
                    <a:pt x="12141" y="20306"/>
                    <a:pt x="12302" y="20149"/>
                    <a:pt x="12464" y="20116"/>
                  </a:cubicBezTo>
                  <a:lnTo>
                    <a:pt x="13749" y="19791"/>
                  </a:lnTo>
                  <a:cubicBezTo>
                    <a:pt x="13906" y="19742"/>
                    <a:pt x="14120" y="19807"/>
                    <a:pt x="14228" y="19932"/>
                  </a:cubicBezTo>
                  <a:lnTo>
                    <a:pt x="14757" y="20543"/>
                  </a:lnTo>
                  <a:cubicBezTo>
                    <a:pt x="14865" y="20668"/>
                    <a:pt x="14957" y="20767"/>
                    <a:pt x="14968" y="20766"/>
                  </a:cubicBezTo>
                  <a:cubicBezTo>
                    <a:pt x="14974" y="20761"/>
                    <a:pt x="15102" y="20701"/>
                    <a:pt x="15253" y="20631"/>
                  </a:cubicBezTo>
                  <a:lnTo>
                    <a:pt x="16543" y="19937"/>
                  </a:lnTo>
                  <a:cubicBezTo>
                    <a:pt x="16683" y="19850"/>
                    <a:pt x="16802" y="19780"/>
                    <a:pt x="16813" y="19774"/>
                  </a:cubicBezTo>
                  <a:cubicBezTo>
                    <a:pt x="16818" y="19769"/>
                    <a:pt x="16792" y="19633"/>
                    <a:pt x="16749" y="19476"/>
                  </a:cubicBezTo>
                  <a:lnTo>
                    <a:pt x="16538" y="18673"/>
                  </a:lnTo>
                  <a:cubicBezTo>
                    <a:pt x="16495" y="18516"/>
                    <a:pt x="16565" y="18301"/>
                    <a:pt x="16695" y="18192"/>
                  </a:cubicBezTo>
                  <a:lnTo>
                    <a:pt x="17622" y="17336"/>
                  </a:lnTo>
                  <a:cubicBezTo>
                    <a:pt x="17736" y="17216"/>
                    <a:pt x="17957" y="17173"/>
                    <a:pt x="18108" y="17232"/>
                  </a:cubicBezTo>
                  <a:lnTo>
                    <a:pt x="18868" y="17535"/>
                  </a:lnTo>
                  <a:cubicBezTo>
                    <a:pt x="19019" y="17595"/>
                    <a:pt x="19150" y="17639"/>
                    <a:pt x="19155" y="17634"/>
                  </a:cubicBezTo>
                  <a:cubicBezTo>
                    <a:pt x="19160" y="17628"/>
                    <a:pt x="19247" y="17515"/>
                    <a:pt x="19344" y="17380"/>
                  </a:cubicBezTo>
                  <a:lnTo>
                    <a:pt x="20175" y="16127"/>
                  </a:lnTo>
                  <a:cubicBezTo>
                    <a:pt x="20262" y="15986"/>
                    <a:pt x="20332" y="15861"/>
                    <a:pt x="20337" y="15856"/>
                  </a:cubicBezTo>
                  <a:cubicBezTo>
                    <a:pt x="20342" y="15850"/>
                    <a:pt x="20256" y="15743"/>
                    <a:pt x="20143" y="15624"/>
                  </a:cubicBezTo>
                  <a:lnTo>
                    <a:pt x="19570" y="14989"/>
                  </a:lnTo>
                  <a:cubicBezTo>
                    <a:pt x="19462" y="14869"/>
                    <a:pt x="19419" y="14642"/>
                    <a:pt x="19479" y="14491"/>
                  </a:cubicBezTo>
                  <a:lnTo>
                    <a:pt x="19862" y="13390"/>
                  </a:lnTo>
                  <a:cubicBezTo>
                    <a:pt x="19910" y="13233"/>
                    <a:pt x="20082" y="13088"/>
                    <a:pt x="20244" y="13072"/>
                  </a:cubicBezTo>
                  <a:lnTo>
                    <a:pt x="21081" y="12978"/>
                  </a:lnTo>
                  <a:cubicBezTo>
                    <a:pt x="21243" y="12962"/>
                    <a:pt x="21379" y="12940"/>
                    <a:pt x="21384" y="12929"/>
                  </a:cubicBezTo>
                  <a:cubicBezTo>
                    <a:pt x="21384" y="12918"/>
                    <a:pt x="21404" y="12784"/>
                    <a:pt x="21431" y="12616"/>
                  </a:cubicBezTo>
                  <a:lnTo>
                    <a:pt x="21583" y="11072"/>
                  </a:lnTo>
                  <a:cubicBezTo>
                    <a:pt x="21594" y="10909"/>
                    <a:pt x="21600" y="10767"/>
                    <a:pt x="21600" y="10757"/>
                  </a:cubicBezTo>
                  <a:cubicBezTo>
                    <a:pt x="21584" y="10757"/>
                    <a:pt x="21460" y="10702"/>
                    <a:pt x="21303" y="10648"/>
                  </a:cubicBezTo>
                  <a:lnTo>
                    <a:pt x="20477" y="10345"/>
                  </a:lnTo>
                  <a:cubicBezTo>
                    <a:pt x="20321" y="10291"/>
                    <a:pt x="20180" y="10106"/>
                    <a:pt x="20163" y="9944"/>
                  </a:cubicBezTo>
                  <a:lnTo>
                    <a:pt x="20013" y="8914"/>
                  </a:lnTo>
                  <a:cubicBezTo>
                    <a:pt x="19981" y="8752"/>
                    <a:pt x="20067" y="8546"/>
                    <a:pt x="20202" y="8454"/>
                  </a:cubicBezTo>
                  <a:lnTo>
                    <a:pt x="20926" y="7966"/>
                  </a:lnTo>
                  <a:cubicBezTo>
                    <a:pt x="21060" y="7874"/>
                    <a:pt x="21174" y="7792"/>
                    <a:pt x="21168" y="7781"/>
                  </a:cubicBezTo>
                  <a:cubicBezTo>
                    <a:pt x="21168" y="7770"/>
                    <a:pt x="21119" y="7640"/>
                    <a:pt x="21065" y="7483"/>
                  </a:cubicBezTo>
                  <a:lnTo>
                    <a:pt x="20472" y="6000"/>
                  </a:lnTo>
                  <a:cubicBezTo>
                    <a:pt x="20402" y="5848"/>
                    <a:pt x="20342" y="5723"/>
                    <a:pt x="20337" y="5712"/>
                  </a:cubicBezTo>
                  <a:cubicBezTo>
                    <a:pt x="20332" y="5701"/>
                    <a:pt x="20197" y="5717"/>
                    <a:pt x="20035" y="5739"/>
                  </a:cubicBezTo>
                  <a:lnTo>
                    <a:pt x="19133" y="5858"/>
                  </a:lnTo>
                  <a:cubicBezTo>
                    <a:pt x="18971" y="5879"/>
                    <a:pt x="18761" y="5788"/>
                    <a:pt x="18674" y="5648"/>
                  </a:cubicBezTo>
                  <a:lnTo>
                    <a:pt x="18135" y="4899"/>
                  </a:lnTo>
                  <a:cubicBezTo>
                    <a:pt x="18032" y="4769"/>
                    <a:pt x="18017" y="4548"/>
                    <a:pt x="18093" y="4401"/>
                  </a:cubicBezTo>
                  <a:lnTo>
                    <a:pt x="18518" y="3609"/>
                  </a:lnTo>
                  <a:cubicBezTo>
                    <a:pt x="18593" y="3462"/>
                    <a:pt x="18653" y="3338"/>
                    <a:pt x="18647" y="3333"/>
                  </a:cubicBezTo>
                  <a:cubicBezTo>
                    <a:pt x="18642" y="3327"/>
                    <a:pt x="18540" y="3230"/>
                    <a:pt x="18422" y="3116"/>
                  </a:cubicBezTo>
                  <a:lnTo>
                    <a:pt x="17186" y="2044"/>
                  </a:lnTo>
                  <a:cubicBezTo>
                    <a:pt x="17056" y="1941"/>
                    <a:pt x="16943" y="1853"/>
                    <a:pt x="16938" y="1848"/>
                  </a:cubicBezTo>
                  <a:cubicBezTo>
                    <a:pt x="16932" y="1842"/>
                    <a:pt x="16813" y="1918"/>
                    <a:pt x="16683" y="2010"/>
                  </a:cubicBezTo>
                  <a:lnTo>
                    <a:pt x="15934" y="2547"/>
                  </a:lnTo>
                  <a:cubicBezTo>
                    <a:pt x="15800" y="2644"/>
                    <a:pt x="15572" y="2655"/>
                    <a:pt x="15432" y="2574"/>
                  </a:cubicBezTo>
                  <a:lnTo>
                    <a:pt x="14682" y="2190"/>
                  </a:lnTo>
                  <a:cubicBezTo>
                    <a:pt x="14531" y="2119"/>
                    <a:pt x="14411" y="1929"/>
                    <a:pt x="14417" y="1761"/>
                  </a:cubicBezTo>
                  <a:lnTo>
                    <a:pt x="14429" y="840"/>
                  </a:lnTo>
                  <a:cubicBezTo>
                    <a:pt x="14429" y="677"/>
                    <a:pt x="14428" y="537"/>
                    <a:pt x="14417" y="537"/>
                  </a:cubicBezTo>
                  <a:cubicBezTo>
                    <a:pt x="14411" y="531"/>
                    <a:pt x="14272" y="494"/>
                    <a:pt x="14115" y="445"/>
                  </a:cubicBezTo>
                  <a:lnTo>
                    <a:pt x="12508" y="54"/>
                  </a:lnTo>
                  <a:cubicBezTo>
                    <a:pt x="12346" y="22"/>
                    <a:pt x="12205" y="0"/>
                    <a:pt x="12200" y="0"/>
                  </a:cubicBezTo>
                  <a:cubicBezTo>
                    <a:pt x="12189" y="0"/>
                    <a:pt x="12125" y="120"/>
                    <a:pt x="12049" y="266"/>
                  </a:cubicBezTo>
                  <a:lnTo>
                    <a:pt x="11628" y="1096"/>
                  </a:lnTo>
                  <a:cubicBezTo>
                    <a:pt x="11552" y="1242"/>
                    <a:pt x="11358" y="1355"/>
                    <a:pt x="11196" y="1350"/>
                  </a:cubicBezTo>
                  <a:lnTo>
                    <a:pt x="10387" y="1350"/>
                  </a:lnTo>
                  <a:cubicBezTo>
                    <a:pt x="10225" y="1355"/>
                    <a:pt x="10025" y="1242"/>
                    <a:pt x="9955" y="1096"/>
                  </a:cubicBezTo>
                  <a:lnTo>
                    <a:pt x="9534" y="266"/>
                  </a:lnTo>
                  <a:cubicBezTo>
                    <a:pt x="9458" y="120"/>
                    <a:pt x="9394" y="0"/>
                    <a:pt x="9384" y="0"/>
                  </a:cubicBezTo>
                  <a:close/>
                  <a:moveTo>
                    <a:pt x="10792" y="5820"/>
                  </a:moveTo>
                  <a:cubicBezTo>
                    <a:pt x="13533" y="5820"/>
                    <a:pt x="15761" y="8053"/>
                    <a:pt x="15761" y="10811"/>
                  </a:cubicBezTo>
                  <a:cubicBezTo>
                    <a:pt x="15761" y="13569"/>
                    <a:pt x="13533" y="15801"/>
                    <a:pt x="10792" y="15801"/>
                  </a:cubicBezTo>
                  <a:cubicBezTo>
                    <a:pt x="8051" y="15801"/>
                    <a:pt x="5822" y="13569"/>
                    <a:pt x="5822" y="10811"/>
                  </a:cubicBezTo>
                  <a:cubicBezTo>
                    <a:pt x="5822" y="8053"/>
                    <a:pt x="8045" y="5820"/>
                    <a:pt x="10792" y="5820"/>
                  </a:cubicBezTo>
                  <a:close/>
                  <a:moveTo>
                    <a:pt x="10792" y="7592"/>
                  </a:moveTo>
                  <a:cubicBezTo>
                    <a:pt x="9016" y="7592"/>
                    <a:pt x="7581" y="9033"/>
                    <a:pt x="7581" y="10816"/>
                  </a:cubicBezTo>
                  <a:cubicBezTo>
                    <a:pt x="7581" y="12593"/>
                    <a:pt x="9016" y="14040"/>
                    <a:pt x="10792" y="14040"/>
                  </a:cubicBezTo>
                  <a:cubicBezTo>
                    <a:pt x="12567" y="14040"/>
                    <a:pt x="14002" y="12599"/>
                    <a:pt x="14002" y="10816"/>
                  </a:cubicBezTo>
                  <a:cubicBezTo>
                    <a:pt x="14002" y="9033"/>
                    <a:pt x="12567" y="7592"/>
                    <a:pt x="10792" y="7592"/>
                  </a:cubicBezTo>
                  <a:close/>
                </a:path>
              </a:pathLst>
            </a:custGeom>
            <a:solidFill>
              <a:srgbClr val="000000"/>
            </a:solidFill>
            <a:ln w="3937"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442" name="Gear">
              <a:extLst>
                <a:ext uri="{FF2B5EF4-FFF2-40B4-BE49-F238E27FC236}">
                  <a16:creationId xmlns:a16="http://schemas.microsoft.com/office/drawing/2014/main" id="{6E48932D-A926-8489-927B-82E9B3105B86}"/>
                </a:ext>
              </a:extLst>
            </p:cNvPr>
            <p:cNvSpPr/>
            <p:nvPr/>
          </p:nvSpPr>
          <p:spPr>
            <a:xfrm>
              <a:off x="16736277" y="30002003"/>
              <a:ext cx="637759" cy="6349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9" extrusionOk="0">
                  <a:moveTo>
                    <a:pt x="9384" y="0"/>
                  </a:moveTo>
                  <a:cubicBezTo>
                    <a:pt x="9373" y="0"/>
                    <a:pt x="9237" y="27"/>
                    <a:pt x="9075" y="54"/>
                  </a:cubicBezTo>
                  <a:lnTo>
                    <a:pt x="7468" y="445"/>
                  </a:lnTo>
                  <a:cubicBezTo>
                    <a:pt x="7312" y="494"/>
                    <a:pt x="7177" y="531"/>
                    <a:pt x="7166" y="537"/>
                  </a:cubicBezTo>
                  <a:cubicBezTo>
                    <a:pt x="7161" y="542"/>
                    <a:pt x="7154" y="677"/>
                    <a:pt x="7154" y="840"/>
                  </a:cubicBezTo>
                  <a:lnTo>
                    <a:pt x="7166" y="1761"/>
                  </a:lnTo>
                  <a:cubicBezTo>
                    <a:pt x="7166" y="1924"/>
                    <a:pt x="7047" y="2119"/>
                    <a:pt x="6902" y="2190"/>
                  </a:cubicBezTo>
                  <a:lnTo>
                    <a:pt x="6151" y="2574"/>
                  </a:lnTo>
                  <a:cubicBezTo>
                    <a:pt x="6006" y="2655"/>
                    <a:pt x="5778" y="2644"/>
                    <a:pt x="5649" y="2547"/>
                  </a:cubicBezTo>
                  <a:lnTo>
                    <a:pt x="4900" y="2010"/>
                  </a:lnTo>
                  <a:cubicBezTo>
                    <a:pt x="4765" y="1913"/>
                    <a:pt x="4651" y="1842"/>
                    <a:pt x="4645" y="1848"/>
                  </a:cubicBezTo>
                  <a:cubicBezTo>
                    <a:pt x="4640" y="1853"/>
                    <a:pt x="4527" y="1941"/>
                    <a:pt x="4398" y="2044"/>
                  </a:cubicBezTo>
                  <a:lnTo>
                    <a:pt x="3162" y="3116"/>
                  </a:lnTo>
                  <a:cubicBezTo>
                    <a:pt x="3043" y="3230"/>
                    <a:pt x="2941" y="3327"/>
                    <a:pt x="2936" y="3333"/>
                  </a:cubicBezTo>
                  <a:cubicBezTo>
                    <a:pt x="2930" y="3338"/>
                    <a:pt x="2990" y="3462"/>
                    <a:pt x="3065" y="3609"/>
                  </a:cubicBezTo>
                  <a:lnTo>
                    <a:pt x="3490" y="4401"/>
                  </a:lnTo>
                  <a:cubicBezTo>
                    <a:pt x="3566" y="4548"/>
                    <a:pt x="3551" y="4769"/>
                    <a:pt x="3448" y="4899"/>
                  </a:cubicBezTo>
                  <a:lnTo>
                    <a:pt x="2909" y="5648"/>
                  </a:lnTo>
                  <a:cubicBezTo>
                    <a:pt x="2817" y="5783"/>
                    <a:pt x="2612" y="5879"/>
                    <a:pt x="2450" y="5858"/>
                  </a:cubicBezTo>
                  <a:lnTo>
                    <a:pt x="1548" y="5739"/>
                  </a:lnTo>
                  <a:cubicBezTo>
                    <a:pt x="1386" y="5717"/>
                    <a:pt x="1251" y="5707"/>
                    <a:pt x="1246" y="5712"/>
                  </a:cubicBezTo>
                  <a:cubicBezTo>
                    <a:pt x="1241" y="5717"/>
                    <a:pt x="1181" y="5848"/>
                    <a:pt x="1111" y="6000"/>
                  </a:cubicBezTo>
                  <a:lnTo>
                    <a:pt x="518" y="7483"/>
                  </a:lnTo>
                  <a:cubicBezTo>
                    <a:pt x="464" y="7640"/>
                    <a:pt x="420" y="7776"/>
                    <a:pt x="415" y="7781"/>
                  </a:cubicBezTo>
                  <a:cubicBezTo>
                    <a:pt x="415" y="7792"/>
                    <a:pt x="523" y="7874"/>
                    <a:pt x="658" y="7966"/>
                  </a:cubicBezTo>
                  <a:lnTo>
                    <a:pt x="1381" y="8454"/>
                  </a:lnTo>
                  <a:cubicBezTo>
                    <a:pt x="1516" y="8546"/>
                    <a:pt x="1602" y="8752"/>
                    <a:pt x="1570" y="8914"/>
                  </a:cubicBezTo>
                  <a:lnTo>
                    <a:pt x="1420" y="9944"/>
                  </a:lnTo>
                  <a:cubicBezTo>
                    <a:pt x="1404" y="10106"/>
                    <a:pt x="1263" y="10291"/>
                    <a:pt x="1106" y="10345"/>
                  </a:cubicBezTo>
                  <a:lnTo>
                    <a:pt x="280" y="10648"/>
                  </a:lnTo>
                  <a:cubicBezTo>
                    <a:pt x="123" y="10702"/>
                    <a:pt x="0" y="10758"/>
                    <a:pt x="0" y="10769"/>
                  </a:cubicBezTo>
                  <a:cubicBezTo>
                    <a:pt x="0" y="10779"/>
                    <a:pt x="6" y="10919"/>
                    <a:pt x="17" y="11082"/>
                  </a:cubicBezTo>
                  <a:lnTo>
                    <a:pt x="167" y="12626"/>
                  </a:lnTo>
                  <a:cubicBezTo>
                    <a:pt x="194" y="12789"/>
                    <a:pt x="210" y="12930"/>
                    <a:pt x="216" y="12941"/>
                  </a:cubicBezTo>
                  <a:cubicBezTo>
                    <a:pt x="216" y="12952"/>
                    <a:pt x="350" y="12974"/>
                    <a:pt x="518" y="12990"/>
                  </a:cubicBezTo>
                  <a:lnTo>
                    <a:pt x="1354" y="13082"/>
                  </a:lnTo>
                  <a:cubicBezTo>
                    <a:pt x="1516" y="13098"/>
                    <a:pt x="1688" y="13245"/>
                    <a:pt x="1737" y="13402"/>
                  </a:cubicBezTo>
                  <a:lnTo>
                    <a:pt x="2121" y="14501"/>
                  </a:lnTo>
                  <a:cubicBezTo>
                    <a:pt x="2181" y="14653"/>
                    <a:pt x="2142" y="14881"/>
                    <a:pt x="2028" y="15000"/>
                  </a:cubicBezTo>
                  <a:lnTo>
                    <a:pt x="1457" y="15624"/>
                  </a:lnTo>
                  <a:cubicBezTo>
                    <a:pt x="1349" y="15743"/>
                    <a:pt x="1258" y="15850"/>
                    <a:pt x="1263" y="15856"/>
                  </a:cubicBezTo>
                  <a:cubicBezTo>
                    <a:pt x="1268" y="15861"/>
                    <a:pt x="1338" y="15986"/>
                    <a:pt x="1425" y="16127"/>
                  </a:cubicBezTo>
                  <a:lnTo>
                    <a:pt x="2256" y="17380"/>
                  </a:lnTo>
                  <a:cubicBezTo>
                    <a:pt x="2353" y="17510"/>
                    <a:pt x="2440" y="17623"/>
                    <a:pt x="2445" y="17634"/>
                  </a:cubicBezTo>
                  <a:cubicBezTo>
                    <a:pt x="2450" y="17639"/>
                    <a:pt x="2579" y="17595"/>
                    <a:pt x="2730" y="17535"/>
                  </a:cubicBezTo>
                  <a:lnTo>
                    <a:pt x="3490" y="17232"/>
                  </a:lnTo>
                  <a:cubicBezTo>
                    <a:pt x="3641" y="17173"/>
                    <a:pt x="3863" y="17216"/>
                    <a:pt x="3976" y="17336"/>
                  </a:cubicBezTo>
                  <a:lnTo>
                    <a:pt x="4905" y="18192"/>
                  </a:lnTo>
                  <a:cubicBezTo>
                    <a:pt x="5029" y="18295"/>
                    <a:pt x="5100" y="18511"/>
                    <a:pt x="5062" y="18673"/>
                  </a:cubicBezTo>
                  <a:lnTo>
                    <a:pt x="4851" y="19476"/>
                  </a:lnTo>
                  <a:cubicBezTo>
                    <a:pt x="4808" y="19633"/>
                    <a:pt x="4780" y="19769"/>
                    <a:pt x="4785" y="19774"/>
                  </a:cubicBezTo>
                  <a:cubicBezTo>
                    <a:pt x="4791" y="19780"/>
                    <a:pt x="4915" y="19850"/>
                    <a:pt x="5055" y="19937"/>
                  </a:cubicBezTo>
                  <a:lnTo>
                    <a:pt x="6345" y="20631"/>
                  </a:lnTo>
                  <a:cubicBezTo>
                    <a:pt x="6491" y="20701"/>
                    <a:pt x="6621" y="20761"/>
                    <a:pt x="6632" y="20766"/>
                  </a:cubicBezTo>
                  <a:cubicBezTo>
                    <a:pt x="6637" y="20772"/>
                    <a:pt x="6735" y="20668"/>
                    <a:pt x="6843" y="20543"/>
                  </a:cubicBezTo>
                  <a:lnTo>
                    <a:pt x="7370" y="19932"/>
                  </a:lnTo>
                  <a:cubicBezTo>
                    <a:pt x="7478" y="19807"/>
                    <a:pt x="7694" y="19742"/>
                    <a:pt x="7851" y="19791"/>
                  </a:cubicBezTo>
                  <a:lnTo>
                    <a:pt x="9136" y="20116"/>
                  </a:lnTo>
                  <a:cubicBezTo>
                    <a:pt x="9298" y="20149"/>
                    <a:pt x="9459" y="20306"/>
                    <a:pt x="9497" y="20468"/>
                  </a:cubicBezTo>
                  <a:lnTo>
                    <a:pt x="9680" y="21259"/>
                  </a:lnTo>
                  <a:cubicBezTo>
                    <a:pt x="9718" y="21422"/>
                    <a:pt x="9756" y="21552"/>
                    <a:pt x="9761" y="21552"/>
                  </a:cubicBezTo>
                  <a:cubicBezTo>
                    <a:pt x="9767" y="21552"/>
                    <a:pt x="9911" y="21562"/>
                    <a:pt x="10073" y="21573"/>
                  </a:cubicBezTo>
                  <a:lnTo>
                    <a:pt x="10500" y="21595"/>
                  </a:lnTo>
                  <a:cubicBezTo>
                    <a:pt x="10662" y="21600"/>
                    <a:pt x="10931" y="21600"/>
                    <a:pt x="11098" y="21595"/>
                  </a:cubicBezTo>
                  <a:lnTo>
                    <a:pt x="11525" y="21573"/>
                  </a:lnTo>
                  <a:cubicBezTo>
                    <a:pt x="11687" y="21562"/>
                    <a:pt x="11828" y="21552"/>
                    <a:pt x="11839" y="21552"/>
                  </a:cubicBezTo>
                  <a:cubicBezTo>
                    <a:pt x="11849" y="21552"/>
                    <a:pt x="11882" y="21416"/>
                    <a:pt x="11920" y="21259"/>
                  </a:cubicBezTo>
                  <a:lnTo>
                    <a:pt x="12103" y="20468"/>
                  </a:lnTo>
                  <a:cubicBezTo>
                    <a:pt x="12141" y="20306"/>
                    <a:pt x="12302" y="20149"/>
                    <a:pt x="12464" y="20116"/>
                  </a:cubicBezTo>
                  <a:lnTo>
                    <a:pt x="13749" y="19791"/>
                  </a:lnTo>
                  <a:cubicBezTo>
                    <a:pt x="13906" y="19742"/>
                    <a:pt x="14120" y="19807"/>
                    <a:pt x="14228" y="19932"/>
                  </a:cubicBezTo>
                  <a:lnTo>
                    <a:pt x="14757" y="20543"/>
                  </a:lnTo>
                  <a:cubicBezTo>
                    <a:pt x="14865" y="20668"/>
                    <a:pt x="14957" y="20767"/>
                    <a:pt x="14968" y="20766"/>
                  </a:cubicBezTo>
                  <a:cubicBezTo>
                    <a:pt x="14974" y="20761"/>
                    <a:pt x="15102" y="20701"/>
                    <a:pt x="15253" y="20631"/>
                  </a:cubicBezTo>
                  <a:lnTo>
                    <a:pt x="16543" y="19937"/>
                  </a:lnTo>
                  <a:cubicBezTo>
                    <a:pt x="16683" y="19850"/>
                    <a:pt x="16802" y="19780"/>
                    <a:pt x="16813" y="19774"/>
                  </a:cubicBezTo>
                  <a:cubicBezTo>
                    <a:pt x="16818" y="19769"/>
                    <a:pt x="16792" y="19633"/>
                    <a:pt x="16749" y="19476"/>
                  </a:cubicBezTo>
                  <a:lnTo>
                    <a:pt x="16538" y="18673"/>
                  </a:lnTo>
                  <a:cubicBezTo>
                    <a:pt x="16495" y="18516"/>
                    <a:pt x="16565" y="18301"/>
                    <a:pt x="16695" y="18192"/>
                  </a:cubicBezTo>
                  <a:lnTo>
                    <a:pt x="17622" y="17336"/>
                  </a:lnTo>
                  <a:cubicBezTo>
                    <a:pt x="17736" y="17216"/>
                    <a:pt x="17957" y="17173"/>
                    <a:pt x="18108" y="17232"/>
                  </a:cubicBezTo>
                  <a:lnTo>
                    <a:pt x="18868" y="17535"/>
                  </a:lnTo>
                  <a:cubicBezTo>
                    <a:pt x="19019" y="17595"/>
                    <a:pt x="19150" y="17639"/>
                    <a:pt x="19155" y="17634"/>
                  </a:cubicBezTo>
                  <a:cubicBezTo>
                    <a:pt x="19160" y="17628"/>
                    <a:pt x="19247" y="17515"/>
                    <a:pt x="19344" y="17380"/>
                  </a:cubicBezTo>
                  <a:lnTo>
                    <a:pt x="20175" y="16127"/>
                  </a:lnTo>
                  <a:cubicBezTo>
                    <a:pt x="20262" y="15986"/>
                    <a:pt x="20332" y="15861"/>
                    <a:pt x="20337" y="15856"/>
                  </a:cubicBezTo>
                  <a:cubicBezTo>
                    <a:pt x="20342" y="15850"/>
                    <a:pt x="20256" y="15743"/>
                    <a:pt x="20143" y="15624"/>
                  </a:cubicBezTo>
                  <a:lnTo>
                    <a:pt x="19570" y="14989"/>
                  </a:lnTo>
                  <a:cubicBezTo>
                    <a:pt x="19462" y="14869"/>
                    <a:pt x="19419" y="14642"/>
                    <a:pt x="19479" y="14491"/>
                  </a:cubicBezTo>
                  <a:lnTo>
                    <a:pt x="19862" y="13390"/>
                  </a:lnTo>
                  <a:cubicBezTo>
                    <a:pt x="19910" y="13233"/>
                    <a:pt x="20082" y="13088"/>
                    <a:pt x="20244" y="13072"/>
                  </a:cubicBezTo>
                  <a:lnTo>
                    <a:pt x="21081" y="12978"/>
                  </a:lnTo>
                  <a:cubicBezTo>
                    <a:pt x="21243" y="12962"/>
                    <a:pt x="21379" y="12940"/>
                    <a:pt x="21384" y="12929"/>
                  </a:cubicBezTo>
                  <a:cubicBezTo>
                    <a:pt x="21384" y="12918"/>
                    <a:pt x="21404" y="12784"/>
                    <a:pt x="21431" y="12616"/>
                  </a:cubicBezTo>
                  <a:lnTo>
                    <a:pt x="21583" y="11072"/>
                  </a:lnTo>
                  <a:cubicBezTo>
                    <a:pt x="21594" y="10909"/>
                    <a:pt x="21600" y="10767"/>
                    <a:pt x="21600" y="10757"/>
                  </a:cubicBezTo>
                  <a:cubicBezTo>
                    <a:pt x="21584" y="10757"/>
                    <a:pt x="21460" y="10702"/>
                    <a:pt x="21303" y="10648"/>
                  </a:cubicBezTo>
                  <a:lnTo>
                    <a:pt x="20477" y="10345"/>
                  </a:lnTo>
                  <a:cubicBezTo>
                    <a:pt x="20321" y="10291"/>
                    <a:pt x="20180" y="10106"/>
                    <a:pt x="20163" y="9944"/>
                  </a:cubicBezTo>
                  <a:lnTo>
                    <a:pt x="20013" y="8914"/>
                  </a:lnTo>
                  <a:cubicBezTo>
                    <a:pt x="19981" y="8752"/>
                    <a:pt x="20067" y="8546"/>
                    <a:pt x="20202" y="8454"/>
                  </a:cubicBezTo>
                  <a:lnTo>
                    <a:pt x="20926" y="7966"/>
                  </a:lnTo>
                  <a:cubicBezTo>
                    <a:pt x="21060" y="7874"/>
                    <a:pt x="21174" y="7792"/>
                    <a:pt x="21168" y="7781"/>
                  </a:cubicBezTo>
                  <a:cubicBezTo>
                    <a:pt x="21168" y="7770"/>
                    <a:pt x="21119" y="7640"/>
                    <a:pt x="21065" y="7483"/>
                  </a:cubicBezTo>
                  <a:lnTo>
                    <a:pt x="20472" y="6000"/>
                  </a:lnTo>
                  <a:cubicBezTo>
                    <a:pt x="20402" y="5848"/>
                    <a:pt x="20342" y="5723"/>
                    <a:pt x="20337" y="5712"/>
                  </a:cubicBezTo>
                  <a:cubicBezTo>
                    <a:pt x="20332" y="5701"/>
                    <a:pt x="20197" y="5717"/>
                    <a:pt x="20035" y="5739"/>
                  </a:cubicBezTo>
                  <a:lnTo>
                    <a:pt x="19133" y="5858"/>
                  </a:lnTo>
                  <a:cubicBezTo>
                    <a:pt x="18971" y="5879"/>
                    <a:pt x="18761" y="5788"/>
                    <a:pt x="18674" y="5648"/>
                  </a:cubicBezTo>
                  <a:lnTo>
                    <a:pt x="18135" y="4899"/>
                  </a:lnTo>
                  <a:cubicBezTo>
                    <a:pt x="18032" y="4769"/>
                    <a:pt x="18017" y="4548"/>
                    <a:pt x="18093" y="4401"/>
                  </a:cubicBezTo>
                  <a:lnTo>
                    <a:pt x="18518" y="3609"/>
                  </a:lnTo>
                  <a:cubicBezTo>
                    <a:pt x="18593" y="3462"/>
                    <a:pt x="18653" y="3338"/>
                    <a:pt x="18647" y="3333"/>
                  </a:cubicBezTo>
                  <a:cubicBezTo>
                    <a:pt x="18642" y="3327"/>
                    <a:pt x="18540" y="3230"/>
                    <a:pt x="18422" y="3116"/>
                  </a:cubicBezTo>
                  <a:lnTo>
                    <a:pt x="17186" y="2044"/>
                  </a:lnTo>
                  <a:cubicBezTo>
                    <a:pt x="17056" y="1941"/>
                    <a:pt x="16943" y="1853"/>
                    <a:pt x="16938" y="1848"/>
                  </a:cubicBezTo>
                  <a:cubicBezTo>
                    <a:pt x="16932" y="1842"/>
                    <a:pt x="16813" y="1918"/>
                    <a:pt x="16683" y="2010"/>
                  </a:cubicBezTo>
                  <a:lnTo>
                    <a:pt x="15934" y="2547"/>
                  </a:lnTo>
                  <a:cubicBezTo>
                    <a:pt x="15800" y="2644"/>
                    <a:pt x="15572" y="2655"/>
                    <a:pt x="15432" y="2574"/>
                  </a:cubicBezTo>
                  <a:lnTo>
                    <a:pt x="14682" y="2190"/>
                  </a:lnTo>
                  <a:cubicBezTo>
                    <a:pt x="14531" y="2119"/>
                    <a:pt x="14411" y="1929"/>
                    <a:pt x="14417" y="1761"/>
                  </a:cubicBezTo>
                  <a:lnTo>
                    <a:pt x="14429" y="840"/>
                  </a:lnTo>
                  <a:cubicBezTo>
                    <a:pt x="14429" y="677"/>
                    <a:pt x="14428" y="537"/>
                    <a:pt x="14417" y="537"/>
                  </a:cubicBezTo>
                  <a:cubicBezTo>
                    <a:pt x="14411" y="531"/>
                    <a:pt x="14272" y="494"/>
                    <a:pt x="14115" y="445"/>
                  </a:cubicBezTo>
                  <a:lnTo>
                    <a:pt x="12508" y="54"/>
                  </a:lnTo>
                  <a:cubicBezTo>
                    <a:pt x="12346" y="22"/>
                    <a:pt x="12205" y="0"/>
                    <a:pt x="12200" y="0"/>
                  </a:cubicBezTo>
                  <a:cubicBezTo>
                    <a:pt x="12189" y="0"/>
                    <a:pt x="12125" y="120"/>
                    <a:pt x="12049" y="266"/>
                  </a:cubicBezTo>
                  <a:lnTo>
                    <a:pt x="11628" y="1096"/>
                  </a:lnTo>
                  <a:cubicBezTo>
                    <a:pt x="11552" y="1242"/>
                    <a:pt x="11358" y="1355"/>
                    <a:pt x="11196" y="1350"/>
                  </a:cubicBezTo>
                  <a:lnTo>
                    <a:pt x="10387" y="1350"/>
                  </a:lnTo>
                  <a:cubicBezTo>
                    <a:pt x="10225" y="1355"/>
                    <a:pt x="10025" y="1242"/>
                    <a:pt x="9955" y="1096"/>
                  </a:cubicBezTo>
                  <a:lnTo>
                    <a:pt x="9534" y="266"/>
                  </a:lnTo>
                  <a:cubicBezTo>
                    <a:pt x="9458" y="120"/>
                    <a:pt x="9394" y="0"/>
                    <a:pt x="9384" y="0"/>
                  </a:cubicBezTo>
                  <a:close/>
                  <a:moveTo>
                    <a:pt x="10792" y="5820"/>
                  </a:moveTo>
                  <a:cubicBezTo>
                    <a:pt x="13533" y="5820"/>
                    <a:pt x="15761" y="8053"/>
                    <a:pt x="15761" y="10811"/>
                  </a:cubicBezTo>
                  <a:cubicBezTo>
                    <a:pt x="15761" y="13569"/>
                    <a:pt x="13533" y="15801"/>
                    <a:pt x="10792" y="15801"/>
                  </a:cubicBezTo>
                  <a:cubicBezTo>
                    <a:pt x="8051" y="15801"/>
                    <a:pt x="5822" y="13569"/>
                    <a:pt x="5822" y="10811"/>
                  </a:cubicBezTo>
                  <a:cubicBezTo>
                    <a:pt x="5822" y="8053"/>
                    <a:pt x="8045" y="5820"/>
                    <a:pt x="10792" y="5820"/>
                  </a:cubicBezTo>
                  <a:close/>
                  <a:moveTo>
                    <a:pt x="10792" y="7592"/>
                  </a:moveTo>
                  <a:cubicBezTo>
                    <a:pt x="9016" y="7592"/>
                    <a:pt x="7581" y="9033"/>
                    <a:pt x="7581" y="10816"/>
                  </a:cubicBezTo>
                  <a:cubicBezTo>
                    <a:pt x="7581" y="12593"/>
                    <a:pt x="9016" y="14040"/>
                    <a:pt x="10792" y="14040"/>
                  </a:cubicBezTo>
                  <a:cubicBezTo>
                    <a:pt x="12567" y="14040"/>
                    <a:pt x="14002" y="12599"/>
                    <a:pt x="14002" y="10816"/>
                  </a:cubicBezTo>
                  <a:cubicBezTo>
                    <a:pt x="14002" y="9033"/>
                    <a:pt x="12567" y="7592"/>
                    <a:pt x="10792" y="7592"/>
                  </a:cubicBezTo>
                  <a:close/>
                </a:path>
              </a:pathLst>
            </a:custGeom>
            <a:solidFill>
              <a:srgbClr val="000000"/>
            </a:solidFill>
            <a:ln w="3937"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443" name="Gear">
              <a:extLst>
                <a:ext uri="{FF2B5EF4-FFF2-40B4-BE49-F238E27FC236}">
                  <a16:creationId xmlns:a16="http://schemas.microsoft.com/office/drawing/2014/main" id="{303FD669-B269-88CD-F6DD-B3E489BC9755}"/>
                </a:ext>
              </a:extLst>
            </p:cNvPr>
            <p:cNvSpPr/>
            <p:nvPr/>
          </p:nvSpPr>
          <p:spPr>
            <a:xfrm>
              <a:off x="21265226" y="30153010"/>
              <a:ext cx="637756" cy="6349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9" extrusionOk="0">
                  <a:moveTo>
                    <a:pt x="9384" y="0"/>
                  </a:moveTo>
                  <a:cubicBezTo>
                    <a:pt x="9373" y="0"/>
                    <a:pt x="9237" y="27"/>
                    <a:pt x="9075" y="54"/>
                  </a:cubicBezTo>
                  <a:lnTo>
                    <a:pt x="7468" y="445"/>
                  </a:lnTo>
                  <a:cubicBezTo>
                    <a:pt x="7312" y="494"/>
                    <a:pt x="7177" y="531"/>
                    <a:pt x="7166" y="537"/>
                  </a:cubicBezTo>
                  <a:cubicBezTo>
                    <a:pt x="7161" y="542"/>
                    <a:pt x="7154" y="677"/>
                    <a:pt x="7154" y="840"/>
                  </a:cubicBezTo>
                  <a:lnTo>
                    <a:pt x="7166" y="1761"/>
                  </a:lnTo>
                  <a:cubicBezTo>
                    <a:pt x="7166" y="1924"/>
                    <a:pt x="7047" y="2119"/>
                    <a:pt x="6902" y="2190"/>
                  </a:cubicBezTo>
                  <a:lnTo>
                    <a:pt x="6151" y="2574"/>
                  </a:lnTo>
                  <a:cubicBezTo>
                    <a:pt x="6006" y="2655"/>
                    <a:pt x="5778" y="2644"/>
                    <a:pt x="5649" y="2547"/>
                  </a:cubicBezTo>
                  <a:lnTo>
                    <a:pt x="4900" y="2010"/>
                  </a:lnTo>
                  <a:cubicBezTo>
                    <a:pt x="4765" y="1913"/>
                    <a:pt x="4651" y="1842"/>
                    <a:pt x="4645" y="1848"/>
                  </a:cubicBezTo>
                  <a:cubicBezTo>
                    <a:pt x="4640" y="1853"/>
                    <a:pt x="4527" y="1941"/>
                    <a:pt x="4398" y="2044"/>
                  </a:cubicBezTo>
                  <a:lnTo>
                    <a:pt x="3162" y="3116"/>
                  </a:lnTo>
                  <a:cubicBezTo>
                    <a:pt x="3043" y="3230"/>
                    <a:pt x="2941" y="3327"/>
                    <a:pt x="2936" y="3333"/>
                  </a:cubicBezTo>
                  <a:cubicBezTo>
                    <a:pt x="2930" y="3338"/>
                    <a:pt x="2990" y="3462"/>
                    <a:pt x="3065" y="3609"/>
                  </a:cubicBezTo>
                  <a:lnTo>
                    <a:pt x="3490" y="4401"/>
                  </a:lnTo>
                  <a:cubicBezTo>
                    <a:pt x="3566" y="4548"/>
                    <a:pt x="3551" y="4769"/>
                    <a:pt x="3448" y="4899"/>
                  </a:cubicBezTo>
                  <a:lnTo>
                    <a:pt x="2909" y="5648"/>
                  </a:lnTo>
                  <a:cubicBezTo>
                    <a:pt x="2817" y="5783"/>
                    <a:pt x="2612" y="5879"/>
                    <a:pt x="2450" y="5858"/>
                  </a:cubicBezTo>
                  <a:lnTo>
                    <a:pt x="1548" y="5739"/>
                  </a:lnTo>
                  <a:cubicBezTo>
                    <a:pt x="1386" y="5717"/>
                    <a:pt x="1251" y="5707"/>
                    <a:pt x="1246" y="5712"/>
                  </a:cubicBezTo>
                  <a:cubicBezTo>
                    <a:pt x="1241" y="5717"/>
                    <a:pt x="1181" y="5848"/>
                    <a:pt x="1111" y="6000"/>
                  </a:cubicBezTo>
                  <a:lnTo>
                    <a:pt x="518" y="7483"/>
                  </a:lnTo>
                  <a:cubicBezTo>
                    <a:pt x="464" y="7640"/>
                    <a:pt x="420" y="7776"/>
                    <a:pt x="415" y="7781"/>
                  </a:cubicBezTo>
                  <a:cubicBezTo>
                    <a:pt x="415" y="7792"/>
                    <a:pt x="523" y="7874"/>
                    <a:pt x="658" y="7966"/>
                  </a:cubicBezTo>
                  <a:lnTo>
                    <a:pt x="1381" y="8454"/>
                  </a:lnTo>
                  <a:cubicBezTo>
                    <a:pt x="1516" y="8546"/>
                    <a:pt x="1602" y="8752"/>
                    <a:pt x="1570" y="8914"/>
                  </a:cubicBezTo>
                  <a:lnTo>
                    <a:pt x="1420" y="9944"/>
                  </a:lnTo>
                  <a:cubicBezTo>
                    <a:pt x="1404" y="10106"/>
                    <a:pt x="1263" y="10291"/>
                    <a:pt x="1106" y="10345"/>
                  </a:cubicBezTo>
                  <a:lnTo>
                    <a:pt x="280" y="10648"/>
                  </a:lnTo>
                  <a:cubicBezTo>
                    <a:pt x="123" y="10702"/>
                    <a:pt x="0" y="10758"/>
                    <a:pt x="0" y="10769"/>
                  </a:cubicBezTo>
                  <a:cubicBezTo>
                    <a:pt x="0" y="10779"/>
                    <a:pt x="6" y="10919"/>
                    <a:pt x="17" y="11082"/>
                  </a:cubicBezTo>
                  <a:lnTo>
                    <a:pt x="167" y="12626"/>
                  </a:lnTo>
                  <a:cubicBezTo>
                    <a:pt x="194" y="12789"/>
                    <a:pt x="210" y="12930"/>
                    <a:pt x="216" y="12941"/>
                  </a:cubicBezTo>
                  <a:cubicBezTo>
                    <a:pt x="216" y="12952"/>
                    <a:pt x="350" y="12974"/>
                    <a:pt x="518" y="12990"/>
                  </a:cubicBezTo>
                  <a:lnTo>
                    <a:pt x="1354" y="13082"/>
                  </a:lnTo>
                  <a:cubicBezTo>
                    <a:pt x="1516" y="13098"/>
                    <a:pt x="1688" y="13245"/>
                    <a:pt x="1737" y="13402"/>
                  </a:cubicBezTo>
                  <a:lnTo>
                    <a:pt x="2121" y="14501"/>
                  </a:lnTo>
                  <a:cubicBezTo>
                    <a:pt x="2181" y="14653"/>
                    <a:pt x="2142" y="14881"/>
                    <a:pt x="2028" y="15000"/>
                  </a:cubicBezTo>
                  <a:lnTo>
                    <a:pt x="1457" y="15624"/>
                  </a:lnTo>
                  <a:cubicBezTo>
                    <a:pt x="1349" y="15743"/>
                    <a:pt x="1258" y="15850"/>
                    <a:pt x="1263" y="15856"/>
                  </a:cubicBezTo>
                  <a:cubicBezTo>
                    <a:pt x="1268" y="15861"/>
                    <a:pt x="1338" y="15986"/>
                    <a:pt x="1425" y="16127"/>
                  </a:cubicBezTo>
                  <a:lnTo>
                    <a:pt x="2256" y="17380"/>
                  </a:lnTo>
                  <a:cubicBezTo>
                    <a:pt x="2353" y="17510"/>
                    <a:pt x="2440" y="17623"/>
                    <a:pt x="2445" y="17634"/>
                  </a:cubicBezTo>
                  <a:cubicBezTo>
                    <a:pt x="2450" y="17639"/>
                    <a:pt x="2579" y="17595"/>
                    <a:pt x="2730" y="17535"/>
                  </a:cubicBezTo>
                  <a:lnTo>
                    <a:pt x="3490" y="17232"/>
                  </a:lnTo>
                  <a:cubicBezTo>
                    <a:pt x="3641" y="17173"/>
                    <a:pt x="3863" y="17216"/>
                    <a:pt x="3976" y="17336"/>
                  </a:cubicBezTo>
                  <a:lnTo>
                    <a:pt x="4905" y="18192"/>
                  </a:lnTo>
                  <a:cubicBezTo>
                    <a:pt x="5029" y="18295"/>
                    <a:pt x="5100" y="18511"/>
                    <a:pt x="5062" y="18673"/>
                  </a:cubicBezTo>
                  <a:lnTo>
                    <a:pt x="4851" y="19476"/>
                  </a:lnTo>
                  <a:cubicBezTo>
                    <a:pt x="4808" y="19633"/>
                    <a:pt x="4780" y="19769"/>
                    <a:pt x="4785" y="19774"/>
                  </a:cubicBezTo>
                  <a:cubicBezTo>
                    <a:pt x="4791" y="19780"/>
                    <a:pt x="4915" y="19850"/>
                    <a:pt x="5055" y="19937"/>
                  </a:cubicBezTo>
                  <a:lnTo>
                    <a:pt x="6345" y="20631"/>
                  </a:lnTo>
                  <a:cubicBezTo>
                    <a:pt x="6491" y="20701"/>
                    <a:pt x="6621" y="20761"/>
                    <a:pt x="6632" y="20766"/>
                  </a:cubicBezTo>
                  <a:cubicBezTo>
                    <a:pt x="6637" y="20772"/>
                    <a:pt x="6735" y="20668"/>
                    <a:pt x="6843" y="20543"/>
                  </a:cubicBezTo>
                  <a:lnTo>
                    <a:pt x="7370" y="19932"/>
                  </a:lnTo>
                  <a:cubicBezTo>
                    <a:pt x="7478" y="19807"/>
                    <a:pt x="7694" y="19742"/>
                    <a:pt x="7851" y="19791"/>
                  </a:cubicBezTo>
                  <a:lnTo>
                    <a:pt x="9136" y="20116"/>
                  </a:lnTo>
                  <a:cubicBezTo>
                    <a:pt x="9298" y="20149"/>
                    <a:pt x="9459" y="20306"/>
                    <a:pt x="9497" y="20468"/>
                  </a:cubicBezTo>
                  <a:lnTo>
                    <a:pt x="9680" y="21259"/>
                  </a:lnTo>
                  <a:cubicBezTo>
                    <a:pt x="9718" y="21422"/>
                    <a:pt x="9756" y="21552"/>
                    <a:pt x="9761" y="21552"/>
                  </a:cubicBezTo>
                  <a:cubicBezTo>
                    <a:pt x="9767" y="21552"/>
                    <a:pt x="9911" y="21562"/>
                    <a:pt x="10073" y="21573"/>
                  </a:cubicBezTo>
                  <a:lnTo>
                    <a:pt x="10500" y="21595"/>
                  </a:lnTo>
                  <a:cubicBezTo>
                    <a:pt x="10662" y="21600"/>
                    <a:pt x="10931" y="21600"/>
                    <a:pt x="11098" y="21595"/>
                  </a:cubicBezTo>
                  <a:lnTo>
                    <a:pt x="11525" y="21573"/>
                  </a:lnTo>
                  <a:cubicBezTo>
                    <a:pt x="11687" y="21562"/>
                    <a:pt x="11828" y="21552"/>
                    <a:pt x="11839" y="21552"/>
                  </a:cubicBezTo>
                  <a:cubicBezTo>
                    <a:pt x="11849" y="21552"/>
                    <a:pt x="11882" y="21416"/>
                    <a:pt x="11920" y="21259"/>
                  </a:cubicBezTo>
                  <a:lnTo>
                    <a:pt x="12103" y="20468"/>
                  </a:lnTo>
                  <a:cubicBezTo>
                    <a:pt x="12141" y="20306"/>
                    <a:pt x="12302" y="20149"/>
                    <a:pt x="12464" y="20116"/>
                  </a:cubicBezTo>
                  <a:lnTo>
                    <a:pt x="13749" y="19791"/>
                  </a:lnTo>
                  <a:cubicBezTo>
                    <a:pt x="13906" y="19742"/>
                    <a:pt x="14120" y="19807"/>
                    <a:pt x="14228" y="19932"/>
                  </a:cubicBezTo>
                  <a:lnTo>
                    <a:pt x="14757" y="20543"/>
                  </a:lnTo>
                  <a:cubicBezTo>
                    <a:pt x="14865" y="20668"/>
                    <a:pt x="14957" y="20767"/>
                    <a:pt x="14968" y="20766"/>
                  </a:cubicBezTo>
                  <a:cubicBezTo>
                    <a:pt x="14974" y="20761"/>
                    <a:pt x="15102" y="20701"/>
                    <a:pt x="15253" y="20631"/>
                  </a:cubicBezTo>
                  <a:lnTo>
                    <a:pt x="16543" y="19937"/>
                  </a:lnTo>
                  <a:cubicBezTo>
                    <a:pt x="16683" y="19850"/>
                    <a:pt x="16802" y="19780"/>
                    <a:pt x="16813" y="19774"/>
                  </a:cubicBezTo>
                  <a:cubicBezTo>
                    <a:pt x="16818" y="19769"/>
                    <a:pt x="16792" y="19633"/>
                    <a:pt x="16749" y="19476"/>
                  </a:cubicBezTo>
                  <a:lnTo>
                    <a:pt x="16538" y="18673"/>
                  </a:lnTo>
                  <a:cubicBezTo>
                    <a:pt x="16495" y="18516"/>
                    <a:pt x="16565" y="18301"/>
                    <a:pt x="16695" y="18192"/>
                  </a:cubicBezTo>
                  <a:lnTo>
                    <a:pt x="17622" y="17336"/>
                  </a:lnTo>
                  <a:cubicBezTo>
                    <a:pt x="17736" y="17216"/>
                    <a:pt x="17957" y="17173"/>
                    <a:pt x="18108" y="17232"/>
                  </a:cubicBezTo>
                  <a:lnTo>
                    <a:pt x="18868" y="17535"/>
                  </a:lnTo>
                  <a:cubicBezTo>
                    <a:pt x="19019" y="17595"/>
                    <a:pt x="19150" y="17639"/>
                    <a:pt x="19155" y="17634"/>
                  </a:cubicBezTo>
                  <a:cubicBezTo>
                    <a:pt x="19160" y="17628"/>
                    <a:pt x="19247" y="17515"/>
                    <a:pt x="19344" y="17380"/>
                  </a:cubicBezTo>
                  <a:lnTo>
                    <a:pt x="20175" y="16127"/>
                  </a:lnTo>
                  <a:cubicBezTo>
                    <a:pt x="20262" y="15986"/>
                    <a:pt x="20332" y="15861"/>
                    <a:pt x="20337" y="15856"/>
                  </a:cubicBezTo>
                  <a:cubicBezTo>
                    <a:pt x="20342" y="15850"/>
                    <a:pt x="20256" y="15743"/>
                    <a:pt x="20143" y="15624"/>
                  </a:cubicBezTo>
                  <a:lnTo>
                    <a:pt x="19570" y="14989"/>
                  </a:lnTo>
                  <a:cubicBezTo>
                    <a:pt x="19462" y="14869"/>
                    <a:pt x="19419" y="14642"/>
                    <a:pt x="19479" y="14491"/>
                  </a:cubicBezTo>
                  <a:lnTo>
                    <a:pt x="19862" y="13390"/>
                  </a:lnTo>
                  <a:cubicBezTo>
                    <a:pt x="19910" y="13233"/>
                    <a:pt x="20082" y="13088"/>
                    <a:pt x="20244" y="13072"/>
                  </a:cubicBezTo>
                  <a:lnTo>
                    <a:pt x="21081" y="12978"/>
                  </a:lnTo>
                  <a:cubicBezTo>
                    <a:pt x="21243" y="12962"/>
                    <a:pt x="21379" y="12940"/>
                    <a:pt x="21384" y="12929"/>
                  </a:cubicBezTo>
                  <a:cubicBezTo>
                    <a:pt x="21384" y="12918"/>
                    <a:pt x="21404" y="12784"/>
                    <a:pt x="21431" y="12616"/>
                  </a:cubicBezTo>
                  <a:lnTo>
                    <a:pt x="21583" y="11072"/>
                  </a:lnTo>
                  <a:cubicBezTo>
                    <a:pt x="21594" y="10909"/>
                    <a:pt x="21600" y="10767"/>
                    <a:pt x="21600" y="10757"/>
                  </a:cubicBezTo>
                  <a:cubicBezTo>
                    <a:pt x="21584" y="10757"/>
                    <a:pt x="21460" y="10702"/>
                    <a:pt x="21303" y="10648"/>
                  </a:cubicBezTo>
                  <a:lnTo>
                    <a:pt x="20477" y="10345"/>
                  </a:lnTo>
                  <a:cubicBezTo>
                    <a:pt x="20321" y="10291"/>
                    <a:pt x="20180" y="10106"/>
                    <a:pt x="20163" y="9944"/>
                  </a:cubicBezTo>
                  <a:lnTo>
                    <a:pt x="20013" y="8914"/>
                  </a:lnTo>
                  <a:cubicBezTo>
                    <a:pt x="19981" y="8752"/>
                    <a:pt x="20067" y="8546"/>
                    <a:pt x="20202" y="8454"/>
                  </a:cubicBezTo>
                  <a:lnTo>
                    <a:pt x="20926" y="7966"/>
                  </a:lnTo>
                  <a:cubicBezTo>
                    <a:pt x="21060" y="7874"/>
                    <a:pt x="21174" y="7792"/>
                    <a:pt x="21168" y="7781"/>
                  </a:cubicBezTo>
                  <a:cubicBezTo>
                    <a:pt x="21168" y="7770"/>
                    <a:pt x="21119" y="7640"/>
                    <a:pt x="21065" y="7483"/>
                  </a:cubicBezTo>
                  <a:lnTo>
                    <a:pt x="20472" y="6000"/>
                  </a:lnTo>
                  <a:cubicBezTo>
                    <a:pt x="20402" y="5848"/>
                    <a:pt x="20342" y="5723"/>
                    <a:pt x="20337" y="5712"/>
                  </a:cubicBezTo>
                  <a:cubicBezTo>
                    <a:pt x="20332" y="5701"/>
                    <a:pt x="20197" y="5717"/>
                    <a:pt x="20035" y="5739"/>
                  </a:cubicBezTo>
                  <a:lnTo>
                    <a:pt x="19133" y="5858"/>
                  </a:lnTo>
                  <a:cubicBezTo>
                    <a:pt x="18971" y="5879"/>
                    <a:pt x="18761" y="5788"/>
                    <a:pt x="18674" y="5648"/>
                  </a:cubicBezTo>
                  <a:lnTo>
                    <a:pt x="18135" y="4899"/>
                  </a:lnTo>
                  <a:cubicBezTo>
                    <a:pt x="18032" y="4769"/>
                    <a:pt x="18017" y="4548"/>
                    <a:pt x="18093" y="4401"/>
                  </a:cubicBezTo>
                  <a:lnTo>
                    <a:pt x="18518" y="3609"/>
                  </a:lnTo>
                  <a:cubicBezTo>
                    <a:pt x="18593" y="3462"/>
                    <a:pt x="18653" y="3338"/>
                    <a:pt x="18647" y="3333"/>
                  </a:cubicBezTo>
                  <a:cubicBezTo>
                    <a:pt x="18642" y="3327"/>
                    <a:pt x="18540" y="3230"/>
                    <a:pt x="18422" y="3116"/>
                  </a:cubicBezTo>
                  <a:lnTo>
                    <a:pt x="17186" y="2044"/>
                  </a:lnTo>
                  <a:cubicBezTo>
                    <a:pt x="17056" y="1941"/>
                    <a:pt x="16943" y="1853"/>
                    <a:pt x="16938" y="1848"/>
                  </a:cubicBezTo>
                  <a:cubicBezTo>
                    <a:pt x="16932" y="1842"/>
                    <a:pt x="16813" y="1918"/>
                    <a:pt x="16683" y="2010"/>
                  </a:cubicBezTo>
                  <a:lnTo>
                    <a:pt x="15934" y="2547"/>
                  </a:lnTo>
                  <a:cubicBezTo>
                    <a:pt x="15800" y="2644"/>
                    <a:pt x="15572" y="2655"/>
                    <a:pt x="15432" y="2574"/>
                  </a:cubicBezTo>
                  <a:lnTo>
                    <a:pt x="14682" y="2190"/>
                  </a:lnTo>
                  <a:cubicBezTo>
                    <a:pt x="14531" y="2119"/>
                    <a:pt x="14411" y="1929"/>
                    <a:pt x="14417" y="1761"/>
                  </a:cubicBezTo>
                  <a:lnTo>
                    <a:pt x="14429" y="840"/>
                  </a:lnTo>
                  <a:cubicBezTo>
                    <a:pt x="14429" y="677"/>
                    <a:pt x="14428" y="537"/>
                    <a:pt x="14417" y="537"/>
                  </a:cubicBezTo>
                  <a:cubicBezTo>
                    <a:pt x="14411" y="531"/>
                    <a:pt x="14272" y="494"/>
                    <a:pt x="14115" y="445"/>
                  </a:cubicBezTo>
                  <a:lnTo>
                    <a:pt x="12508" y="54"/>
                  </a:lnTo>
                  <a:cubicBezTo>
                    <a:pt x="12346" y="22"/>
                    <a:pt x="12205" y="0"/>
                    <a:pt x="12200" y="0"/>
                  </a:cubicBezTo>
                  <a:cubicBezTo>
                    <a:pt x="12189" y="0"/>
                    <a:pt x="12125" y="120"/>
                    <a:pt x="12049" y="266"/>
                  </a:cubicBezTo>
                  <a:lnTo>
                    <a:pt x="11628" y="1096"/>
                  </a:lnTo>
                  <a:cubicBezTo>
                    <a:pt x="11552" y="1242"/>
                    <a:pt x="11358" y="1355"/>
                    <a:pt x="11196" y="1350"/>
                  </a:cubicBezTo>
                  <a:lnTo>
                    <a:pt x="10387" y="1350"/>
                  </a:lnTo>
                  <a:cubicBezTo>
                    <a:pt x="10225" y="1355"/>
                    <a:pt x="10025" y="1242"/>
                    <a:pt x="9955" y="1096"/>
                  </a:cubicBezTo>
                  <a:lnTo>
                    <a:pt x="9534" y="266"/>
                  </a:lnTo>
                  <a:cubicBezTo>
                    <a:pt x="9458" y="120"/>
                    <a:pt x="9394" y="0"/>
                    <a:pt x="9384" y="0"/>
                  </a:cubicBezTo>
                  <a:close/>
                  <a:moveTo>
                    <a:pt x="10792" y="5820"/>
                  </a:moveTo>
                  <a:cubicBezTo>
                    <a:pt x="13533" y="5820"/>
                    <a:pt x="15761" y="8053"/>
                    <a:pt x="15761" y="10811"/>
                  </a:cubicBezTo>
                  <a:cubicBezTo>
                    <a:pt x="15761" y="13569"/>
                    <a:pt x="13533" y="15801"/>
                    <a:pt x="10792" y="15801"/>
                  </a:cubicBezTo>
                  <a:cubicBezTo>
                    <a:pt x="8051" y="15801"/>
                    <a:pt x="5822" y="13569"/>
                    <a:pt x="5822" y="10811"/>
                  </a:cubicBezTo>
                  <a:cubicBezTo>
                    <a:pt x="5822" y="8053"/>
                    <a:pt x="8045" y="5820"/>
                    <a:pt x="10792" y="5820"/>
                  </a:cubicBezTo>
                  <a:close/>
                  <a:moveTo>
                    <a:pt x="10792" y="7592"/>
                  </a:moveTo>
                  <a:cubicBezTo>
                    <a:pt x="9016" y="7592"/>
                    <a:pt x="7581" y="9033"/>
                    <a:pt x="7581" y="10816"/>
                  </a:cubicBezTo>
                  <a:cubicBezTo>
                    <a:pt x="7581" y="12593"/>
                    <a:pt x="9016" y="14040"/>
                    <a:pt x="10792" y="14040"/>
                  </a:cubicBezTo>
                  <a:cubicBezTo>
                    <a:pt x="12567" y="14040"/>
                    <a:pt x="14002" y="12599"/>
                    <a:pt x="14002" y="10816"/>
                  </a:cubicBezTo>
                  <a:cubicBezTo>
                    <a:pt x="14002" y="9033"/>
                    <a:pt x="12567" y="7592"/>
                    <a:pt x="10792" y="7592"/>
                  </a:cubicBezTo>
                  <a:close/>
                </a:path>
              </a:pathLst>
            </a:custGeom>
            <a:solidFill>
              <a:srgbClr val="7030A0"/>
            </a:solidFill>
            <a:ln w="3937"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444" name="TextBox 59">
              <a:extLst>
                <a:ext uri="{FF2B5EF4-FFF2-40B4-BE49-F238E27FC236}">
                  <a16:creationId xmlns:a16="http://schemas.microsoft.com/office/drawing/2014/main" id="{1D2A8286-5187-61D2-7AB1-A435B1D5AE7F}"/>
                </a:ext>
              </a:extLst>
            </p:cNvPr>
            <p:cNvSpPr txBox="1"/>
            <p:nvPr/>
          </p:nvSpPr>
          <p:spPr>
            <a:xfrm>
              <a:off x="19397540" y="29663326"/>
              <a:ext cx="1220206" cy="646331"/>
            </a:xfrm>
            <a:prstGeom prst="rect">
              <a:avLst/>
            </a:prstGeom>
            <a:noFill/>
          </p:spPr>
          <p:txBody>
            <a:bodyPr wrap="none" lIns="28346" tIns="14173" rIns="28346" bIns="14173" rtlCol="0">
              <a:spAutoFit/>
            </a:bodyPr>
            <a:lstStyle/>
            <a:p>
              <a:r>
                <a:rPr lang="en-US" sz="892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GHG</a:t>
              </a:r>
              <a:endParaRPr lang="en-US" sz="892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445" name="TextBox 60">
              <a:extLst>
                <a:ext uri="{FF2B5EF4-FFF2-40B4-BE49-F238E27FC236}">
                  <a16:creationId xmlns:a16="http://schemas.microsoft.com/office/drawing/2014/main" id="{3EA8E0E6-178F-DA2B-70DD-15862A7DCB2D}"/>
                </a:ext>
              </a:extLst>
            </p:cNvPr>
            <p:cNvSpPr txBox="1"/>
            <p:nvPr/>
          </p:nvSpPr>
          <p:spPr>
            <a:xfrm>
              <a:off x="21695694" y="30432379"/>
              <a:ext cx="886781" cy="646331"/>
            </a:xfrm>
            <a:prstGeom prst="rect">
              <a:avLst/>
            </a:prstGeom>
            <a:noFill/>
          </p:spPr>
          <p:txBody>
            <a:bodyPr wrap="none" lIns="28346" tIns="14173" rIns="28346" bIns="14173" rtlCol="0">
              <a:spAutoFit/>
            </a:bodyPr>
            <a:lstStyle/>
            <a:p>
              <a:r>
                <a:rPr lang="en-US" sz="892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Aer</a:t>
              </a:r>
              <a:endParaRPr lang="en-US" sz="892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446" name="Line">
              <a:extLst>
                <a:ext uri="{FF2B5EF4-FFF2-40B4-BE49-F238E27FC236}">
                  <a16:creationId xmlns:a16="http://schemas.microsoft.com/office/drawing/2014/main" id="{61B65E37-8342-AE22-DC5D-DC1C1167C4CC}"/>
                </a:ext>
              </a:extLst>
            </p:cNvPr>
            <p:cNvSpPr/>
            <p:nvPr/>
          </p:nvSpPr>
          <p:spPr>
            <a:xfrm flipV="1">
              <a:off x="18121413" y="29208514"/>
              <a:ext cx="317101" cy="1565527"/>
            </a:xfrm>
            <a:prstGeom prst="line">
              <a:avLst/>
            </a:prstGeom>
            <a:ln w="23622">
              <a:solidFill>
                <a:schemeClr val="accent2"/>
              </a:solidFill>
              <a:miter lim="400000"/>
              <a:tailEnd type="triangle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447" name="-">
              <a:extLst>
                <a:ext uri="{FF2B5EF4-FFF2-40B4-BE49-F238E27FC236}">
                  <a16:creationId xmlns:a16="http://schemas.microsoft.com/office/drawing/2014/main" id="{9AD22004-F973-3F99-52C5-B2ED493D20C0}"/>
                </a:ext>
              </a:extLst>
            </p:cNvPr>
            <p:cNvSpPr txBox="1"/>
            <p:nvPr/>
          </p:nvSpPr>
          <p:spPr>
            <a:xfrm>
              <a:off x="17967026" y="30680744"/>
              <a:ext cx="250069" cy="666849"/>
            </a:xfrm>
            <a:prstGeom prst="rect">
              <a:avLst/>
            </a:prstGeom>
            <a:ln w="3937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7874" tIns="7874" rIns="7874" bIns="7874" anchor="ctr">
              <a:spAutoFit/>
            </a:bodyPr>
            <a:lstStyle>
              <a:lvl1pPr>
                <a:defRPr>
                  <a:solidFill>
                    <a:srgbClr val="7030A0"/>
                  </a:solidFill>
                </a:defRPr>
              </a:lvl1pPr>
            </a:lstStyle>
            <a:p>
              <a:pPr algn="ctr" defTabSz="1219169" hangingPunct="0"/>
              <a:r>
                <a:rPr sz="992" kern="0" dirty="0">
                  <a:latin typeface="Helvetica Neue"/>
                  <a:ea typeface="Helvetica Neue"/>
                  <a:cs typeface="Helvetica Neue"/>
                  <a:sym typeface="Helvetica Neue"/>
                </a:rPr>
                <a:t>-</a:t>
              </a:r>
            </a:p>
          </p:txBody>
        </p:sp>
        <p:sp>
          <p:nvSpPr>
            <p:cNvPr id="5448" name="Arrow 2">
              <a:extLst>
                <a:ext uri="{FF2B5EF4-FFF2-40B4-BE49-F238E27FC236}">
                  <a16:creationId xmlns:a16="http://schemas.microsoft.com/office/drawing/2014/main" id="{98C0B99C-C22D-F8B3-A7F3-138C98762C33}"/>
                </a:ext>
              </a:extLst>
            </p:cNvPr>
            <p:cNvSpPr/>
            <p:nvPr/>
          </p:nvSpPr>
          <p:spPr>
            <a:xfrm>
              <a:off x="17689095" y="30735186"/>
              <a:ext cx="813585" cy="6551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749" y="0"/>
                  </a:moveTo>
                  <a:cubicBezTo>
                    <a:pt x="8457" y="0"/>
                    <a:pt x="6373" y="1103"/>
                    <a:pt x="4819" y="2903"/>
                  </a:cubicBezTo>
                  <a:lnTo>
                    <a:pt x="6744" y="6147"/>
                  </a:lnTo>
                  <a:cubicBezTo>
                    <a:pt x="7744" y="4819"/>
                    <a:pt x="9169" y="3989"/>
                    <a:pt x="10749" y="3989"/>
                  </a:cubicBezTo>
                  <a:cubicBezTo>
                    <a:pt x="13751" y="3989"/>
                    <a:pt x="16189" y="6985"/>
                    <a:pt x="16232" y="10700"/>
                  </a:cubicBezTo>
                  <a:lnTo>
                    <a:pt x="14265" y="10700"/>
                  </a:lnTo>
                  <a:lnTo>
                    <a:pt x="17933" y="16883"/>
                  </a:lnTo>
                  <a:lnTo>
                    <a:pt x="21600" y="10700"/>
                  </a:lnTo>
                  <a:lnTo>
                    <a:pt x="19444" y="10700"/>
                  </a:lnTo>
                  <a:cubicBezTo>
                    <a:pt x="19401" y="4782"/>
                    <a:pt x="15525" y="0"/>
                    <a:pt x="10749" y="0"/>
                  </a:cubicBezTo>
                  <a:close/>
                  <a:moveTo>
                    <a:pt x="3667" y="4515"/>
                  </a:moveTo>
                  <a:lnTo>
                    <a:pt x="0" y="10700"/>
                  </a:lnTo>
                  <a:lnTo>
                    <a:pt x="2054" y="10700"/>
                  </a:lnTo>
                  <a:cubicBezTo>
                    <a:pt x="2053" y="10733"/>
                    <a:pt x="2054" y="10767"/>
                    <a:pt x="2054" y="10801"/>
                  </a:cubicBezTo>
                  <a:cubicBezTo>
                    <a:pt x="2054" y="16766"/>
                    <a:pt x="5946" y="21600"/>
                    <a:pt x="10749" y="21600"/>
                  </a:cubicBezTo>
                  <a:cubicBezTo>
                    <a:pt x="13080" y="21600"/>
                    <a:pt x="15197" y="20461"/>
                    <a:pt x="16759" y="18607"/>
                  </a:cubicBezTo>
                  <a:lnTo>
                    <a:pt x="14814" y="15375"/>
                  </a:lnTo>
                  <a:cubicBezTo>
                    <a:pt x="13811" y="16749"/>
                    <a:pt x="12360" y="17611"/>
                    <a:pt x="10749" y="17611"/>
                  </a:cubicBezTo>
                  <a:cubicBezTo>
                    <a:pt x="7720" y="17611"/>
                    <a:pt x="5266" y="14563"/>
                    <a:pt x="5266" y="10801"/>
                  </a:cubicBezTo>
                  <a:cubicBezTo>
                    <a:pt x="5266" y="10767"/>
                    <a:pt x="5265" y="10733"/>
                    <a:pt x="5266" y="10700"/>
                  </a:cubicBezTo>
                  <a:lnTo>
                    <a:pt x="7335" y="10700"/>
                  </a:lnTo>
                  <a:lnTo>
                    <a:pt x="3667" y="4515"/>
                  </a:lnTo>
                  <a:close/>
                </a:path>
              </a:pathLst>
            </a:custGeom>
            <a:solidFill>
              <a:srgbClr val="7030A0"/>
            </a:solidFill>
            <a:ln w="3937"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412750" hangingPunct="0">
                <a:defRPr sz="793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cxnSp>
          <p:nvCxnSpPr>
            <p:cNvPr id="5449" name="Straight Connector 70">
              <a:extLst>
                <a:ext uri="{FF2B5EF4-FFF2-40B4-BE49-F238E27FC236}">
                  <a16:creationId xmlns:a16="http://schemas.microsoft.com/office/drawing/2014/main" id="{6996B71A-1826-32F4-EEF2-E21E7A6371D1}"/>
                </a:ext>
              </a:extLst>
            </p:cNvPr>
            <p:cNvCxnSpPr>
              <a:cxnSpLocks/>
            </p:cNvCxnSpPr>
            <p:nvPr/>
          </p:nvCxnSpPr>
          <p:spPr>
            <a:xfrm>
              <a:off x="18971082" y="30526200"/>
              <a:ext cx="1760116" cy="0"/>
            </a:xfrm>
            <a:prstGeom prst="line">
              <a:avLst/>
            </a:prstGeom>
            <a:ln w="20669" cmpd="tri">
              <a:solidFill>
                <a:srgbClr val="9452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50" name="Straight Connector 72">
              <a:extLst>
                <a:ext uri="{FF2B5EF4-FFF2-40B4-BE49-F238E27FC236}">
                  <a16:creationId xmlns:a16="http://schemas.microsoft.com/office/drawing/2014/main" id="{1F7DE547-C6FF-BFE3-BD05-FEF2B0FB2979}"/>
                </a:ext>
              </a:extLst>
            </p:cNvPr>
            <p:cNvCxnSpPr>
              <a:cxnSpLocks/>
            </p:cNvCxnSpPr>
            <p:nvPr/>
          </p:nvCxnSpPr>
          <p:spPr>
            <a:xfrm>
              <a:off x="20990233" y="30507311"/>
              <a:ext cx="1567738" cy="0"/>
            </a:xfrm>
            <a:prstGeom prst="line">
              <a:avLst/>
            </a:prstGeom>
            <a:ln w="11811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51" name="Right Brace 79">
              <a:extLst>
                <a:ext uri="{FF2B5EF4-FFF2-40B4-BE49-F238E27FC236}">
                  <a16:creationId xmlns:a16="http://schemas.microsoft.com/office/drawing/2014/main" id="{FB28F31B-2046-4CB7-B318-FD9044AB88E0}"/>
                </a:ext>
              </a:extLst>
            </p:cNvPr>
            <p:cNvSpPr/>
            <p:nvPr/>
          </p:nvSpPr>
          <p:spPr>
            <a:xfrm rot="16200000">
              <a:off x="18604959" y="27300497"/>
              <a:ext cx="1248473" cy="2947727"/>
            </a:xfrm>
            <a:prstGeom prst="rightBrace">
              <a:avLst>
                <a:gd name="adj1" fmla="val 8333"/>
                <a:gd name="adj2" fmla="val 16915"/>
              </a:avLst>
            </a:prstGeom>
            <a:ln w="15748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28346" tIns="14173" rIns="28346" bIns="14173" rtlCol="0" anchor="ctr"/>
            <a:lstStyle/>
            <a:p>
              <a:pPr algn="ctr"/>
              <a:endParaRPr lang="en-US"/>
            </a:p>
          </p:txBody>
        </p:sp>
        <p:sp>
          <p:nvSpPr>
            <p:cNvPr id="5452" name="TextBox 82">
              <a:extLst>
                <a:ext uri="{FF2B5EF4-FFF2-40B4-BE49-F238E27FC236}">
                  <a16:creationId xmlns:a16="http://schemas.microsoft.com/office/drawing/2014/main" id="{89CC87B2-2B84-7181-04A8-5F023494C283}"/>
                </a:ext>
              </a:extLst>
            </p:cNvPr>
            <p:cNvSpPr txBox="1"/>
            <p:nvPr/>
          </p:nvSpPr>
          <p:spPr>
            <a:xfrm>
              <a:off x="16511999" y="27625110"/>
              <a:ext cx="2135521" cy="646331"/>
            </a:xfrm>
            <a:prstGeom prst="rect">
              <a:avLst/>
            </a:prstGeom>
            <a:noFill/>
          </p:spPr>
          <p:txBody>
            <a:bodyPr wrap="none" lIns="28346" tIns="14173" rIns="28346" bIns="14173" rtlCol="0">
              <a:spAutoFit/>
            </a:bodyPr>
            <a:lstStyle/>
            <a:p>
              <a:r>
                <a:rPr lang="en-US" sz="892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hist-GHG</a:t>
              </a:r>
              <a:endParaRPr lang="en-US" sz="892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453" name="Right Brace 83">
              <a:extLst>
                <a:ext uri="{FF2B5EF4-FFF2-40B4-BE49-F238E27FC236}">
                  <a16:creationId xmlns:a16="http://schemas.microsoft.com/office/drawing/2014/main" id="{08BB852A-9808-EAF7-ED1F-FEAFE9C65FC8}"/>
                </a:ext>
              </a:extLst>
            </p:cNvPr>
            <p:cNvSpPr/>
            <p:nvPr/>
          </p:nvSpPr>
          <p:spPr>
            <a:xfrm rot="16200000">
              <a:off x="16884621" y="23923632"/>
              <a:ext cx="1248473" cy="9283421"/>
            </a:xfrm>
            <a:prstGeom prst="rightBrace">
              <a:avLst>
                <a:gd name="adj1" fmla="val 8333"/>
                <a:gd name="adj2" fmla="val 77627"/>
              </a:avLst>
            </a:prstGeom>
            <a:ln w="15748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lIns="28346" tIns="14173" rIns="28346" bIns="14173" rtlCol="0" anchor="ctr"/>
            <a:lstStyle/>
            <a:p>
              <a:pPr algn="ctr"/>
              <a:endParaRPr lang="en-US"/>
            </a:p>
          </p:txBody>
        </p:sp>
        <p:sp>
          <p:nvSpPr>
            <p:cNvPr id="5454" name="TextBox 85">
              <a:extLst>
                <a:ext uri="{FF2B5EF4-FFF2-40B4-BE49-F238E27FC236}">
                  <a16:creationId xmlns:a16="http://schemas.microsoft.com/office/drawing/2014/main" id="{CA271FC8-FEF1-659D-95CE-5E6DE362AEEC}"/>
                </a:ext>
              </a:extLst>
            </p:cNvPr>
            <p:cNvSpPr txBox="1"/>
            <p:nvPr/>
          </p:nvSpPr>
          <p:spPr>
            <a:xfrm>
              <a:off x="18771012" y="27364173"/>
              <a:ext cx="3815348" cy="646331"/>
            </a:xfrm>
            <a:prstGeom prst="rect">
              <a:avLst/>
            </a:prstGeom>
            <a:noFill/>
          </p:spPr>
          <p:txBody>
            <a:bodyPr wrap="none" lIns="28346" tIns="14173" rIns="28346" bIns="14173" rtlCol="0">
              <a:spAutoFit/>
            </a:bodyPr>
            <a:lstStyle/>
            <a:p>
              <a:r>
                <a:rPr lang="en-US" sz="892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hist + SSP2-4.5</a:t>
              </a:r>
              <a:endParaRPr lang="en-US" sz="892" baseline="-25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5455" name="Oval 211">
              <a:extLst>
                <a:ext uri="{FF2B5EF4-FFF2-40B4-BE49-F238E27FC236}">
                  <a16:creationId xmlns:a16="http://schemas.microsoft.com/office/drawing/2014/main" id="{3B564327-725D-8841-B6F9-68A880E00C4A}"/>
                </a:ext>
              </a:extLst>
            </p:cNvPr>
            <p:cNvSpPr/>
            <p:nvPr/>
          </p:nvSpPr>
          <p:spPr>
            <a:xfrm>
              <a:off x="16820829" y="30074530"/>
              <a:ext cx="484610" cy="485463"/>
            </a:xfrm>
            <a:prstGeom prst="ellipse">
              <a:avLst/>
            </a:prstGeom>
            <a:noFill/>
            <a:ln w="2559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28346" tIns="14173" rIns="28346" bIns="14173" rtlCol="0" anchor="ctr"/>
            <a:lstStyle/>
            <a:p>
              <a:pPr algn="ctr"/>
              <a:endParaRPr lang="en-US"/>
            </a:p>
          </p:txBody>
        </p:sp>
        <p:sp>
          <p:nvSpPr>
            <p:cNvPr id="5456" name="Oval 218">
              <a:extLst>
                <a:ext uri="{FF2B5EF4-FFF2-40B4-BE49-F238E27FC236}">
                  <a16:creationId xmlns:a16="http://schemas.microsoft.com/office/drawing/2014/main" id="{695ED730-99A7-799A-349F-40ED622E29FB}"/>
                </a:ext>
              </a:extLst>
            </p:cNvPr>
            <p:cNvSpPr/>
            <p:nvPr/>
          </p:nvSpPr>
          <p:spPr>
            <a:xfrm>
              <a:off x="13832685" y="29478381"/>
              <a:ext cx="484610" cy="485463"/>
            </a:xfrm>
            <a:prstGeom prst="ellipse">
              <a:avLst/>
            </a:prstGeom>
            <a:noFill/>
            <a:ln w="2559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28346" tIns="14173" rIns="28346" bIns="14173" rtlCol="0" anchor="ctr"/>
            <a:lstStyle/>
            <a:p>
              <a:pPr algn="ctr"/>
              <a:endParaRPr lang="en-US"/>
            </a:p>
          </p:txBody>
        </p:sp>
        <p:sp>
          <p:nvSpPr>
            <p:cNvPr id="5457" name="Line">
              <a:extLst>
                <a:ext uri="{FF2B5EF4-FFF2-40B4-BE49-F238E27FC236}">
                  <a16:creationId xmlns:a16="http://schemas.microsoft.com/office/drawing/2014/main" id="{1DC9628B-0C04-E614-57AB-6EA72B3A3249}"/>
                </a:ext>
              </a:extLst>
            </p:cNvPr>
            <p:cNvSpPr/>
            <p:nvPr/>
          </p:nvSpPr>
          <p:spPr>
            <a:xfrm>
              <a:off x="14214378" y="29544490"/>
              <a:ext cx="2879303" cy="539740"/>
            </a:xfrm>
            <a:prstGeom prst="line">
              <a:avLst/>
            </a:prstGeom>
            <a:ln w="3937">
              <a:solidFill>
                <a:srgbClr val="FF0000"/>
              </a:solidFill>
              <a:prstDash val="solid"/>
              <a:miter lim="400000"/>
            </a:ln>
          </p:spPr>
          <p:txBody>
            <a:bodyPr wrap="none" lIns="7874" tIns="7874" rIns="7874" bIns="7874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5458" name="Oval 232">
              <a:extLst>
                <a:ext uri="{FF2B5EF4-FFF2-40B4-BE49-F238E27FC236}">
                  <a16:creationId xmlns:a16="http://schemas.microsoft.com/office/drawing/2014/main" id="{BBA27883-B82A-0C4D-4D30-DF0FAEE061AA}"/>
                </a:ext>
              </a:extLst>
            </p:cNvPr>
            <p:cNvSpPr/>
            <p:nvPr/>
          </p:nvSpPr>
          <p:spPr>
            <a:xfrm>
              <a:off x="19596585" y="30288578"/>
              <a:ext cx="484610" cy="485463"/>
            </a:xfrm>
            <a:prstGeom prst="ellipse">
              <a:avLst/>
            </a:prstGeom>
            <a:noFill/>
            <a:ln w="2559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28346" tIns="14173" rIns="28346" bIns="14173" rtlCol="0" anchor="ctr"/>
            <a:lstStyle/>
            <a:p>
              <a:pPr algn="ctr"/>
              <a:endParaRPr lang="en-US"/>
            </a:p>
          </p:txBody>
        </p:sp>
        <p:sp>
          <p:nvSpPr>
            <p:cNvPr id="5459" name="Oval 233">
              <a:extLst>
                <a:ext uri="{FF2B5EF4-FFF2-40B4-BE49-F238E27FC236}">
                  <a16:creationId xmlns:a16="http://schemas.microsoft.com/office/drawing/2014/main" id="{F06AA760-6722-28DF-09DA-9280153C3086}"/>
                </a:ext>
              </a:extLst>
            </p:cNvPr>
            <p:cNvSpPr/>
            <p:nvPr/>
          </p:nvSpPr>
          <p:spPr>
            <a:xfrm>
              <a:off x="21334467" y="30227379"/>
              <a:ext cx="484610" cy="485463"/>
            </a:xfrm>
            <a:prstGeom prst="ellipse">
              <a:avLst/>
            </a:prstGeom>
            <a:noFill/>
            <a:ln w="2559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28346" tIns="14173" rIns="28346" bIns="14173" rtlCol="0" anchor="ctr"/>
            <a:lstStyle/>
            <a:p>
              <a:pPr algn="ctr"/>
              <a:endParaRPr lang="en-US"/>
            </a:p>
          </p:txBody>
        </p:sp>
      </p:grpSp>
      <p:sp>
        <p:nvSpPr>
          <p:cNvPr id="5323" name="Rectangle 5322"/>
          <p:cNvSpPr/>
          <p:nvPr/>
        </p:nvSpPr>
        <p:spPr>
          <a:xfrm>
            <a:off x="1798787" y="12433542"/>
            <a:ext cx="333993" cy="126735"/>
          </a:xfrm>
          <a:prstGeom prst="rect">
            <a:avLst/>
          </a:prstGeom>
          <a:solidFill>
            <a:srgbClr val="00A05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24" name="Rectangle 5323"/>
          <p:cNvSpPr/>
          <p:nvPr/>
        </p:nvSpPr>
        <p:spPr>
          <a:xfrm>
            <a:off x="2132781" y="12433542"/>
            <a:ext cx="620274" cy="126735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25" name="Rectangle 5324"/>
          <p:cNvSpPr/>
          <p:nvPr/>
        </p:nvSpPr>
        <p:spPr>
          <a:xfrm>
            <a:off x="1798787" y="12560278"/>
            <a:ext cx="954267" cy="257312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26" name="Rectangle 5325"/>
          <p:cNvSpPr/>
          <p:nvPr/>
        </p:nvSpPr>
        <p:spPr>
          <a:xfrm>
            <a:off x="1798787" y="12433542"/>
            <a:ext cx="954267" cy="384048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27" name="Rectangle 5326"/>
          <p:cNvSpPr/>
          <p:nvPr/>
        </p:nvSpPr>
        <p:spPr>
          <a:xfrm>
            <a:off x="2917647" y="12524982"/>
            <a:ext cx="1313992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7030A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28" name="Rectangle 5327"/>
          <p:cNvSpPr/>
          <p:nvPr/>
        </p:nvSpPr>
        <p:spPr>
          <a:xfrm>
            <a:off x="2871927" y="12479262"/>
            <a:ext cx="1313992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7030A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29" name="Rectangle 5328"/>
          <p:cNvSpPr/>
          <p:nvPr/>
        </p:nvSpPr>
        <p:spPr>
          <a:xfrm>
            <a:off x="2826207" y="12433542"/>
            <a:ext cx="164249" cy="128015"/>
          </a:xfrm>
          <a:prstGeom prst="rect">
            <a:avLst/>
          </a:prstGeom>
          <a:solidFill>
            <a:srgbClr val="00A050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30" name="Rectangle 5329"/>
          <p:cNvSpPr/>
          <p:nvPr/>
        </p:nvSpPr>
        <p:spPr>
          <a:xfrm>
            <a:off x="2990456" y="12433542"/>
            <a:ext cx="164249" cy="128015"/>
          </a:xfrm>
          <a:prstGeom prst="rect">
            <a:avLst/>
          </a:prstGeom>
          <a:solidFill>
            <a:srgbClr val="2F5597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31" name="Rectangle 5330"/>
          <p:cNvSpPr/>
          <p:nvPr/>
        </p:nvSpPr>
        <p:spPr>
          <a:xfrm>
            <a:off x="3154705" y="12433542"/>
            <a:ext cx="164249" cy="128015"/>
          </a:xfrm>
          <a:prstGeom prst="rect">
            <a:avLst/>
          </a:prstGeom>
          <a:solidFill>
            <a:srgbClr val="2F5597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32" name="Rectangle 5331"/>
          <p:cNvSpPr/>
          <p:nvPr/>
        </p:nvSpPr>
        <p:spPr>
          <a:xfrm>
            <a:off x="3318954" y="12433542"/>
            <a:ext cx="164249" cy="128015"/>
          </a:xfrm>
          <a:prstGeom prst="rect">
            <a:avLst/>
          </a:prstGeom>
          <a:solidFill>
            <a:srgbClr val="2F5597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33" name="Rectangle 5332"/>
          <p:cNvSpPr/>
          <p:nvPr/>
        </p:nvSpPr>
        <p:spPr>
          <a:xfrm>
            <a:off x="3483204" y="12433542"/>
            <a:ext cx="164249" cy="128015"/>
          </a:xfrm>
          <a:prstGeom prst="rect">
            <a:avLst/>
          </a:prstGeom>
          <a:solidFill>
            <a:srgbClr val="2F5597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34" name="Rectangle 5333"/>
          <p:cNvSpPr/>
          <p:nvPr/>
        </p:nvSpPr>
        <p:spPr>
          <a:xfrm>
            <a:off x="3647453" y="12433542"/>
            <a:ext cx="164249" cy="128015"/>
          </a:xfrm>
          <a:prstGeom prst="rect">
            <a:avLst/>
          </a:prstGeom>
          <a:solidFill>
            <a:srgbClr val="2F5597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35" name="Rectangle 5334"/>
          <p:cNvSpPr/>
          <p:nvPr/>
        </p:nvSpPr>
        <p:spPr>
          <a:xfrm>
            <a:off x="3811702" y="12433542"/>
            <a:ext cx="164249" cy="128015"/>
          </a:xfrm>
          <a:prstGeom prst="rect">
            <a:avLst/>
          </a:prstGeom>
          <a:solidFill>
            <a:srgbClr val="2F5597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36" name="Rectangle 5335"/>
          <p:cNvSpPr/>
          <p:nvPr/>
        </p:nvSpPr>
        <p:spPr>
          <a:xfrm>
            <a:off x="3975951" y="12433542"/>
            <a:ext cx="164249" cy="128015"/>
          </a:xfrm>
          <a:prstGeom prst="rect">
            <a:avLst/>
          </a:prstGeom>
          <a:solidFill>
            <a:srgbClr val="2F5597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37" name="Rectangle 5336"/>
          <p:cNvSpPr/>
          <p:nvPr/>
        </p:nvSpPr>
        <p:spPr>
          <a:xfrm>
            <a:off x="2826207" y="12561558"/>
            <a:ext cx="164249" cy="128015"/>
          </a:xfrm>
          <a:prstGeom prst="rect">
            <a:avLst/>
          </a:prstGeom>
          <a:solidFill>
            <a:srgbClr val="7F6A4F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38" name="Rectangle 5337"/>
          <p:cNvSpPr/>
          <p:nvPr/>
        </p:nvSpPr>
        <p:spPr>
          <a:xfrm>
            <a:off x="2990456" y="12561558"/>
            <a:ext cx="164249" cy="128015"/>
          </a:xfrm>
          <a:prstGeom prst="rect">
            <a:avLst/>
          </a:prstGeom>
          <a:solidFill>
            <a:srgbClr val="203864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39" name="Rectangle 5338"/>
          <p:cNvSpPr/>
          <p:nvPr/>
        </p:nvSpPr>
        <p:spPr>
          <a:xfrm>
            <a:off x="3154705" y="12561558"/>
            <a:ext cx="164249" cy="128015"/>
          </a:xfrm>
          <a:prstGeom prst="rect">
            <a:avLst/>
          </a:prstGeom>
          <a:solidFill>
            <a:srgbClr val="203864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40" name="Rectangle 5339"/>
          <p:cNvSpPr/>
          <p:nvPr/>
        </p:nvSpPr>
        <p:spPr>
          <a:xfrm>
            <a:off x="3318954" y="12561558"/>
            <a:ext cx="164249" cy="128015"/>
          </a:xfrm>
          <a:prstGeom prst="rect">
            <a:avLst/>
          </a:prstGeom>
          <a:solidFill>
            <a:srgbClr val="203864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41" name="Rectangle 5340"/>
          <p:cNvSpPr/>
          <p:nvPr/>
        </p:nvSpPr>
        <p:spPr>
          <a:xfrm>
            <a:off x="3483204" y="12561558"/>
            <a:ext cx="164249" cy="128015"/>
          </a:xfrm>
          <a:prstGeom prst="rect">
            <a:avLst/>
          </a:prstGeom>
          <a:solidFill>
            <a:srgbClr val="203864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42" name="Rectangle 5341"/>
          <p:cNvSpPr/>
          <p:nvPr/>
        </p:nvSpPr>
        <p:spPr>
          <a:xfrm>
            <a:off x="3647453" y="12561558"/>
            <a:ext cx="164249" cy="128015"/>
          </a:xfrm>
          <a:prstGeom prst="rect">
            <a:avLst/>
          </a:prstGeom>
          <a:solidFill>
            <a:srgbClr val="203864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43" name="Rectangle 5342"/>
          <p:cNvSpPr/>
          <p:nvPr/>
        </p:nvSpPr>
        <p:spPr>
          <a:xfrm>
            <a:off x="3811702" y="12561558"/>
            <a:ext cx="164249" cy="128015"/>
          </a:xfrm>
          <a:prstGeom prst="rect">
            <a:avLst/>
          </a:prstGeom>
          <a:solidFill>
            <a:srgbClr val="203864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44" name="Rectangle 5343"/>
          <p:cNvSpPr/>
          <p:nvPr/>
        </p:nvSpPr>
        <p:spPr>
          <a:xfrm>
            <a:off x="3975951" y="12561558"/>
            <a:ext cx="164249" cy="128015"/>
          </a:xfrm>
          <a:prstGeom prst="rect">
            <a:avLst/>
          </a:prstGeom>
          <a:solidFill>
            <a:srgbClr val="203864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45" name="Rectangle 5344"/>
          <p:cNvSpPr/>
          <p:nvPr/>
        </p:nvSpPr>
        <p:spPr>
          <a:xfrm>
            <a:off x="2826207" y="12689574"/>
            <a:ext cx="164249" cy="128015"/>
          </a:xfrm>
          <a:prstGeom prst="rect">
            <a:avLst/>
          </a:prstGeom>
          <a:solidFill>
            <a:srgbClr val="7F6A4F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46" name="Rectangle 5345"/>
          <p:cNvSpPr/>
          <p:nvPr/>
        </p:nvSpPr>
        <p:spPr>
          <a:xfrm>
            <a:off x="2990456" y="12689574"/>
            <a:ext cx="164249" cy="128015"/>
          </a:xfrm>
          <a:prstGeom prst="rect">
            <a:avLst/>
          </a:prstGeom>
          <a:solidFill>
            <a:srgbClr val="203864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47" name="Rectangle 5346"/>
          <p:cNvSpPr/>
          <p:nvPr/>
        </p:nvSpPr>
        <p:spPr>
          <a:xfrm>
            <a:off x="3154705" y="12689574"/>
            <a:ext cx="164249" cy="128015"/>
          </a:xfrm>
          <a:prstGeom prst="rect">
            <a:avLst/>
          </a:prstGeom>
          <a:solidFill>
            <a:srgbClr val="203864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48" name="Rectangle 5347"/>
          <p:cNvSpPr/>
          <p:nvPr/>
        </p:nvSpPr>
        <p:spPr>
          <a:xfrm>
            <a:off x="3318954" y="12689574"/>
            <a:ext cx="164249" cy="128015"/>
          </a:xfrm>
          <a:prstGeom prst="rect">
            <a:avLst/>
          </a:prstGeom>
          <a:solidFill>
            <a:srgbClr val="203864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49" name="Rectangle 5348"/>
          <p:cNvSpPr/>
          <p:nvPr/>
        </p:nvSpPr>
        <p:spPr>
          <a:xfrm>
            <a:off x="3483204" y="12689574"/>
            <a:ext cx="164249" cy="128015"/>
          </a:xfrm>
          <a:prstGeom prst="rect">
            <a:avLst/>
          </a:prstGeom>
          <a:solidFill>
            <a:srgbClr val="203864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50" name="Rectangle 5349"/>
          <p:cNvSpPr/>
          <p:nvPr/>
        </p:nvSpPr>
        <p:spPr>
          <a:xfrm>
            <a:off x="3647453" y="12689574"/>
            <a:ext cx="164249" cy="128015"/>
          </a:xfrm>
          <a:prstGeom prst="rect">
            <a:avLst/>
          </a:prstGeom>
          <a:solidFill>
            <a:srgbClr val="203864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51" name="Rectangle 5350"/>
          <p:cNvSpPr/>
          <p:nvPr/>
        </p:nvSpPr>
        <p:spPr>
          <a:xfrm>
            <a:off x="3811702" y="12689574"/>
            <a:ext cx="164249" cy="128015"/>
          </a:xfrm>
          <a:prstGeom prst="rect">
            <a:avLst/>
          </a:prstGeom>
          <a:solidFill>
            <a:srgbClr val="203864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52" name="Rectangle 5351"/>
          <p:cNvSpPr/>
          <p:nvPr/>
        </p:nvSpPr>
        <p:spPr>
          <a:xfrm>
            <a:off x="3975951" y="12689574"/>
            <a:ext cx="164249" cy="128015"/>
          </a:xfrm>
          <a:prstGeom prst="rect">
            <a:avLst/>
          </a:prstGeom>
          <a:solidFill>
            <a:srgbClr val="203864"/>
          </a:solidFill>
          <a:ln w="508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53" name="Rectangle 5352"/>
          <p:cNvSpPr/>
          <p:nvPr/>
        </p:nvSpPr>
        <p:spPr>
          <a:xfrm>
            <a:off x="3975951" y="12433542"/>
            <a:ext cx="164249" cy="57607"/>
          </a:xfrm>
          <a:prstGeom prst="rect">
            <a:avLst/>
          </a:prstGeom>
          <a:solidFill>
            <a:srgbClr val="FFFFFF"/>
          </a:solidFill>
          <a:ln w="5080">
            <a:solidFill>
              <a:srgbClr val="9DC3E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54" name="Rectangle 5353"/>
          <p:cNvSpPr/>
          <p:nvPr/>
        </p:nvSpPr>
        <p:spPr>
          <a:xfrm>
            <a:off x="2826207" y="12433542"/>
            <a:ext cx="1313992" cy="384048"/>
          </a:xfrm>
          <a:prstGeom prst="rect">
            <a:avLst/>
          </a:prstGeom>
          <a:noFill/>
          <a:ln w="15875">
            <a:solidFill>
              <a:srgbClr val="7030A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355" name="Connector 5354"/>
          <p:cNvCxnSpPr/>
          <p:nvPr/>
        </p:nvCxnSpPr>
        <p:spPr>
          <a:xfrm>
            <a:off x="2990456" y="11754509"/>
            <a:ext cx="0" cy="660745"/>
          </a:xfrm>
          <a:prstGeom prst="line">
            <a:avLst/>
          </a:prstGeom>
          <a:ln w="5080">
            <a:solidFill>
              <a:srgbClr val="9DC3E6"/>
            </a:solidFill>
            <a:prstDash val="dash"/>
          </a:ln>
        </p:spPr>
      </p:cxnSp>
      <p:cxnSp>
        <p:nvCxnSpPr>
          <p:cNvPr id="5356" name="Connector 5355"/>
          <p:cNvCxnSpPr/>
          <p:nvPr/>
        </p:nvCxnSpPr>
        <p:spPr>
          <a:xfrm>
            <a:off x="3154705" y="11754509"/>
            <a:ext cx="0" cy="660745"/>
          </a:xfrm>
          <a:prstGeom prst="line">
            <a:avLst/>
          </a:prstGeom>
          <a:ln w="5080">
            <a:solidFill>
              <a:srgbClr val="9DC3E6"/>
            </a:solidFill>
            <a:prstDash val="dash"/>
          </a:ln>
        </p:spPr>
      </p:cxnSp>
      <p:cxnSp>
        <p:nvCxnSpPr>
          <p:cNvPr id="5357" name="Connector 5356"/>
          <p:cNvCxnSpPr/>
          <p:nvPr/>
        </p:nvCxnSpPr>
        <p:spPr>
          <a:xfrm>
            <a:off x="3318954" y="11754509"/>
            <a:ext cx="0" cy="660745"/>
          </a:xfrm>
          <a:prstGeom prst="line">
            <a:avLst/>
          </a:prstGeom>
          <a:ln w="5080">
            <a:solidFill>
              <a:srgbClr val="9DC3E6"/>
            </a:solidFill>
            <a:prstDash val="dash"/>
          </a:ln>
        </p:spPr>
      </p:cxnSp>
      <p:cxnSp>
        <p:nvCxnSpPr>
          <p:cNvPr id="5358" name="Connector 5357"/>
          <p:cNvCxnSpPr/>
          <p:nvPr/>
        </p:nvCxnSpPr>
        <p:spPr>
          <a:xfrm>
            <a:off x="3483204" y="11754509"/>
            <a:ext cx="0" cy="660745"/>
          </a:xfrm>
          <a:prstGeom prst="line">
            <a:avLst/>
          </a:prstGeom>
          <a:ln w="5080">
            <a:solidFill>
              <a:srgbClr val="9DC3E6"/>
            </a:solidFill>
            <a:prstDash val="dash"/>
          </a:ln>
        </p:spPr>
      </p:cxnSp>
      <p:cxnSp>
        <p:nvCxnSpPr>
          <p:cNvPr id="5359" name="Connector 5358"/>
          <p:cNvCxnSpPr/>
          <p:nvPr/>
        </p:nvCxnSpPr>
        <p:spPr>
          <a:xfrm>
            <a:off x="3647453" y="11754509"/>
            <a:ext cx="0" cy="660745"/>
          </a:xfrm>
          <a:prstGeom prst="line">
            <a:avLst/>
          </a:prstGeom>
          <a:ln w="5080">
            <a:solidFill>
              <a:srgbClr val="9DC3E6"/>
            </a:solidFill>
            <a:prstDash val="dash"/>
          </a:ln>
        </p:spPr>
      </p:cxnSp>
      <p:cxnSp>
        <p:nvCxnSpPr>
          <p:cNvPr id="5360" name="Connector 5359"/>
          <p:cNvCxnSpPr/>
          <p:nvPr/>
        </p:nvCxnSpPr>
        <p:spPr>
          <a:xfrm>
            <a:off x="3811702" y="11754509"/>
            <a:ext cx="0" cy="660745"/>
          </a:xfrm>
          <a:prstGeom prst="line">
            <a:avLst/>
          </a:prstGeom>
          <a:ln w="5080">
            <a:solidFill>
              <a:srgbClr val="9DC3E6"/>
            </a:solidFill>
            <a:prstDash val="dash"/>
          </a:ln>
        </p:spPr>
      </p:cxnSp>
      <p:cxnSp>
        <p:nvCxnSpPr>
          <p:cNvPr id="5361" name="Connector 5360"/>
          <p:cNvCxnSpPr/>
          <p:nvPr/>
        </p:nvCxnSpPr>
        <p:spPr>
          <a:xfrm>
            <a:off x="3975951" y="11754509"/>
            <a:ext cx="0" cy="660745"/>
          </a:xfrm>
          <a:prstGeom prst="line">
            <a:avLst/>
          </a:prstGeom>
          <a:ln w="5080">
            <a:solidFill>
              <a:srgbClr val="9DC3E6"/>
            </a:solidFill>
            <a:prstDash val="dash"/>
          </a:ln>
        </p:spPr>
      </p:cxnSp>
      <p:cxnSp>
        <p:nvCxnSpPr>
          <p:cNvPr id="5362" name="Connector 5361"/>
          <p:cNvCxnSpPr/>
          <p:nvPr/>
        </p:nvCxnSpPr>
        <p:spPr>
          <a:xfrm>
            <a:off x="2826207" y="11919695"/>
            <a:ext cx="1313993" cy="0"/>
          </a:xfrm>
          <a:prstGeom prst="line">
            <a:avLst/>
          </a:prstGeom>
          <a:ln w="5080">
            <a:solidFill>
              <a:srgbClr val="9DC3E6"/>
            </a:solidFill>
            <a:prstDash val="dash"/>
          </a:ln>
        </p:spPr>
      </p:cxnSp>
      <p:cxnSp>
        <p:nvCxnSpPr>
          <p:cNvPr id="5363" name="Connector 5362"/>
          <p:cNvCxnSpPr/>
          <p:nvPr/>
        </p:nvCxnSpPr>
        <p:spPr>
          <a:xfrm>
            <a:off x="2826207" y="12084881"/>
            <a:ext cx="1313993" cy="0"/>
          </a:xfrm>
          <a:prstGeom prst="line">
            <a:avLst/>
          </a:prstGeom>
          <a:ln w="5080">
            <a:solidFill>
              <a:srgbClr val="9DC3E6"/>
            </a:solidFill>
            <a:prstDash val="dash"/>
          </a:ln>
        </p:spPr>
      </p:cxnSp>
      <p:cxnSp>
        <p:nvCxnSpPr>
          <p:cNvPr id="5364" name="Connector 5363"/>
          <p:cNvCxnSpPr/>
          <p:nvPr/>
        </p:nvCxnSpPr>
        <p:spPr>
          <a:xfrm>
            <a:off x="2826207" y="12250068"/>
            <a:ext cx="1313993" cy="0"/>
          </a:xfrm>
          <a:prstGeom prst="line">
            <a:avLst/>
          </a:prstGeom>
          <a:ln w="5080">
            <a:solidFill>
              <a:srgbClr val="9DC3E6"/>
            </a:solidFill>
            <a:prstDash val="dash"/>
          </a:ln>
        </p:spPr>
      </p:cxnSp>
      <p:sp>
        <p:nvSpPr>
          <p:cNvPr id="5365" name="TextBox 5364"/>
          <p:cNvSpPr txBox="1"/>
          <p:nvPr/>
        </p:nvSpPr>
        <p:spPr>
          <a:xfrm>
            <a:off x="1707347" y="12863310"/>
            <a:ext cx="1100571" cy="18288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/>
            <a:r>
              <a:rPr sz="800" b="1" i="0">
                <a:solidFill>
                  <a:srgbClr val="C00000"/>
                </a:solidFill>
                <a:latin typeface="Helvetica Neue"/>
              </a:rPr>
              <a:t>NAT: EBM</a:t>
            </a:r>
          </a:p>
        </p:txBody>
      </p:sp>
      <p:sp>
        <p:nvSpPr>
          <p:cNvPr id="5366" name="TextBox 5365"/>
          <p:cNvSpPr txBox="1"/>
          <p:nvPr/>
        </p:nvSpPr>
        <p:spPr>
          <a:xfrm>
            <a:off x="2807919" y="12909030"/>
            <a:ext cx="1423720" cy="18288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/>
            <a:r>
              <a:rPr sz="800" b="1" i="0">
                <a:solidFill>
                  <a:srgbClr val="7030A0"/>
                </a:solidFill>
                <a:latin typeface="Helvetica Neue"/>
              </a:rPr>
              <a:t>ALL, GHG: CMIP6 ESMs</a:t>
            </a:r>
          </a:p>
        </p:txBody>
      </p:sp>
      <p:sp>
        <p:nvSpPr>
          <p:cNvPr id="5367" name="TextBox 5366"/>
          <p:cNvSpPr txBox="1"/>
          <p:nvPr/>
        </p:nvSpPr>
        <p:spPr>
          <a:xfrm>
            <a:off x="1236523" y="11316694"/>
            <a:ext cx="1188720" cy="18288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r"/>
            <a:r>
              <a:rPr sz="700" b="0" i="1">
                <a:solidFill>
                  <a:srgbClr val="7030A0"/>
                </a:solidFill>
                <a:latin typeface="Helvetica Neue"/>
              </a:rPr>
              <a:t>or from 1%CO₂ runs →</a:t>
            </a:r>
          </a:p>
        </p:txBody>
      </p:sp>
      <p:sp>
        <p:nvSpPr>
          <p:cNvPr id="35" name="Freeform 34"/>
          <p:cNvSpPr/>
          <p:nvPr/>
        </p:nvSpPr>
        <p:spPr>
          <a:xfrm>
            <a:off x="5276088" y="11725206"/>
            <a:ext cx="1600200" cy="154548"/>
          </a:xfrm>
          <a:custGeom>
            <a:avLst/>
            <a:gdLst/>
            <a:ahLst/>
            <a:cxnLst/>
            <a:rect l="l" t="t" r="r" b="b"/>
            <a:pathLst>
              <a:path w="1600200" h="154548">
                <a:moveTo>
                  <a:pt x="0" y="84873"/>
                </a:moveTo>
                <a:lnTo>
                  <a:pt x="27122" y="92237"/>
                </a:lnTo>
                <a:lnTo>
                  <a:pt x="54244" y="107515"/>
                </a:lnTo>
                <a:lnTo>
                  <a:pt x="81366" y="119340"/>
                </a:lnTo>
                <a:lnTo>
                  <a:pt x="108488" y="126964"/>
                </a:lnTo>
                <a:lnTo>
                  <a:pt x="135610" y="136107"/>
                </a:lnTo>
                <a:lnTo>
                  <a:pt x="162732" y="142731"/>
                </a:lnTo>
                <a:lnTo>
                  <a:pt x="189854" y="141302"/>
                </a:lnTo>
                <a:lnTo>
                  <a:pt x="216976" y="139405"/>
                </a:lnTo>
                <a:lnTo>
                  <a:pt x="244098" y="131741"/>
                </a:lnTo>
                <a:lnTo>
                  <a:pt x="271220" y="121913"/>
                </a:lnTo>
                <a:lnTo>
                  <a:pt x="298342" y="112818"/>
                </a:lnTo>
                <a:lnTo>
                  <a:pt x="325464" y="92287"/>
                </a:lnTo>
                <a:lnTo>
                  <a:pt x="352586" y="66049"/>
                </a:lnTo>
                <a:lnTo>
                  <a:pt x="379708" y="55170"/>
                </a:lnTo>
                <a:lnTo>
                  <a:pt x="406830" y="39425"/>
                </a:lnTo>
                <a:lnTo>
                  <a:pt x="433952" y="24354"/>
                </a:lnTo>
                <a:lnTo>
                  <a:pt x="461074" y="11442"/>
                </a:lnTo>
                <a:lnTo>
                  <a:pt x="488196" y="0"/>
                </a:lnTo>
                <a:lnTo>
                  <a:pt x="515318" y="1898"/>
                </a:lnTo>
                <a:lnTo>
                  <a:pt x="542440" y="5263"/>
                </a:lnTo>
                <a:lnTo>
                  <a:pt x="569562" y="10408"/>
                </a:lnTo>
                <a:lnTo>
                  <a:pt x="596684" y="15611"/>
                </a:lnTo>
                <a:lnTo>
                  <a:pt x="623806" y="19885"/>
                </a:lnTo>
                <a:lnTo>
                  <a:pt x="650928" y="26420"/>
                </a:lnTo>
                <a:lnTo>
                  <a:pt x="678050" y="46950"/>
                </a:lnTo>
                <a:lnTo>
                  <a:pt x="705172" y="59206"/>
                </a:lnTo>
                <a:lnTo>
                  <a:pt x="732294" y="79816"/>
                </a:lnTo>
                <a:lnTo>
                  <a:pt x="759416" y="90703"/>
                </a:lnTo>
                <a:lnTo>
                  <a:pt x="786538" y="107000"/>
                </a:lnTo>
                <a:lnTo>
                  <a:pt x="813661" y="123434"/>
                </a:lnTo>
                <a:lnTo>
                  <a:pt x="840783" y="143916"/>
                </a:lnTo>
                <a:lnTo>
                  <a:pt x="867905" y="150740"/>
                </a:lnTo>
                <a:lnTo>
                  <a:pt x="895027" y="154548"/>
                </a:lnTo>
                <a:lnTo>
                  <a:pt x="922149" y="150760"/>
                </a:lnTo>
                <a:lnTo>
                  <a:pt x="949271" y="152547"/>
                </a:lnTo>
                <a:lnTo>
                  <a:pt x="976393" y="148120"/>
                </a:lnTo>
                <a:lnTo>
                  <a:pt x="1003515" y="141937"/>
                </a:lnTo>
                <a:lnTo>
                  <a:pt x="1030637" y="132442"/>
                </a:lnTo>
                <a:lnTo>
                  <a:pt x="1057759" y="127780"/>
                </a:lnTo>
                <a:lnTo>
                  <a:pt x="1084881" y="128715"/>
                </a:lnTo>
                <a:lnTo>
                  <a:pt x="1112003" y="123866"/>
                </a:lnTo>
                <a:lnTo>
                  <a:pt x="1139125" y="113951"/>
                </a:lnTo>
                <a:lnTo>
                  <a:pt x="1166247" y="112881"/>
                </a:lnTo>
                <a:lnTo>
                  <a:pt x="1193369" y="112330"/>
                </a:lnTo>
                <a:lnTo>
                  <a:pt x="1220491" y="111108"/>
                </a:lnTo>
                <a:lnTo>
                  <a:pt x="1247613" y="108934"/>
                </a:lnTo>
                <a:lnTo>
                  <a:pt x="1274735" y="109190"/>
                </a:lnTo>
                <a:lnTo>
                  <a:pt x="1301857" y="116347"/>
                </a:lnTo>
                <a:lnTo>
                  <a:pt x="1328979" y="123757"/>
                </a:lnTo>
                <a:lnTo>
                  <a:pt x="1356101" y="118195"/>
                </a:lnTo>
                <a:lnTo>
                  <a:pt x="1383223" y="111552"/>
                </a:lnTo>
                <a:lnTo>
                  <a:pt x="1410345" y="102121"/>
                </a:lnTo>
                <a:lnTo>
                  <a:pt x="1437467" y="90946"/>
                </a:lnTo>
                <a:lnTo>
                  <a:pt x="1464589" y="75237"/>
                </a:lnTo>
                <a:lnTo>
                  <a:pt x="1491711" y="60687"/>
                </a:lnTo>
                <a:lnTo>
                  <a:pt x="1518833" y="58133"/>
                </a:lnTo>
                <a:lnTo>
                  <a:pt x="1545955" y="57970"/>
                </a:lnTo>
                <a:lnTo>
                  <a:pt x="1573077" y="58096"/>
                </a:lnTo>
                <a:lnTo>
                  <a:pt x="1600200" y="62143"/>
                </a:lnTo>
              </a:path>
            </a:pathLst>
          </a:custGeom>
          <a:noFill/>
          <a:ln w="22225">
            <a:solidFill>
              <a:srgbClr val="595959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Freeform 35"/>
          <p:cNvSpPr/>
          <p:nvPr/>
        </p:nvSpPr>
        <p:spPr>
          <a:xfrm>
            <a:off x="5276088" y="11641376"/>
            <a:ext cx="1600200" cy="291356"/>
          </a:xfrm>
          <a:custGeom>
            <a:avLst/>
            <a:gdLst/>
            <a:ahLst/>
            <a:cxnLst/>
            <a:rect l="l" t="t" r="r" b="b"/>
            <a:pathLst>
              <a:path w="1600200" h="291356">
                <a:moveTo>
                  <a:pt x="0" y="168703"/>
                </a:moveTo>
                <a:lnTo>
                  <a:pt x="27122" y="208783"/>
                </a:lnTo>
                <a:lnTo>
                  <a:pt x="54244" y="245088"/>
                </a:lnTo>
                <a:lnTo>
                  <a:pt x="81366" y="228939"/>
                </a:lnTo>
                <a:lnTo>
                  <a:pt x="108488" y="229592"/>
                </a:lnTo>
                <a:lnTo>
                  <a:pt x="135610" y="253067"/>
                </a:lnTo>
                <a:lnTo>
                  <a:pt x="162732" y="242513"/>
                </a:lnTo>
                <a:lnTo>
                  <a:pt x="189854" y="236211"/>
                </a:lnTo>
                <a:lnTo>
                  <a:pt x="216976" y="291356"/>
                </a:lnTo>
                <a:lnTo>
                  <a:pt x="244098" y="267377"/>
                </a:lnTo>
                <a:lnTo>
                  <a:pt x="271220" y="222816"/>
                </a:lnTo>
                <a:lnTo>
                  <a:pt x="298342" y="233816"/>
                </a:lnTo>
                <a:lnTo>
                  <a:pt x="325464" y="195461"/>
                </a:lnTo>
                <a:lnTo>
                  <a:pt x="352586" y="110584"/>
                </a:lnTo>
                <a:lnTo>
                  <a:pt x="379708" y="164600"/>
                </a:lnTo>
                <a:lnTo>
                  <a:pt x="406830" y="130421"/>
                </a:lnTo>
                <a:lnTo>
                  <a:pt x="433952" y="94415"/>
                </a:lnTo>
                <a:lnTo>
                  <a:pt x="461074" y="105437"/>
                </a:lnTo>
                <a:lnTo>
                  <a:pt x="488196" y="89938"/>
                </a:lnTo>
                <a:lnTo>
                  <a:pt x="515318" y="71454"/>
                </a:lnTo>
                <a:lnTo>
                  <a:pt x="542440" y="111782"/>
                </a:lnTo>
                <a:lnTo>
                  <a:pt x="569562" y="0"/>
                </a:lnTo>
                <a:lnTo>
                  <a:pt x="596684" y="70787"/>
                </a:lnTo>
                <a:lnTo>
                  <a:pt x="623806" y="74972"/>
                </a:lnTo>
                <a:lnTo>
                  <a:pt x="650928" y="90135"/>
                </a:lnTo>
                <a:lnTo>
                  <a:pt x="678050" y="176008"/>
                </a:lnTo>
                <a:lnTo>
                  <a:pt x="705172" y="133644"/>
                </a:lnTo>
                <a:lnTo>
                  <a:pt x="732294" y="176767"/>
                </a:lnTo>
                <a:lnTo>
                  <a:pt x="759416" y="147088"/>
                </a:lnTo>
                <a:lnTo>
                  <a:pt x="786538" y="168924"/>
                </a:lnTo>
                <a:lnTo>
                  <a:pt x="813661" y="187521"/>
                </a:lnTo>
                <a:lnTo>
                  <a:pt x="840783" y="249018"/>
                </a:lnTo>
                <a:lnTo>
                  <a:pt x="867905" y="257049"/>
                </a:lnTo>
                <a:lnTo>
                  <a:pt x="895027" y="251923"/>
                </a:lnTo>
                <a:lnTo>
                  <a:pt x="922149" y="230155"/>
                </a:lnTo>
                <a:lnTo>
                  <a:pt x="949271" y="228211"/>
                </a:lnTo>
                <a:lnTo>
                  <a:pt x="976393" y="189798"/>
                </a:lnTo>
                <a:lnTo>
                  <a:pt x="1003515" y="226654"/>
                </a:lnTo>
                <a:lnTo>
                  <a:pt x="1030637" y="203930"/>
                </a:lnTo>
                <a:lnTo>
                  <a:pt x="1057759" y="160766"/>
                </a:lnTo>
                <a:lnTo>
                  <a:pt x="1084881" y="210741"/>
                </a:lnTo>
                <a:lnTo>
                  <a:pt x="1112003" y="138928"/>
                </a:lnTo>
                <a:lnTo>
                  <a:pt x="1139125" y="186498"/>
                </a:lnTo>
                <a:lnTo>
                  <a:pt x="1166247" y="177642"/>
                </a:lnTo>
                <a:lnTo>
                  <a:pt x="1193369" y="207681"/>
                </a:lnTo>
                <a:lnTo>
                  <a:pt x="1220491" y="172532"/>
                </a:lnTo>
                <a:lnTo>
                  <a:pt x="1247613" y="160311"/>
                </a:lnTo>
                <a:lnTo>
                  <a:pt x="1274735" y="171687"/>
                </a:lnTo>
                <a:lnTo>
                  <a:pt x="1301857" y="250954"/>
                </a:lnTo>
                <a:lnTo>
                  <a:pt x="1328979" y="213303"/>
                </a:lnTo>
                <a:lnTo>
                  <a:pt x="1356101" y="228099"/>
                </a:lnTo>
                <a:lnTo>
                  <a:pt x="1383223" y="212208"/>
                </a:lnTo>
                <a:lnTo>
                  <a:pt x="1410345" y="256077"/>
                </a:lnTo>
                <a:lnTo>
                  <a:pt x="1437467" y="210122"/>
                </a:lnTo>
                <a:lnTo>
                  <a:pt x="1464589" y="150575"/>
                </a:lnTo>
                <a:lnTo>
                  <a:pt x="1491711" y="140972"/>
                </a:lnTo>
                <a:lnTo>
                  <a:pt x="1518833" y="132530"/>
                </a:lnTo>
                <a:lnTo>
                  <a:pt x="1545955" y="99517"/>
                </a:lnTo>
                <a:lnTo>
                  <a:pt x="1573077" y="84834"/>
                </a:lnTo>
                <a:lnTo>
                  <a:pt x="1600200" y="106873"/>
                </a:lnTo>
              </a:path>
            </a:pathLst>
          </a:custGeom>
          <a:noFill/>
          <a:ln w="7620">
            <a:solidFill>
              <a:srgbClr val="595959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68" name="TextBox 5367"/>
          <p:cNvSpPr txBox="1"/>
          <p:nvPr/>
        </p:nvSpPr>
        <p:spPr>
          <a:xfrm>
            <a:off x="5257800" y="12120145"/>
            <a:ext cx="1645920" cy="54864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Helvetica Neue"/>
              </a:rPr>
              <a:t>Two AR(1) processes (slow + fast), fitted to obs minus the CMIP6 mean</a:t>
            </a:r>
          </a:p>
        </p:txBody>
      </p:sp>
      <p:pic>
        <p:nvPicPr>
          <p:cNvPr id="5460" name="Picture 245" descr="A graph of linear graphs&#10;&#10;Description automatically generated with medium confidence">
            <a:extLst>
              <a:ext uri="{FF2B5EF4-FFF2-40B4-BE49-F238E27FC236}">
                <a16:creationId xmlns:a16="http://schemas.microsoft.com/office/drawing/2014/main" id="{5635CF10-B6A3-5A2D-B661-C8D904CFD5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7402"/>
          <a:stretch>
            <a:fillRect/>
          </a:stretch>
        </p:blipFill>
        <p:spPr>
          <a:xfrm>
            <a:off x="7040880" y="11155681"/>
            <a:ext cx="2423159" cy="1341582"/>
          </a:xfrm>
          <a:prstGeom prst="rect">
            <a:avLst/>
          </a:prstGeom>
        </p:spPr>
      </p:pic>
      <p:grpSp>
        <p:nvGrpSpPr>
          <p:cNvPr id="5461" name="Bayes prior/posterior"/>
          <p:cNvGrpSpPr/>
          <p:nvPr/>
        </p:nvGrpSpPr>
        <p:grpSpPr>
          <a:xfrm>
            <a:off x="8870893" y="11599378"/>
            <a:ext cx="1499706" cy="895414"/>
            <a:chOff x="37969083" y="28244080"/>
            <a:chExt cx="5793205" cy="3458893"/>
          </a:xfrm>
        </p:grpSpPr>
        <p:sp>
          <p:nvSpPr>
            <p:cNvPr id="5462" name="Freeform 116">
              <a:extLst>
                <a:ext uri="{FF2B5EF4-FFF2-40B4-BE49-F238E27FC236}">
                  <a16:creationId xmlns:a16="http://schemas.microsoft.com/office/drawing/2014/main" id="{C3E6FCF3-C5DA-0F80-4A35-D47DBA09EDDA}"/>
                </a:ext>
              </a:extLst>
            </p:cNvPr>
            <p:cNvSpPr/>
            <p:nvPr/>
          </p:nvSpPr>
          <p:spPr>
            <a:xfrm>
              <a:off x="37969083" y="29533238"/>
              <a:ext cx="5793205" cy="2169735"/>
            </a:xfrm>
            <a:custGeom>
              <a:avLst/>
              <a:gdLst>
                <a:gd name="connsiteX0" fmla="*/ 70802 w 2248007"/>
                <a:gd name="connsiteY0" fmla="*/ 655311 h 658014"/>
                <a:gd name="connsiteX1" fmla="*/ 509286 w 2248007"/>
                <a:gd name="connsiteY1" fmla="*/ 585796 h 658014"/>
                <a:gd name="connsiteX2" fmla="*/ 744570 w 2248007"/>
                <a:gd name="connsiteY2" fmla="*/ 350511 h 658014"/>
                <a:gd name="connsiteX3" fmla="*/ 1001244 w 2248007"/>
                <a:gd name="connsiteY3" fmla="*/ 51059 h 658014"/>
                <a:gd name="connsiteX4" fmla="*/ 1167012 w 2248007"/>
                <a:gd name="connsiteY4" fmla="*/ 2932 h 658014"/>
                <a:gd name="connsiteX5" fmla="*/ 1338128 w 2248007"/>
                <a:gd name="connsiteY5" fmla="*/ 83143 h 658014"/>
                <a:gd name="connsiteX6" fmla="*/ 1653623 w 2248007"/>
                <a:gd name="connsiteY6" fmla="*/ 446764 h 658014"/>
                <a:gd name="connsiteX7" fmla="*/ 1883560 w 2248007"/>
                <a:gd name="connsiteY7" fmla="*/ 591143 h 658014"/>
                <a:gd name="connsiteX8" fmla="*/ 2150928 w 2248007"/>
                <a:gd name="connsiteY8" fmla="*/ 639269 h 658014"/>
                <a:gd name="connsiteX9" fmla="*/ 70802 w 2248007"/>
                <a:gd name="connsiteY9" fmla="*/ 655311 h 658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48007" h="658014">
                  <a:moveTo>
                    <a:pt x="70802" y="655311"/>
                  </a:moveTo>
                  <a:cubicBezTo>
                    <a:pt x="-202805" y="646399"/>
                    <a:pt x="396991" y="636596"/>
                    <a:pt x="509286" y="585796"/>
                  </a:cubicBezTo>
                  <a:cubicBezTo>
                    <a:pt x="621581" y="534996"/>
                    <a:pt x="662577" y="439634"/>
                    <a:pt x="744570" y="350511"/>
                  </a:cubicBezTo>
                  <a:cubicBezTo>
                    <a:pt x="826563" y="261388"/>
                    <a:pt x="930837" y="108989"/>
                    <a:pt x="1001244" y="51059"/>
                  </a:cubicBezTo>
                  <a:cubicBezTo>
                    <a:pt x="1071651" y="-6871"/>
                    <a:pt x="1110865" y="-2415"/>
                    <a:pt x="1167012" y="2932"/>
                  </a:cubicBezTo>
                  <a:cubicBezTo>
                    <a:pt x="1223159" y="8279"/>
                    <a:pt x="1257026" y="9171"/>
                    <a:pt x="1338128" y="83143"/>
                  </a:cubicBezTo>
                  <a:cubicBezTo>
                    <a:pt x="1419230" y="157115"/>
                    <a:pt x="1562718" y="362097"/>
                    <a:pt x="1653623" y="446764"/>
                  </a:cubicBezTo>
                  <a:cubicBezTo>
                    <a:pt x="1744528" y="531431"/>
                    <a:pt x="1800676" y="559059"/>
                    <a:pt x="1883560" y="591143"/>
                  </a:cubicBezTo>
                  <a:cubicBezTo>
                    <a:pt x="1966444" y="623227"/>
                    <a:pt x="2451272" y="629466"/>
                    <a:pt x="2150928" y="639269"/>
                  </a:cubicBezTo>
                  <a:cubicBezTo>
                    <a:pt x="1850584" y="649072"/>
                    <a:pt x="344409" y="664223"/>
                    <a:pt x="70802" y="655311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2858" tIns="6429" rIns="12858" bIns="6429" rtlCol="0" anchor="ctr"/>
            <a:lstStyle/>
            <a:p>
              <a:pPr algn="ctr"/>
              <a:endParaRPr lang="en-US"/>
            </a:p>
          </p:txBody>
        </p:sp>
        <p:sp>
          <p:nvSpPr>
            <p:cNvPr id="5463" name="Freeform 118">
              <a:extLst>
                <a:ext uri="{FF2B5EF4-FFF2-40B4-BE49-F238E27FC236}">
                  <a16:creationId xmlns:a16="http://schemas.microsoft.com/office/drawing/2014/main" id="{93CCC51C-6CF9-BEF2-0A2A-4ADEDA86AFCA}"/>
                </a:ext>
              </a:extLst>
            </p:cNvPr>
            <p:cNvSpPr/>
            <p:nvPr/>
          </p:nvSpPr>
          <p:spPr>
            <a:xfrm>
              <a:off x="40764886" y="28990553"/>
              <a:ext cx="2581944" cy="2712420"/>
            </a:xfrm>
            <a:custGeom>
              <a:avLst/>
              <a:gdLst>
                <a:gd name="connsiteX0" fmla="*/ 70802 w 2248007"/>
                <a:gd name="connsiteY0" fmla="*/ 655311 h 658014"/>
                <a:gd name="connsiteX1" fmla="*/ 509286 w 2248007"/>
                <a:gd name="connsiteY1" fmla="*/ 585796 h 658014"/>
                <a:gd name="connsiteX2" fmla="*/ 744570 w 2248007"/>
                <a:gd name="connsiteY2" fmla="*/ 350511 h 658014"/>
                <a:gd name="connsiteX3" fmla="*/ 1001244 w 2248007"/>
                <a:gd name="connsiteY3" fmla="*/ 51059 h 658014"/>
                <a:gd name="connsiteX4" fmla="*/ 1167012 w 2248007"/>
                <a:gd name="connsiteY4" fmla="*/ 2932 h 658014"/>
                <a:gd name="connsiteX5" fmla="*/ 1338128 w 2248007"/>
                <a:gd name="connsiteY5" fmla="*/ 83143 h 658014"/>
                <a:gd name="connsiteX6" fmla="*/ 1653623 w 2248007"/>
                <a:gd name="connsiteY6" fmla="*/ 446764 h 658014"/>
                <a:gd name="connsiteX7" fmla="*/ 1883560 w 2248007"/>
                <a:gd name="connsiteY7" fmla="*/ 591143 h 658014"/>
                <a:gd name="connsiteX8" fmla="*/ 2150928 w 2248007"/>
                <a:gd name="connsiteY8" fmla="*/ 639269 h 658014"/>
                <a:gd name="connsiteX9" fmla="*/ 70802 w 2248007"/>
                <a:gd name="connsiteY9" fmla="*/ 655311 h 658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48007" h="658014">
                  <a:moveTo>
                    <a:pt x="70802" y="655311"/>
                  </a:moveTo>
                  <a:cubicBezTo>
                    <a:pt x="-202805" y="646399"/>
                    <a:pt x="396991" y="636596"/>
                    <a:pt x="509286" y="585796"/>
                  </a:cubicBezTo>
                  <a:cubicBezTo>
                    <a:pt x="621581" y="534996"/>
                    <a:pt x="662577" y="439634"/>
                    <a:pt x="744570" y="350511"/>
                  </a:cubicBezTo>
                  <a:cubicBezTo>
                    <a:pt x="826563" y="261388"/>
                    <a:pt x="930837" y="108989"/>
                    <a:pt x="1001244" y="51059"/>
                  </a:cubicBezTo>
                  <a:cubicBezTo>
                    <a:pt x="1071651" y="-6871"/>
                    <a:pt x="1110865" y="-2415"/>
                    <a:pt x="1167012" y="2932"/>
                  </a:cubicBezTo>
                  <a:cubicBezTo>
                    <a:pt x="1223159" y="8279"/>
                    <a:pt x="1257026" y="9171"/>
                    <a:pt x="1338128" y="83143"/>
                  </a:cubicBezTo>
                  <a:cubicBezTo>
                    <a:pt x="1419230" y="157115"/>
                    <a:pt x="1562718" y="362097"/>
                    <a:pt x="1653623" y="446764"/>
                  </a:cubicBezTo>
                  <a:cubicBezTo>
                    <a:pt x="1744528" y="531431"/>
                    <a:pt x="1800676" y="559059"/>
                    <a:pt x="1883560" y="591143"/>
                  </a:cubicBezTo>
                  <a:cubicBezTo>
                    <a:pt x="1966444" y="623227"/>
                    <a:pt x="2451272" y="629466"/>
                    <a:pt x="2150928" y="639269"/>
                  </a:cubicBezTo>
                  <a:cubicBezTo>
                    <a:pt x="1850584" y="649072"/>
                    <a:pt x="344409" y="664223"/>
                    <a:pt x="70802" y="655311"/>
                  </a:cubicBezTo>
                  <a:close/>
                </a:path>
              </a:pathLst>
            </a:custGeom>
            <a:solidFill>
              <a:schemeClr val="bg1">
                <a:lumMod val="75000"/>
                <a:alpha val="78516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2858" tIns="6429" rIns="12858" bIns="6429" rtlCol="0" anchor="ctr"/>
            <a:lstStyle/>
            <a:p>
              <a:pPr algn="ctr"/>
              <a:endParaRPr lang="en-US"/>
            </a:p>
          </p:txBody>
        </p:sp>
        <p:sp>
          <p:nvSpPr>
            <p:cNvPr id="5464" name="Freeform 234">
              <a:extLst>
                <a:ext uri="{FF2B5EF4-FFF2-40B4-BE49-F238E27FC236}">
                  <a16:creationId xmlns:a16="http://schemas.microsoft.com/office/drawing/2014/main" id="{57A9AFF4-2B5B-F7F6-A5FA-A554DF20F1EF}"/>
                </a:ext>
              </a:extLst>
            </p:cNvPr>
            <p:cNvSpPr/>
            <p:nvPr/>
          </p:nvSpPr>
          <p:spPr>
            <a:xfrm>
              <a:off x="40803329" y="28244080"/>
              <a:ext cx="1466257" cy="3447304"/>
            </a:xfrm>
            <a:custGeom>
              <a:avLst/>
              <a:gdLst>
                <a:gd name="connsiteX0" fmla="*/ 70802 w 2248007"/>
                <a:gd name="connsiteY0" fmla="*/ 655311 h 658014"/>
                <a:gd name="connsiteX1" fmla="*/ 509286 w 2248007"/>
                <a:gd name="connsiteY1" fmla="*/ 585796 h 658014"/>
                <a:gd name="connsiteX2" fmla="*/ 744570 w 2248007"/>
                <a:gd name="connsiteY2" fmla="*/ 350511 h 658014"/>
                <a:gd name="connsiteX3" fmla="*/ 1001244 w 2248007"/>
                <a:gd name="connsiteY3" fmla="*/ 51059 h 658014"/>
                <a:gd name="connsiteX4" fmla="*/ 1167012 w 2248007"/>
                <a:gd name="connsiteY4" fmla="*/ 2932 h 658014"/>
                <a:gd name="connsiteX5" fmla="*/ 1338128 w 2248007"/>
                <a:gd name="connsiteY5" fmla="*/ 83143 h 658014"/>
                <a:gd name="connsiteX6" fmla="*/ 1653623 w 2248007"/>
                <a:gd name="connsiteY6" fmla="*/ 446764 h 658014"/>
                <a:gd name="connsiteX7" fmla="*/ 1883560 w 2248007"/>
                <a:gd name="connsiteY7" fmla="*/ 591143 h 658014"/>
                <a:gd name="connsiteX8" fmla="*/ 2150928 w 2248007"/>
                <a:gd name="connsiteY8" fmla="*/ 639269 h 658014"/>
                <a:gd name="connsiteX9" fmla="*/ 70802 w 2248007"/>
                <a:gd name="connsiteY9" fmla="*/ 655311 h 658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48007" h="658014">
                  <a:moveTo>
                    <a:pt x="70802" y="655311"/>
                  </a:moveTo>
                  <a:cubicBezTo>
                    <a:pt x="-202805" y="646399"/>
                    <a:pt x="396991" y="636596"/>
                    <a:pt x="509286" y="585796"/>
                  </a:cubicBezTo>
                  <a:cubicBezTo>
                    <a:pt x="621581" y="534996"/>
                    <a:pt x="662577" y="439634"/>
                    <a:pt x="744570" y="350511"/>
                  </a:cubicBezTo>
                  <a:cubicBezTo>
                    <a:pt x="826563" y="261388"/>
                    <a:pt x="930837" y="108989"/>
                    <a:pt x="1001244" y="51059"/>
                  </a:cubicBezTo>
                  <a:cubicBezTo>
                    <a:pt x="1071651" y="-6871"/>
                    <a:pt x="1110865" y="-2415"/>
                    <a:pt x="1167012" y="2932"/>
                  </a:cubicBezTo>
                  <a:cubicBezTo>
                    <a:pt x="1223159" y="8279"/>
                    <a:pt x="1257026" y="9171"/>
                    <a:pt x="1338128" y="83143"/>
                  </a:cubicBezTo>
                  <a:cubicBezTo>
                    <a:pt x="1419230" y="157115"/>
                    <a:pt x="1562718" y="362097"/>
                    <a:pt x="1653623" y="446764"/>
                  </a:cubicBezTo>
                  <a:cubicBezTo>
                    <a:pt x="1744528" y="531431"/>
                    <a:pt x="1800676" y="559059"/>
                    <a:pt x="1883560" y="591143"/>
                  </a:cubicBezTo>
                  <a:cubicBezTo>
                    <a:pt x="1966444" y="623227"/>
                    <a:pt x="2451272" y="629466"/>
                    <a:pt x="2150928" y="639269"/>
                  </a:cubicBezTo>
                  <a:cubicBezTo>
                    <a:pt x="1850584" y="649072"/>
                    <a:pt x="344409" y="664223"/>
                    <a:pt x="70802" y="655311"/>
                  </a:cubicBezTo>
                  <a:close/>
                </a:path>
              </a:pathLst>
            </a:custGeom>
            <a:solidFill>
              <a:srgbClr val="945200">
                <a:alpha val="39694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2858" tIns="6429" rIns="12858" bIns="6429" rtlCol="0" anchor="ctr"/>
            <a:lstStyle/>
            <a:p>
              <a:pPr algn="ctr"/>
              <a:endParaRPr lang="en-US"/>
            </a:p>
          </p:txBody>
        </p:sp>
      </p:grpSp>
      <p:sp>
        <p:nvSpPr>
          <p:cNvPr id="5369" name="TextBox 5368"/>
          <p:cNvSpPr txBox="1"/>
          <p:nvPr/>
        </p:nvSpPr>
        <p:spPr>
          <a:xfrm>
            <a:off x="7040880" y="12542983"/>
            <a:ext cx="3337559" cy="45720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Helvetica Neue"/>
              </a:rPr>
              <a:t>Bayesian update (kriging)</a:t>
            </a:r>
          </a:p>
          <a:p>
            <a:pPr algn="l"/>
            <a:r>
              <a:rPr sz="900" b="0" i="0">
                <a:solidFill>
                  <a:srgbClr val="000000"/>
                </a:solidFill>
                <a:latin typeface="Helvetica Neue"/>
              </a:rPr>
              <a:t>CMIP6 prior on ALL, NAT and GHG; obs constrain ALL and the others shift through the prior covariance</a:t>
            </a:r>
          </a:p>
        </p:txBody>
      </p:sp>
      <p:cxnSp>
        <p:nvCxnSpPr>
          <p:cNvPr id="5370" name="Connector 5369"/>
          <p:cNvCxnSpPr/>
          <p:nvPr/>
        </p:nvCxnSpPr>
        <p:spPr>
          <a:xfrm>
            <a:off x="137160" y="13123113"/>
            <a:ext cx="1024128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5371" name="TextBox 5370"/>
          <p:cNvSpPr txBox="1"/>
          <p:nvPr/>
        </p:nvSpPr>
        <p:spPr>
          <a:xfrm>
            <a:off x="137160" y="13260273"/>
            <a:ext cx="1097280" cy="22860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Helvetica Neue"/>
              </a:rPr>
              <a:t>Key</a:t>
            </a:r>
          </a:p>
        </p:txBody>
      </p:sp>
      <p:grpSp>
        <p:nvGrpSpPr>
          <p:cNvPr id="5465" name="key Forcing time series"/>
          <p:cNvGrpSpPr/>
          <p:nvPr/>
        </p:nvGrpSpPr>
        <p:grpSpPr>
          <a:xfrm>
            <a:off x="1096683" y="13306619"/>
            <a:ext cx="210460" cy="209546"/>
            <a:chOff x="17755836" y="2973699"/>
            <a:chExt cx="637759" cy="634990"/>
          </a:xfrm>
        </p:grpSpPr>
        <p:sp>
          <p:nvSpPr>
            <p:cNvPr id="5466" name="Gear">
              <a:extLst>
                <a:ext uri="{FF2B5EF4-FFF2-40B4-BE49-F238E27FC236}">
                  <a16:creationId xmlns:a16="http://schemas.microsoft.com/office/drawing/2014/main" id="{CC6A3F09-F3A5-DFFA-ECC1-24BFE6F78D5B}"/>
                </a:ext>
              </a:extLst>
            </p:cNvPr>
            <p:cNvSpPr/>
            <p:nvPr/>
          </p:nvSpPr>
          <p:spPr>
            <a:xfrm>
              <a:off x="17755836" y="2973699"/>
              <a:ext cx="637759" cy="6349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9" extrusionOk="0">
                  <a:moveTo>
                    <a:pt x="9384" y="0"/>
                  </a:moveTo>
                  <a:cubicBezTo>
                    <a:pt x="9373" y="0"/>
                    <a:pt x="9237" y="27"/>
                    <a:pt x="9075" y="54"/>
                  </a:cubicBezTo>
                  <a:lnTo>
                    <a:pt x="7468" y="445"/>
                  </a:lnTo>
                  <a:cubicBezTo>
                    <a:pt x="7312" y="494"/>
                    <a:pt x="7177" y="531"/>
                    <a:pt x="7166" y="537"/>
                  </a:cubicBezTo>
                  <a:cubicBezTo>
                    <a:pt x="7161" y="542"/>
                    <a:pt x="7154" y="677"/>
                    <a:pt x="7154" y="840"/>
                  </a:cubicBezTo>
                  <a:lnTo>
                    <a:pt x="7166" y="1761"/>
                  </a:lnTo>
                  <a:cubicBezTo>
                    <a:pt x="7166" y="1924"/>
                    <a:pt x="7047" y="2119"/>
                    <a:pt x="6902" y="2190"/>
                  </a:cubicBezTo>
                  <a:lnTo>
                    <a:pt x="6151" y="2574"/>
                  </a:lnTo>
                  <a:cubicBezTo>
                    <a:pt x="6006" y="2655"/>
                    <a:pt x="5778" y="2644"/>
                    <a:pt x="5649" y="2547"/>
                  </a:cubicBezTo>
                  <a:lnTo>
                    <a:pt x="4900" y="2010"/>
                  </a:lnTo>
                  <a:cubicBezTo>
                    <a:pt x="4765" y="1913"/>
                    <a:pt x="4651" y="1842"/>
                    <a:pt x="4645" y="1848"/>
                  </a:cubicBezTo>
                  <a:cubicBezTo>
                    <a:pt x="4640" y="1853"/>
                    <a:pt x="4527" y="1941"/>
                    <a:pt x="4398" y="2044"/>
                  </a:cubicBezTo>
                  <a:lnTo>
                    <a:pt x="3162" y="3116"/>
                  </a:lnTo>
                  <a:cubicBezTo>
                    <a:pt x="3043" y="3230"/>
                    <a:pt x="2941" y="3327"/>
                    <a:pt x="2936" y="3333"/>
                  </a:cubicBezTo>
                  <a:cubicBezTo>
                    <a:pt x="2930" y="3338"/>
                    <a:pt x="2990" y="3462"/>
                    <a:pt x="3065" y="3609"/>
                  </a:cubicBezTo>
                  <a:lnTo>
                    <a:pt x="3490" y="4401"/>
                  </a:lnTo>
                  <a:cubicBezTo>
                    <a:pt x="3566" y="4548"/>
                    <a:pt x="3551" y="4769"/>
                    <a:pt x="3448" y="4899"/>
                  </a:cubicBezTo>
                  <a:lnTo>
                    <a:pt x="2909" y="5648"/>
                  </a:lnTo>
                  <a:cubicBezTo>
                    <a:pt x="2817" y="5783"/>
                    <a:pt x="2612" y="5879"/>
                    <a:pt x="2450" y="5858"/>
                  </a:cubicBezTo>
                  <a:lnTo>
                    <a:pt x="1548" y="5739"/>
                  </a:lnTo>
                  <a:cubicBezTo>
                    <a:pt x="1386" y="5717"/>
                    <a:pt x="1251" y="5707"/>
                    <a:pt x="1246" y="5712"/>
                  </a:cubicBezTo>
                  <a:cubicBezTo>
                    <a:pt x="1241" y="5717"/>
                    <a:pt x="1181" y="5848"/>
                    <a:pt x="1111" y="6000"/>
                  </a:cubicBezTo>
                  <a:lnTo>
                    <a:pt x="518" y="7483"/>
                  </a:lnTo>
                  <a:cubicBezTo>
                    <a:pt x="464" y="7640"/>
                    <a:pt x="420" y="7776"/>
                    <a:pt x="415" y="7781"/>
                  </a:cubicBezTo>
                  <a:cubicBezTo>
                    <a:pt x="415" y="7792"/>
                    <a:pt x="523" y="7874"/>
                    <a:pt x="658" y="7966"/>
                  </a:cubicBezTo>
                  <a:lnTo>
                    <a:pt x="1381" y="8454"/>
                  </a:lnTo>
                  <a:cubicBezTo>
                    <a:pt x="1516" y="8546"/>
                    <a:pt x="1602" y="8752"/>
                    <a:pt x="1570" y="8914"/>
                  </a:cubicBezTo>
                  <a:lnTo>
                    <a:pt x="1420" y="9944"/>
                  </a:lnTo>
                  <a:cubicBezTo>
                    <a:pt x="1404" y="10106"/>
                    <a:pt x="1263" y="10291"/>
                    <a:pt x="1106" y="10345"/>
                  </a:cubicBezTo>
                  <a:lnTo>
                    <a:pt x="280" y="10648"/>
                  </a:lnTo>
                  <a:cubicBezTo>
                    <a:pt x="123" y="10702"/>
                    <a:pt x="0" y="10758"/>
                    <a:pt x="0" y="10769"/>
                  </a:cubicBezTo>
                  <a:cubicBezTo>
                    <a:pt x="0" y="10779"/>
                    <a:pt x="6" y="10919"/>
                    <a:pt x="17" y="11082"/>
                  </a:cubicBezTo>
                  <a:lnTo>
                    <a:pt x="167" y="12626"/>
                  </a:lnTo>
                  <a:cubicBezTo>
                    <a:pt x="194" y="12789"/>
                    <a:pt x="210" y="12930"/>
                    <a:pt x="216" y="12941"/>
                  </a:cubicBezTo>
                  <a:cubicBezTo>
                    <a:pt x="216" y="12952"/>
                    <a:pt x="350" y="12974"/>
                    <a:pt x="518" y="12990"/>
                  </a:cubicBezTo>
                  <a:lnTo>
                    <a:pt x="1354" y="13082"/>
                  </a:lnTo>
                  <a:cubicBezTo>
                    <a:pt x="1516" y="13098"/>
                    <a:pt x="1688" y="13245"/>
                    <a:pt x="1737" y="13402"/>
                  </a:cubicBezTo>
                  <a:lnTo>
                    <a:pt x="2121" y="14501"/>
                  </a:lnTo>
                  <a:cubicBezTo>
                    <a:pt x="2181" y="14653"/>
                    <a:pt x="2142" y="14881"/>
                    <a:pt x="2028" y="15000"/>
                  </a:cubicBezTo>
                  <a:lnTo>
                    <a:pt x="1457" y="15624"/>
                  </a:lnTo>
                  <a:cubicBezTo>
                    <a:pt x="1349" y="15743"/>
                    <a:pt x="1258" y="15850"/>
                    <a:pt x="1263" y="15856"/>
                  </a:cubicBezTo>
                  <a:cubicBezTo>
                    <a:pt x="1268" y="15861"/>
                    <a:pt x="1338" y="15986"/>
                    <a:pt x="1425" y="16127"/>
                  </a:cubicBezTo>
                  <a:lnTo>
                    <a:pt x="2256" y="17380"/>
                  </a:lnTo>
                  <a:cubicBezTo>
                    <a:pt x="2353" y="17510"/>
                    <a:pt x="2440" y="17623"/>
                    <a:pt x="2445" y="17634"/>
                  </a:cubicBezTo>
                  <a:cubicBezTo>
                    <a:pt x="2450" y="17639"/>
                    <a:pt x="2579" y="17595"/>
                    <a:pt x="2730" y="17535"/>
                  </a:cubicBezTo>
                  <a:lnTo>
                    <a:pt x="3490" y="17232"/>
                  </a:lnTo>
                  <a:cubicBezTo>
                    <a:pt x="3641" y="17173"/>
                    <a:pt x="3863" y="17216"/>
                    <a:pt x="3976" y="17336"/>
                  </a:cubicBezTo>
                  <a:lnTo>
                    <a:pt x="4905" y="18192"/>
                  </a:lnTo>
                  <a:cubicBezTo>
                    <a:pt x="5029" y="18295"/>
                    <a:pt x="5100" y="18511"/>
                    <a:pt x="5062" y="18673"/>
                  </a:cubicBezTo>
                  <a:lnTo>
                    <a:pt x="4851" y="19476"/>
                  </a:lnTo>
                  <a:cubicBezTo>
                    <a:pt x="4808" y="19633"/>
                    <a:pt x="4780" y="19769"/>
                    <a:pt x="4785" y="19774"/>
                  </a:cubicBezTo>
                  <a:cubicBezTo>
                    <a:pt x="4791" y="19780"/>
                    <a:pt x="4915" y="19850"/>
                    <a:pt x="5055" y="19937"/>
                  </a:cubicBezTo>
                  <a:lnTo>
                    <a:pt x="6345" y="20631"/>
                  </a:lnTo>
                  <a:cubicBezTo>
                    <a:pt x="6491" y="20701"/>
                    <a:pt x="6621" y="20761"/>
                    <a:pt x="6632" y="20766"/>
                  </a:cubicBezTo>
                  <a:cubicBezTo>
                    <a:pt x="6637" y="20772"/>
                    <a:pt x="6735" y="20668"/>
                    <a:pt x="6843" y="20543"/>
                  </a:cubicBezTo>
                  <a:lnTo>
                    <a:pt x="7370" y="19932"/>
                  </a:lnTo>
                  <a:cubicBezTo>
                    <a:pt x="7478" y="19807"/>
                    <a:pt x="7694" y="19742"/>
                    <a:pt x="7851" y="19791"/>
                  </a:cubicBezTo>
                  <a:lnTo>
                    <a:pt x="9136" y="20116"/>
                  </a:lnTo>
                  <a:cubicBezTo>
                    <a:pt x="9298" y="20149"/>
                    <a:pt x="9459" y="20306"/>
                    <a:pt x="9497" y="20468"/>
                  </a:cubicBezTo>
                  <a:lnTo>
                    <a:pt x="9680" y="21259"/>
                  </a:lnTo>
                  <a:cubicBezTo>
                    <a:pt x="9718" y="21422"/>
                    <a:pt x="9756" y="21552"/>
                    <a:pt x="9761" y="21552"/>
                  </a:cubicBezTo>
                  <a:cubicBezTo>
                    <a:pt x="9767" y="21552"/>
                    <a:pt x="9911" y="21562"/>
                    <a:pt x="10073" y="21573"/>
                  </a:cubicBezTo>
                  <a:lnTo>
                    <a:pt x="10500" y="21595"/>
                  </a:lnTo>
                  <a:cubicBezTo>
                    <a:pt x="10662" y="21600"/>
                    <a:pt x="10931" y="21600"/>
                    <a:pt x="11098" y="21595"/>
                  </a:cubicBezTo>
                  <a:lnTo>
                    <a:pt x="11525" y="21573"/>
                  </a:lnTo>
                  <a:cubicBezTo>
                    <a:pt x="11687" y="21562"/>
                    <a:pt x="11828" y="21552"/>
                    <a:pt x="11839" y="21552"/>
                  </a:cubicBezTo>
                  <a:cubicBezTo>
                    <a:pt x="11849" y="21552"/>
                    <a:pt x="11882" y="21416"/>
                    <a:pt x="11920" y="21259"/>
                  </a:cubicBezTo>
                  <a:lnTo>
                    <a:pt x="12103" y="20468"/>
                  </a:lnTo>
                  <a:cubicBezTo>
                    <a:pt x="12141" y="20306"/>
                    <a:pt x="12302" y="20149"/>
                    <a:pt x="12464" y="20116"/>
                  </a:cubicBezTo>
                  <a:lnTo>
                    <a:pt x="13749" y="19791"/>
                  </a:lnTo>
                  <a:cubicBezTo>
                    <a:pt x="13906" y="19742"/>
                    <a:pt x="14120" y="19807"/>
                    <a:pt x="14228" y="19932"/>
                  </a:cubicBezTo>
                  <a:lnTo>
                    <a:pt x="14757" y="20543"/>
                  </a:lnTo>
                  <a:cubicBezTo>
                    <a:pt x="14865" y="20668"/>
                    <a:pt x="14957" y="20767"/>
                    <a:pt x="14968" y="20766"/>
                  </a:cubicBezTo>
                  <a:cubicBezTo>
                    <a:pt x="14974" y="20761"/>
                    <a:pt x="15102" y="20701"/>
                    <a:pt x="15253" y="20631"/>
                  </a:cubicBezTo>
                  <a:lnTo>
                    <a:pt x="16543" y="19937"/>
                  </a:lnTo>
                  <a:cubicBezTo>
                    <a:pt x="16683" y="19850"/>
                    <a:pt x="16802" y="19780"/>
                    <a:pt x="16813" y="19774"/>
                  </a:cubicBezTo>
                  <a:cubicBezTo>
                    <a:pt x="16818" y="19769"/>
                    <a:pt x="16792" y="19633"/>
                    <a:pt x="16749" y="19476"/>
                  </a:cubicBezTo>
                  <a:lnTo>
                    <a:pt x="16538" y="18673"/>
                  </a:lnTo>
                  <a:cubicBezTo>
                    <a:pt x="16495" y="18516"/>
                    <a:pt x="16565" y="18301"/>
                    <a:pt x="16695" y="18192"/>
                  </a:cubicBezTo>
                  <a:lnTo>
                    <a:pt x="17622" y="17336"/>
                  </a:lnTo>
                  <a:cubicBezTo>
                    <a:pt x="17736" y="17216"/>
                    <a:pt x="17957" y="17173"/>
                    <a:pt x="18108" y="17232"/>
                  </a:cubicBezTo>
                  <a:lnTo>
                    <a:pt x="18868" y="17535"/>
                  </a:lnTo>
                  <a:cubicBezTo>
                    <a:pt x="19019" y="17595"/>
                    <a:pt x="19150" y="17639"/>
                    <a:pt x="19155" y="17634"/>
                  </a:cubicBezTo>
                  <a:cubicBezTo>
                    <a:pt x="19160" y="17628"/>
                    <a:pt x="19247" y="17515"/>
                    <a:pt x="19344" y="17380"/>
                  </a:cubicBezTo>
                  <a:lnTo>
                    <a:pt x="20175" y="16127"/>
                  </a:lnTo>
                  <a:cubicBezTo>
                    <a:pt x="20262" y="15986"/>
                    <a:pt x="20332" y="15861"/>
                    <a:pt x="20337" y="15856"/>
                  </a:cubicBezTo>
                  <a:cubicBezTo>
                    <a:pt x="20342" y="15850"/>
                    <a:pt x="20256" y="15743"/>
                    <a:pt x="20143" y="15624"/>
                  </a:cubicBezTo>
                  <a:lnTo>
                    <a:pt x="19570" y="14989"/>
                  </a:lnTo>
                  <a:cubicBezTo>
                    <a:pt x="19462" y="14869"/>
                    <a:pt x="19419" y="14642"/>
                    <a:pt x="19479" y="14491"/>
                  </a:cubicBezTo>
                  <a:lnTo>
                    <a:pt x="19862" y="13390"/>
                  </a:lnTo>
                  <a:cubicBezTo>
                    <a:pt x="19910" y="13233"/>
                    <a:pt x="20082" y="13088"/>
                    <a:pt x="20244" y="13072"/>
                  </a:cubicBezTo>
                  <a:lnTo>
                    <a:pt x="21081" y="12978"/>
                  </a:lnTo>
                  <a:cubicBezTo>
                    <a:pt x="21243" y="12962"/>
                    <a:pt x="21379" y="12940"/>
                    <a:pt x="21384" y="12929"/>
                  </a:cubicBezTo>
                  <a:cubicBezTo>
                    <a:pt x="21384" y="12918"/>
                    <a:pt x="21404" y="12784"/>
                    <a:pt x="21431" y="12616"/>
                  </a:cubicBezTo>
                  <a:lnTo>
                    <a:pt x="21583" y="11072"/>
                  </a:lnTo>
                  <a:cubicBezTo>
                    <a:pt x="21594" y="10909"/>
                    <a:pt x="21600" y="10767"/>
                    <a:pt x="21600" y="10757"/>
                  </a:cubicBezTo>
                  <a:cubicBezTo>
                    <a:pt x="21584" y="10757"/>
                    <a:pt x="21460" y="10702"/>
                    <a:pt x="21303" y="10648"/>
                  </a:cubicBezTo>
                  <a:lnTo>
                    <a:pt x="20477" y="10345"/>
                  </a:lnTo>
                  <a:cubicBezTo>
                    <a:pt x="20321" y="10291"/>
                    <a:pt x="20180" y="10106"/>
                    <a:pt x="20163" y="9944"/>
                  </a:cubicBezTo>
                  <a:lnTo>
                    <a:pt x="20013" y="8914"/>
                  </a:lnTo>
                  <a:cubicBezTo>
                    <a:pt x="19981" y="8752"/>
                    <a:pt x="20067" y="8546"/>
                    <a:pt x="20202" y="8454"/>
                  </a:cubicBezTo>
                  <a:lnTo>
                    <a:pt x="20926" y="7966"/>
                  </a:lnTo>
                  <a:cubicBezTo>
                    <a:pt x="21060" y="7874"/>
                    <a:pt x="21174" y="7792"/>
                    <a:pt x="21168" y="7781"/>
                  </a:cubicBezTo>
                  <a:cubicBezTo>
                    <a:pt x="21168" y="7770"/>
                    <a:pt x="21119" y="7640"/>
                    <a:pt x="21065" y="7483"/>
                  </a:cubicBezTo>
                  <a:lnTo>
                    <a:pt x="20472" y="6000"/>
                  </a:lnTo>
                  <a:cubicBezTo>
                    <a:pt x="20402" y="5848"/>
                    <a:pt x="20342" y="5723"/>
                    <a:pt x="20337" y="5712"/>
                  </a:cubicBezTo>
                  <a:cubicBezTo>
                    <a:pt x="20332" y="5701"/>
                    <a:pt x="20197" y="5717"/>
                    <a:pt x="20035" y="5739"/>
                  </a:cubicBezTo>
                  <a:lnTo>
                    <a:pt x="19133" y="5858"/>
                  </a:lnTo>
                  <a:cubicBezTo>
                    <a:pt x="18971" y="5879"/>
                    <a:pt x="18761" y="5788"/>
                    <a:pt x="18674" y="5648"/>
                  </a:cubicBezTo>
                  <a:lnTo>
                    <a:pt x="18135" y="4899"/>
                  </a:lnTo>
                  <a:cubicBezTo>
                    <a:pt x="18032" y="4769"/>
                    <a:pt x="18017" y="4548"/>
                    <a:pt x="18093" y="4401"/>
                  </a:cubicBezTo>
                  <a:lnTo>
                    <a:pt x="18518" y="3609"/>
                  </a:lnTo>
                  <a:cubicBezTo>
                    <a:pt x="18593" y="3462"/>
                    <a:pt x="18653" y="3338"/>
                    <a:pt x="18647" y="3333"/>
                  </a:cubicBezTo>
                  <a:cubicBezTo>
                    <a:pt x="18642" y="3327"/>
                    <a:pt x="18540" y="3230"/>
                    <a:pt x="18422" y="3116"/>
                  </a:cubicBezTo>
                  <a:lnTo>
                    <a:pt x="17186" y="2044"/>
                  </a:lnTo>
                  <a:cubicBezTo>
                    <a:pt x="17056" y="1941"/>
                    <a:pt x="16943" y="1853"/>
                    <a:pt x="16938" y="1848"/>
                  </a:cubicBezTo>
                  <a:cubicBezTo>
                    <a:pt x="16932" y="1842"/>
                    <a:pt x="16813" y="1918"/>
                    <a:pt x="16683" y="2010"/>
                  </a:cubicBezTo>
                  <a:lnTo>
                    <a:pt x="15934" y="2547"/>
                  </a:lnTo>
                  <a:cubicBezTo>
                    <a:pt x="15800" y="2644"/>
                    <a:pt x="15572" y="2655"/>
                    <a:pt x="15432" y="2574"/>
                  </a:cubicBezTo>
                  <a:lnTo>
                    <a:pt x="14682" y="2190"/>
                  </a:lnTo>
                  <a:cubicBezTo>
                    <a:pt x="14531" y="2119"/>
                    <a:pt x="14411" y="1929"/>
                    <a:pt x="14417" y="1761"/>
                  </a:cubicBezTo>
                  <a:lnTo>
                    <a:pt x="14429" y="840"/>
                  </a:lnTo>
                  <a:cubicBezTo>
                    <a:pt x="14429" y="677"/>
                    <a:pt x="14428" y="537"/>
                    <a:pt x="14417" y="537"/>
                  </a:cubicBezTo>
                  <a:cubicBezTo>
                    <a:pt x="14411" y="531"/>
                    <a:pt x="14272" y="494"/>
                    <a:pt x="14115" y="445"/>
                  </a:cubicBezTo>
                  <a:lnTo>
                    <a:pt x="12508" y="54"/>
                  </a:lnTo>
                  <a:cubicBezTo>
                    <a:pt x="12346" y="22"/>
                    <a:pt x="12205" y="0"/>
                    <a:pt x="12200" y="0"/>
                  </a:cubicBezTo>
                  <a:cubicBezTo>
                    <a:pt x="12189" y="0"/>
                    <a:pt x="12125" y="120"/>
                    <a:pt x="12049" y="266"/>
                  </a:cubicBezTo>
                  <a:lnTo>
                    <a:pt x="11628" y="1096"/>
                  </a:lnTo>
                  <a:cubicBezTo>
                    <a:pt x="11552" y="1242"/>
                    <a:pt x="11358" y="1355"/>
                    <a:pt x="11196" y="1350"/>
                  </a:cubicBezTo>
                  <a:lnTo>
                    <a:pt x="10387" y="1350"/>
                  </a:lnTo>
                  <a:cubicBezTo>
                    <a:pt x="10225" y="1355"/>
                    <a:pt x="10025" y="1242"/>
                    <a:pt x="9955" y="1096"/>
                  </a:cubicBezTo>
                  <a:lnTo>
                    <a:pt x="9534" y="266"/>
                  </a:lnTo>
                  <a:cubicBezTo>
                    <a:pt x="9458" y="120"/>
                    <a:pt x="9394" y="0"/>
                    <a:pt x="9384" y="0"/>
                  </a:cubicBezTo>
                  <a:close/>
                  <a:moveTo>
                    <a:pt x="10792" y="5820"/>
                  </a:moveTo>
                  <a:cubicBezTo>
                    <a:pt x="13533" y="5820"/>
                    <a:pt x="15761" y="8053"/>
                    <a:pt x="15761" y="10811"/>
                  </a:cubicBezTo>
                  <a:cubicBezTo>
                    <a:pt x="15761" y="13569"/>
                    <a:pt x="13533" y="15801"/>
                    <a:pt x="10792" y="15801"/>
                  </a:cubicBezTo>
                  <a:cubicBezTo>
                    <a:pt x="8051" y="15801"/>
                    <a:pt x="5822" y="13569"/>
                    <a:pt x="5822" y="10811"/>
                  </a:cubicBezTo>
                  <a:cubicBezTo>
                    <a:pt x="5822" y="8053"/>
                    <a:pt x="8045" y="5820"/>
                    <a:pt x="10792" y="5820"/>
                  </a:cubicBezTo>
                  <a:close/>
                  <a:moveTo>
                    <a:pt x="10792" y="7592"/>
                  </a:moveTo>
                  <a:cubicBezTo>
                    <a:pt x="9016" y="7592"/>
                    <a:pt x="7581" y="9033"/>
                    <a:pt x="7581" y="10816"/>
                  </a:cubicBezTo>
                  <a:cubicBezTo>
                    <a:pt x="7581" y="12593"/>
                    <a:pt x="9016" y="14040"/>
                    <a:pt x="10792" y="14040"/>
                  </a:cubicBezTo>
                  <a:cubicBezTo>
                    <a:pt x="12567" y="14040"/>
                    <a:pt x="14002" y="12599"/>
                    <a:pt x="14002" y="10816"/>
                  </a:cubicBezTo>
                  <a:cubicBezTo>
                    <a:pt x="14002" y="9033"/>
                    <a:pt x="12567" y="7592"/>
                    <a:pt x="10792" y="7592"/>
                  </a:cubicBezTo>
                  <a:close/>
                </a:path>
              </a:pathLst>
            </a:custGeom>
            <a:solidFill>
              <a:srgbClr val="000000"/>
            </a:solidFill>
            <a:ln w="4191">
              <a:miter lim="400000"/>
            </a:ln>
          </p:spPr>
          <p:txBody>
            <a:bodyPr wrap="none" lIns="8382" tIns="8382" rIns="8382" bIns="8382" anchor="ctr"/>
            <a:lstStyle/>
            <a:p>
              <a:pPr algn="ctr" defTabSz="412750" hangingPunct="0">
                <a:defRPr sz="844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467" name="Oval 221">
              <a:extLst>
                <a:ext uri="{FF2B5EF4-FFF2-40B4-BE49-F238E27FC236}">
                  <a16:creationId xmlns:a16="http://schemas.microsoft.com/office/drawing/2014/main" id="{4A0660C1-AE09-19C5-D675-CA7BA109F1DF}"/>
                </a:ext>
              </a:extLst>
            </p:cNvPr>
            <p:cNvSpPr/>
            <p:nvPr/>
          </p:nvSpPr>
          <p:spPr>
            <a:xfrm>
              <a:off x="17834700" y="3046520"/>
              <a:ext cx="484610" cy="485463"/>
            </a:xfrm>
            <a:prstGeom prst="ellipse">
              <a:avLst/>
            </a:prstGeom>
            <a:noFill/>
            <a:ln w="27241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0175" tIns="15087" rIns="30175" bIns="15087" rtlCol="0" anchor="ctr"/>
            <a:lstStyle/>
            <a:p>
              <a:pPr algn="ctr"/>
              <a:endParaRPr lang="en-US"/>
            </a:p>
          </p:txBody>
        </p:sp>
      </p:grpSp>
      <p:sp>
        <p:nvSpPr>
          <p:cNvPr id="5372" name="TextBox 5371"/>
          <p:cNvSpPr txBox="1"/>
          <p:nvPr/>
        </p:nvSpPr>
        <p:spPr>
          <a:xfrm>
            <a:off x="1444752" y="13287705"/>
            <a:ext cx="1463040" cy="25603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Helvetica Neue"/>
              </a:rPr>
              <a:t>Forcing time series</a:t>
            </a:r>
          </a:p>
        </p:txBody>
      </p:sp>
      <p:grpSp>
        <p:nvGrpSpPr>
          <p:cNvPr id="5468" name="key Feedback"/>
          <p:cNvGrpSpPr/>
          <p:nvPr/>
        </p:nvGrpSpPr>
        <p:grpSpPr>
          <a:xfrm>
            <a:off x="2833294" y="13319400"/>
            <a:ext cx="270619" cy="1583465"/>
            <a:chOff x="18914856" y="3515348"/>
            <a:chExt cx="820060" cy="4798381"/>
          </a:xfrm>
        </p:grpSpPr>
        <p:sp>
          <p:nvSpPr>
            <p:cNvPr id="5469" name="Arrow 2">
              <a:extLst>
                <a:ext uri="{FF2B5EF4-FFF2-40B4-BE49-F238E27FC236}">
                  <a16:creationId xmlns:a16="http://schemas.microsoft.com/office/drawing/2014/main" id="{E7172FBC-9AAB-CC87-8C5E-ED40C8F66909}"/>
                </a:ext>
              </a:extLst>
            </p:cNvPr>
            <p:cNvSpPr/>
            <p:nvPr/>
          </p:nvSpPr>
          <p:spPr>
            <a:xfrm>
              <a:off x="18914856" y="7658627"/>
              <a:ext cx="813585" cy="6551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749" y="0"/>
                  </a:moveTo>
                  <a:cubicBezTo>
                    <a:pt x="8457" y="0"/>
                    <a:pt x="6373" y="1103"/>
                    <a:pt x="4819" y="2903"/>
                  </a:cubicBezTo>
                  <a:lnTo>
                    <a:pt x="6744" y="6147"/>
                  </a:lnTo>
                  <a:cubicBezTo>
                    <a:pt x="7744" y="4819"/>
                    <a:pt x="9169" y="3989"/>
                    <a:pt x="10749" y="3989"/>
                  </a:cubicBezTo>
                  <a:cubicBezTo>
                    <a:pt x="13751" y="3989"/>
                    <a:pt x="16189" y="6985"/>
                    <a:pt x="16232" y="10700"/>
                  </a:cubicBezTo>
                  <a:lnTo>
                    <a:pt x="14265" y="10700"/>
                  </a:lnTo>
                  <a:lnTo>
                    <a:pt x="17933" y="16883"/>
                  </a:lnTo>
                  <a:lnTo>
                    <a:pt x="21600" y="10700"/>
                  </a:lnTo>
                  <a:lnTo>
                    <a:pt x="19444" y="10700"/>
                  </a:lnTo>
                  <a:cubicBezTo>
                    <a:pt x="19401" y="4782"/>
                    <a:pt x="15525" y="0"/>
                    <a:pt x="10749" y="0"/>
                  </a:cubicBezTo>
                  <a:close/>
                  <a:moveTo>
                    <a:pt x="3667" y="4515"/>
                  </a:moveTo>
                  <a:lnTo>
                    <a:pt x="0" y="10700"/>
                  </a:lnTo>
                  <a:lnTo>
                    <a:pt x="2054" y="10700"/>
                  </a:lnTo>
                  <a:cubicBezTo>
                    <a:pt x="2053" y="10733"/>
                    <a:pt x="2054" y="10767"/>
                    <a:pt x="2054" y="10801"/>
                  </a:cubicBezTo>
                  <a:cubicBezTo>
                    <a:pt x="2054" y="16766"/>
                    <a:pt x="5946" y="21600"/>
                    <a:pt x="10749" y="21600"/>
                  </a:cubicBezTo>
                  <a:cubicBezTo>
                    <a:pt x="13080" y="21600"/>
                    <a:pt x="15197" y="20461"/>
                    <a:pt x="16759" y="18607"/>
                  </a:cubicBezTo>
                  <a:lnTo>
                    <a:pt x="14814" y="15375"/>
                  </a:lnTo>
                  <a:cubicBezTo>
                    <a:pt x="13811" y="16749"/>
                    <a:pt x="12360" y="17611"/>
                    <a:pt x="10749" y="17611"/>
                  </a:cubicBezTo>
                  <a:cubicBezTo>
                    <a:pt x="7720" y="17611"/>
                    <a:pt x="5266" y="14563"/>
                    <a:pt x="5266" y="10801"/>
                  </a:cubicBezTo>
                  <a:cubicBezTo>
                    <a:pt x="5266" y="10767"/>
                    <a:pt x="5265" y="10733"/>
                    <a:pt x="5266" y="10700"/>
                  </a:cubicBezTo>
                  <a:lnTo>
                    <a:pt x="7335" y="10700"/>
                  </a:lnTo>
                  <a:lnTo>
                    <a:pt x="3667" y="4515"/>
                  </a:lnTo>
                  <a:close/>
                </a:path>
              </a:pathLst>
            </a:custGeom>
            <a:solidFill>
              <a:srgbClr val="000000"/>
            </a:solidFill>
            <a:ln w="4191">
              <a:miter lim="400000"/>
            </a:ln>
          </p:spPr>
          <p:txBody>
            <a:bodyPr wrap="none" lIns="8382" tIns="8382" rIns="8382" bIns="8382" anchor="ctr"/>
            <a:lstStyle/>
            <a:p>
              <a:pPr algn="ctr" defTabSz="412750" hangingPunct="0">
                <a:defRPr sz="844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5470" name="Arrow 2">
              <a:extLst>
                <a:ext uri="{FF2B5EF4-FFF2-40B4-BE49-F238E27FC236}">
                  <a16:creationId xmlns:a16="http://schemas.microsoft.com/office/drawing/2014/main" id="{213DF1E6-5EAF-709D-E9C3-D69D319988CF}"/>
                </a:ext>
              </a:extLst>
            </p:cNvPr>
            <p:cNvSpPr/>
            <p:nvPr/>
          </p:nvSpPr>
          <p:spPr>
            <a:xfrm>
              <a:off x="18921331" y="3515348"/>
              <a:ext cx="813585" cy="6551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749" y="0"/>
                  </a:moveTo>
                  <a:cubicBezTo>
                    <a:pt x="8457" y="0"/>
                    <a:pt x="6373" y="1103"/>
                    <a:pt x="4819" y="2903"/>
                  </a:cubicBezTo>
                  <a:lnTo>
                    <a:pt x="6744" y="6147"/>
                  </a:lnTo>
                  <a:cubicBezTo>
                    <a:pt x="7744" y="4819"/>
                    <a:pt x="9169" y="3989"/>
                    <a:pt x="10749" y="3989"/>
                  </a:cubicBezTo>
                  <a:cubicBezTo>
                    <a:pt x="13751" y="3989"/>
                    <a:pt x="16189" y="6985"/>
                    <a:pt x="16232" y="10700"/>
                  </a:cubicBezTo>
                  <a:lnTo>
                    <a:pt x="14265" y="10700"/>
                  </a:lnTo>
                  <a:lnTo>
                    <a:pt x="17933" y="16883"/>
                  </a:lnTo>
                  <a:lnTo>
                    <a:pt x="21600" y="10700"/>
                  </a:lnTo>
                  <a:lnTo>
                    <a:pt x="19444" y="10700"/>
                  </a:lnTo>
                  <a:cubicBezTo>
                    <a:pt x="19401" y="4782"/>
                    <a:pt x="15525" y="0"/>
                    <a:pt x="10749" y="0"/>
                  </a:cubicBezTo>
                  <a:close/>
                  <a:moveTo>
                    <a:pt x="3667" y="4515"/>
                  </a:moveTo>
                  <a:lnTo>
                    <a:pt x="0" y="10700"/>
                  </a:lnTo>
                  <a:lnTo>
                    <a:pt x="2054" y="10700"/>
                  </a:lnTo>
                  <a:cubicBezTo>
                    <a:pt x="2053" y="10733"/>
                    <a:pt x="2054" y="10767"/>
                    <a:pt x="2054" y="10801"/>
                  </a:cubicBezTo>
                  <a:cubicBezTo>
                    <a:pt x="2054" y="16766"/>
                    <a:pt x="5946" y="21600"/>
                    <a:pt x="10749" y="21600"/>
                  </a:cubicBezTo>
                  <a:cubicBezTo>
                    <a:pt x="13080" y="21600"/>
                    <a:pt x="15197" y="20461"/>
                    <a:pt x="16759" y="18607"/>
                  </a:cubicBezTo>
                  <a:lnTo>
                    <a:pt x="14814" y="15375"/>
                  </a:lnTo>
                  <a:cubicBezTo>
                    <a:pt x="13811" y="16749"/>
                    <a:pt x="12360" y="17611"/>
                    <a:pt x="10749" y="17611"/>
                  </a:cubicBezTo>
                  <a:cubicBezTo>
                    <a:pt x="7720" y="17611"/>
                    <a:pt x="5266" y="14563"/>
                    <a:pt x="5266" y="10801"/>
                  </a:cubicBezTo>
                  <a:cubicBezTo>
                    <a:pt x="5266" y="10767"/>
                    <a:pt x="5265" y="10733"/>
                    <a:pt x="5266" y="10700"/>
                  </a:cubicBezTo>
                  <a:lnTo>
                    <a:pt x="7335" y="10700"/>
                  </a:lnTo>
                  <a:lnTo>
                    <a:pt x="3667" y="4515"/>
                  </a:lnTo>
                  <a:close/>
                </a:path>
              </a:pathLst>
            </a:custGeom>
            <a:solidFill>
              <a:schemeClr val="tx1"/>
            </a:solidFill>
            <a:ln w="4191">
              <a:miter lim="400000"/>
            </a:ln>
          </p:spPr>
          <p:txBody>
            <a:bodyPr wrap="none" lIns="8382" tIns="8382" rIns="8382" bIns="8382" anchor="ctr"/>
            <a:lstStyle/>
            <a:p>
              <a:pPr algn="ctr" defTabSz="412750" hangingPunct="0">
                <a:defRPr sz="844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5373" name="TextBox 5372"/>
          <p:cNvSpPr txBox="1"/>
          <p:nvPr/>
        </p:nvSpPr>
        <p:spPr>
          <a:xfrm>
            <a:off x="3182112" y="13287705"/>
            <a:ext cx="1463040" cy="25603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Helvetica Neue"/>
              </a:rPr>
              <a:t>Feedback</a:t>
            </a:r>
          </a:p>
        </p:txBody>
      </p:sp>
      <p:grpSp>
        <p:nvGrpSpPr>
          <p:cNvPr id="5471" name="key Shortwave flux"/>
          <p:cNvGrpSpPr/>
          <p:nvPr/>
        </p:nvGrpSpPr>
        <p:grpSpPr>
          <a:xfrm>
            <a:off x="4205137" y="13306961"/>
            <a:ext cx="339152" cy="200367"/>
            <a:chOff x="15340287" y="5964823"/>
            <a:chExt cx="1027734" cy="607173"/>
          </a:xfrm>
        </p:grpSpPr>
        <p:sp>
          <p:nvSpPr>
            <p:cNvPr id="5472" name="Line">
              <a:extLst>
                <a:ext uri="{FF2B5EF4-FFF2-40B4-BE49-F238E27FC236}">
                  <a16:creationId xmlns:a16="http://schemas.microsoft.com/office/drawing/2014/main" id="{30029029-1F48-82B9-9DA9-E103577BD274}"/>
                </a:ext>
              </a:extLst>
            </p:cNvPr>
            <p:cNvSpPr/>
            <p:nvPr/>
          </p:nvSpPr>
          <p:spPr>
            <a:xfrm>
              <a:off x="15340287" y="5964823"/>
              <a:ext cx="1027734" cy="607173"/>
            </a:xfrm>
            <a:prstGeom prst="line">
              <a:avLst/>
            </a:prstGeom>
            <a:ln w="41910">
              <a:solidFill>
                <a:schemeClr val="accent1">
                  <a:lumMod val="60000"/>
                  <a:lumOff val="40000"/>
                </a:schemeClr>
              </a:solidFill>
              <a:miter lim="400000"/>
              <a:tailEnd type="triangle"/>
            </a:ln>
          </p:spPr>
          <p:txBody>
            <a:bodyPr wrap="none" lIns="8382" tIns="8382" rIns="8382" bIns="8382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5374" name="TextBox 5373"/>
          <p:cNvSpPr txBox="1"/>
          <p:nvPr/>
        </p:nvSpPr>
        <p:spPr>
          <a:xfrm>
            <a:off x="4553712" y="13287705"/>
            <a:ext cx="1463040" cy="25603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Helvetica Neue"/>
              </a:rPr>
              <a:t>Shortwave flux</a:t>
            </a:r>
          </a:p>
        </p:txBody>
      </p:sp>
      <p:grpSp>
        <p:nvGrpSpPr>
          <p:cNvPr id="5473" name="key Longwave flux"/>
          <p:cNvGrpSpPr/>
          <p:nvPr/>
        </p:nvGrpSpPr>
        <p:grpSpPr>
          <a:xfrm>
            <a:off x="5670594" y="13197591"/>
            <a:ext cx="164024" cy="414279"/>
            <a:chOff x="19398407" y="2235157"/>
            <a:chExt cx="497043" cy="1255392"/>
          </a:xfrm>
        </p:grpSpPr>
        <p:sp>
          <p:nvSpPr>
            <p:cNvPr id="5474" name="Line">
              <a:extLst>
                <a:ext uri="{FF2B5EF4-FFF2-40B4-BE49-F238E27FC236}">
                  <a16:creationId xmlns:a16="http://schemas.microsoft.com/office/drawing/2014/main" id="{5B4B7314-482F-1FCD-5D48-4886FDE839E6}"/>
                </a:ext>
              </a:extLst>
            </p:cNvPr>
            <p:cNvSpPr/>
            <p:nvPr/>
          </p:nvSpPr>
          <p:spPr>
            <a:xfrm flipV="1">
              <a:off x="19398407" y="2235157"/>
              <a:ext cx="497043" cy="1255392"/>
            </a:xfrm>
            <a:prstGeom prst="line">
              <a:avLst/>
            </a:prstGeom>
            <a:ln w="25146">
              <a:solidFill>
                <a:schemeClr val="accent2"/>
              </a:solidFill>
              <a:miter lim="400000"/>
              <a:tailEnd type="triangle"/>
            </a:ln>
          </p:spPr>
          <p:txBody>
            <a:bodyPr wrap="none" lIns="8382" tIns="8382" rIns="8382" bIns="8382" anchor="ctr"/>
            <a:lstStyle/>
            <a:p>
              <a:pPr algn="ctr" defTabSz="1219169" hangingPunct="0"/>
              <a:endParaRPr sz="600" kern="0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5375" name="TextBox 5374"/>
          <p:cNvSpPr txBox="1"/>
          <p:nvPr/>
        </p:nvSpPr>
        <p:spPr>
          <a:xfrm>
            <a:off x="6016752" y="13177977"/>
            <a:ext cx="1463040" cy="25603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Helvetica Neue"/>
              </a:rPr>
              <a:t>Longwave flux</a:t>
            </a:r>
          </a:p>
        </p:txBody>
      </p:sp>
      <p:grpSp>
        <p:nvGrpSpPr>
          <p:cNvPr id="5475" name="key Inter-layer heat exchange"/>
          <p:cNvGrpSpPr/>
          <p:nvPr/>
        </p:nvGrpSpPr>
        <p:grpSpPr>
          <a:xfrm>
            <a:off x="7131291" y="13323297"/>
            <a:ext cx="289263" cy="124950"/>
            <a:chOff x="19638192" y="8894128"/>
            <a:chExt cx="876557" cy="378638"/>
          </a:xfrm>
        </p:grpSpPr>
        <p:sp>
          <p:nvSpPr>
            <p:cNvPr id="5476" name="Rectangle 87">
              <a:extLst>
                <a:ext uri="{FF2B5EF4-FFF2-40B4-BE49-F238E27FC236}">
                  <a16:creationId xmlns:a16="http://schemas.microsoft.com/office/drawing/2014/main" id="{8C1284D0-768E-D97E-7CC8-13AA29F48A34}"/>
                </a:ext>
              </a:extLst>
            </p:cNvPr>
            <p:cNvSpPr/>
            <p:nvPr/>
          </p:nvSpPr>
          <p:spPr>
            <a:xfrm>
              <a:off x="19638192" y="8894128"/>
              <a:ext cx="876557" cy="378638"/>
            </a:xfrm>
            <a:prstGeom prst="rect">
              <a:avLst/>
            </a:prstGeom>
            <a:solidFill>
              <a:schemeClr val="lt1">
                <a:alpha val="80774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lIns="30175" tIns="15087" rIns="30175" bIns="15087" rtlCol="0" anchor="ctr"/>
            <a:lstStyle/>
            <a:p>
              <a:pPr algn="ctr"/>
              <a:endParaRPr lang="en-US"/>
            </a:p>
          </p:txBody>
        </p:sp>
        <p:sp>
          <p:nvSpPr>
            <p:cNvPr id="5477" name="Water">
              <a:extLst>
                <a:ext uri="{FF2B5EF4-FFF2-40B4-BE49-F238E27FC236}">
                  <a16:creationId xmlns:a16="http://schemas.microsoft.com/office/drawing/2014/main" id="{0B40B283-9D3B-2466-5676-148AEEBD331F}"/>
                </a:ext>
              </a:extLst>
            </p:cNvPr>
            <p:cNvSpPr/>
            <p:nvPr/>
          </p:nvSpPr>
          <p:spPr>
            <a:xfrm>
              <a:off x="19696819" y="8948570"/>
              <a:ext cx="763393" cy="2646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3728"/>
                  </a:lnTo>
                  <a:cubicBezTo>
                    <a:pt x="292" y="3728"/>
                    <a:pt x="665" y="4209"/>
                    <a:pt x="1059" y="4708"/>
                  </a:cubicBezTo>
                  <a:cubicBezTo>
                    <a:pt x="1551" y="5332"/>
                    <a:pt x="2109" y="6053"/>
                    <a:pt x="2703" y="6053"/>
                  </a:cubicBezTo>
                  <a:cubicBezTo>
                    <a:pt x="3287" y="6053"/>
                    <a:pt x="3802" y="5365"/>
                    <a:pt x="4256" y="4757"/>
                  </a:cubicBezTo>
                  <a:cubicBezTo>
                    <a:pt x="4656" y="4226"/>
                    <a:pt x="5034" y="3728"/>
                    <a:pt x="5402" y="3728"/>
                  </a:cubicBezTo>
                  <a:cubicBezTo>
                    <a:pt x="5769" y="3728"/>
                    <a:pt x="6142" y="4226"/>
                    <a:pt x="6542" y="4757"/>
                  </a:cubicBezTo>
                  <a:cubicBezTo>
                    <a:pt x="6996" y="5365"/>
                    <a:pt x="7516" y="6053"/>
                    <a:pt x="8105" y="6053"/>
                  </a:cubicBezTo>
                  <a:cubicBezTo>
                    <a:pt x="8689" y="6053"/>
                    <a:pt x="9186" y="5380"/>
                    <a:pt x="9624" y="4771"/>
                  </a:cubicBezTo>
                  <a:cubicBezTo>
                    <a:pt x="10019" y="4225"/>
                    <a:pt x="10392" y="3728"/>
                    <a:pt x="10803" y="3728"/>
                  </a:cubicBezTo>
                  <a:cubicBezTo>
                    <a:pt x="11187" y="3728"/>
                    <a:pt x="11512" y="4178"/>
                    <a:pt x="11885" y="4708"/>
                  </a:cubicBezTo>
                  <a:cubicBezTo>
                    <a:pt x="12328" y="5332"/>
                    <a:pt x="12837" y="6053"/>
                    <a:pt x="13502" y="6053"/>
                  </a:cubicBezTo>
                  <a:cubicBezTo>
                    <a:pt x="14172" y="6053"/>
                    <a:pt x="14690" y="5333"/>
                    <a:pt x="15144" y="4693"/>
                  </a:cubicBezTo>
                  <a:cubicBezTo>
                    <a:pt x="15517" y="4179"/>
                    <a:pt x="15836" y="3728"/>
                    <a:pt x="16198" y="3728"/>
                  </a:cubicBezTo>
                  <a:cubicBezTo>
                    <a:pt x="16566" y="3728"/>
                    <a:pt x="16902" y="4182"/>
                    <a:pt x="17291" y="4727"/>
                  </a:cubicBezTo>
                  <a:cubicBezTo>
                    <a:pt x="17746" y="5351"/>
                    <a:pt x="18264" y="6053"/>
                    <a:pt x="18902" y="6053"/>
                  </a:cubicBezTo>
                  <a:cubicBezTo>
                    <a:pt x="19556" y="6053"/>
                    <a:pt x="20113" y="5319"/>
                    <a:pt x="20605" y="4664"/>
                  </a:cubicBezTo>
                  <a:cubicBezTo>
                    <a:pt x="20972" y="4181"/>
                    <a:pt x="21319" y="3728"/>
                    <a:pt x="21600" y="3728"/>
                  </a:cubicBezTo>
                  <a:lnTo>
                    <a:pt x="21600" y="0"/>
                  </a:lnTo>
                  <a:cubicBezTo>
                    <a:pt x="21038" y="0"/>
                    <a:pt x="20547" y="653"/>
                    <a:pt x="20071" y="1277"/>
                  </a:cubicBezTo>
                  <a:cubicBezTo>
                    <a:pt x="19655" y="1807"/>
                    <a:pt x="19270" y="2325"/>
                    <a:pt x="18897" y="2325"/>
                  </a:cubicBezTo>
                  <a:cubicBezTo>
                    <a:pt x="18551" y="2325"/>
                    <a:pt x="18221" y="1870"/>
                    <a:pt x="17842" y="1355"/>
                  </a:cubicBezTo>
                  <a:cubicBezTo>
                    <a:pt x="17377" y="715"/>
                    <a:pt x="16853" y="0"/>
                    <a:pt x="16198" y="0"/>
                  </a:cubicBezTo>
                  <a:cubicBezTo>
                    <a:pt x="15544" y="0"/>
                    <a:pt x="15037" y="716"/>
                    <a:pt x="14583" y="1340"/>
                  </a:cubicBezTo>
                  <a:cubicBezTo>
                    <a:pt x="14205" y="1871"/>
                    <a:pt x="13875" y="2325"/>
                    <a:pt x="13502" y="2325"/>
                  </a:cubicBezTo>
                  <a:cubicBezTo>
                    <a:pt x="13134" y="2325"/>
                    <a:pt x="12820" y="1870"/>
                    <a:pt x="12452" y="1355"/>
                  </a:cubicBezTo>
                  <a:cubicBezTo>
                    <a:pt x="11998" y="715"/>
                    <a:pt x="11485" y="0"/>
                    <a:pt x="10803" y="0"/>
                  </a:cubicBezTo>
                  <a:cubicBezTo>
                    <a:pt x="10106" y="0"/>
                    <a:pt x="9554" y="749"/>
                    <a:pt x="9073" y="1404"/>
                  </a:cubicBezTo>
                  <a:cubicBezTo>
                    <a:pt x="8711" y="1903"/>
                    <a:pt x="8402" y="2325"/>
                    <a:pt x="8105" y="2325"/>
                  </a:cubicBezTo>
                  <a:cubicBezTo>
                    <a:pt x="7802" y="2325"/>
                    <a:pt x="7467" y="1889"/>
                    <a:pt x="7083" y="1374"/>
                  </a:cubicBezTo>
                  <a:cubicBezTo>
                    <a:pt x="6602" y="735"/>
                    <a:pt x="6050" y="0"/>
                    <a:pt x="5402" y="0"/>
                  </a:cubicBezTo>
                  <a:cubicBezTo>
                    <a:pt x="4747" y="0"/>
                    <a:pt x="4202" y="735"/>
                    <a:pt x="3715" y="1374"/>
                  </a:cubicBezTo>
                  <a:cubicBezTo>
                    <a:pt x="3348" y="1858"/>
                    <a:pt x="3001" y="2325"/>
                    <a:pt x="2703" y="2325"/>
                  </a:cubicBezTo>
                  <a:cubicBezTo>
                    <a:pt x="2384" y="2325"/>
                    <a:pt x="1996" y="1827"/>
                    <a:pt x="1585" y="1296"/>
                  </a:cubicBezTo>
                  <a:cubicBezTo>
                    <a:pt x="1082" y="657"/>
                    <a:pt x="568" y="0"/>
                    <a:pt x="0" y="0"/>
                  </a:cubicBezTo>
                  <a:close/>
                  <a:moveTo>
                    <a:pt x="0" y="7769"/>
                  </a:moveTo>
                  <a:lnTo>
                    <a:pt x="0" y="11492"/>
                  </a:lnTo>
                  <a:cubicBezTo>
                    <a:pt x="292" y="11492"/>
                    <a:pt x="665" y="11977"/>
                    <a:pt x="1059" y="12477"/>
                  </a:cubicBezTo>
                  <a:cubicBezTo>
                    <a:pt x="1551" y="13100"/>
                    <a:pt x="2109" y="13817"/>
                    <a:pt x="2703" y="13817"/>
                  </a:cubicBezTo>
                  <a:cubicBezTo>
                    <a:pt x="3287" y="13817"/>
                    <a:pt x="3802" y="13133"/>
                    <a:pt x="4256" y="12525"/>
                  </a:cubicBezTo>
                  <a:cubicBezTo>
                    <a:pt x="4656" y="11995"/>
                    <a:pt x="5034" y="11492"/>
                    <a:pt x="5402" y="11492"/>
                  </a:cubicBezTo>
                  <a:cubicBezTo>
                    <a:pt x="5769" y="11492"/>
                    <a:pt x="6142" y="11995"/>
                    <a:pt x="6542" y="12525"/>
                  </a:cubicBezTo>
                  <a:cubicBezTo>
                    <a:pt x="6996" y="13133"/>
                    <a:pt x="7516" y="13817"/>
                    <a:pt x="8105" y="13817"/>
                  </a:cubicBezTo>
                  <a:cubicBezTo>
                    <a:pt x="8689" y="13817"/>
                    <a:pt x="9186" y="13148"/>
                    <a:pt x="9624" y="12540"/>
                  </a:cubicBezTo>
                  <a:cubicBezTo>
                    <a:pt x="10019" y="11994"/>
                    <a:pt x="10392" y="11492"/>
                    <a:pt x="10803" y="11492"/>
                  </a:cubicBezTo>
                  <a:cubicBezTo>
                    <a:pt x="11187" y="11492"/>
                    <a:pt x="11512" y="11946"/>
                    <a:pt x="11885" y="12477"/>
                  </a:cubicBezTo>
                  <a:cubicBezTo>
                    <a:pt x="12328" y="13100"/>
                    <a:pt x="12837" y="13817"/>
                    <a:pt x="13502" y="13817"/>
                  </a:cubicBezTo>
                  <a:cubicBezTo>
                    <a:pt x="14172" y="13817"/>
                    <a:pt x="14690" y="13101"/>
                    <a:pt x="15144" y="12462"/>
                  </a:cubicBezTo>
                  <a:cubicBezTo>
                    <a:pt x="15517" y="11947"/>
                    <a:pt x="15836" y="11492"/>
                    <a:pt x="16198" y="11492"/>
                  </a:cubicBezTo>
                  <a:cubicBezTo>
                    <a:pt x="16566" y="11492"/>
                    <a:pt x="16902" y="11945"/>
                    <a:pt x="17291" y="12491"/>
                  </a:cubicBezTo>
                  <a:cubicBezTo>
                    <a:pt x="17746" y="13115"/>
                    <a:pt x="18264" y="13817"/>
                    <a:pt x="18902" y="13817"/>
                  </a:cubicBezTo>
                  <a:cubicBezTo>
                    <a:pt x="19556" y="13817"/>
                    <a:pt x="20113" y="13083"/>
                    <a:pt x="20605" y="12428"/>
                  </a:cubicBezTo>
                  <a:cubicBezTo>
                    <a:pt x="20972" y="11944"/>
                    <a:pt x="21319" y="11492"/>
                    <a:pt x="21600" y="11492"/>
                  </a:cubicBezTo>
                  <a:lnTo>
                    <a:pt x="21600" y="7769"/>
                  </a:lnTo>
                  <a:cubicBezTo>
                    <a:pt x="21038" y="7769"/>
                    <a:pt x="20547" y="8422"/>
                    <a:pt x="20071" y="9045"/>
                  </a:cubicBezTo>
                  <a:cubicBezTo>
                    <a:pt x="19655" y="9591"/>
                    <a:pt x="19270" y="10088"/>
                    <a:pt x="18897" y="10088"/>
                  </a:cubicBezTo>
                  <a:cubicBezTo>
                    <a:pt x="18551" y="10088"/>
                    <a:pt x="18221" y="9638"/>
                    <a:pt x="17842" y="9123"/>
                  </a:cubicBezTo>
                  <a:cubicBezTo>
                    <a:pt x="17377" y="8484"/>
                    <a:pt x="16853" y="7769"/>
                    <a:pt x="16198" y="7769"/>
                  </a:cubicBezTo>
                  <a:cubicBezTo>
                    <a:pt x="15544" y="7769"/>
                    <a:pt x="15037" y="8485"/>
                    <a:pt x="14583" y="9109"/>
                  </a:cubicBezTo>
                  <a:cubicBezTo>
                    <a:pt x="14205" y="9639"/>
                    <a:pt x="13875" y="10088"/>
                    <a:pt x="13502" y="10088"/>
                  </a:cubicBezTo>
                  <a:cubicBezTo>
                    <a:pt x="13134" y="10088"/>
                    <a:pt x="12820" y="9638"/>
                    <a:pt x="12452" y="9123"/>
                  </a:cubicBezTo>
                  <a:cubicBezTo>
                    <a:pt x="11998" y="8484"/>
                    <a:pt x="11485" y="7769"/>
                    <a:pt x="10803" y="7769"/>
                  </a:cubicBezTo>
                  <a:cubicBezTo>
                    <a:pt x="10106" y="7769"/>
                    <a:pt x="9554" y="8517"/>
                    <a:pt x="9073" y="9172"/>
                  </a:cubicBezTo>
                  <a:cubicBezTo>
                    <a:pt x="8711" y="9671"/>
                    <a:pt x="8402" y="10088"/>
                    <a:pt x="8105" y="10088"/>
                  </a:cubicBezTo>
                  <a:cubicBezTo>
                    <a:pt x="7802" y="10088"/>
                    <a:pt x="7467" y="9653"/>
                    <a:pt x="7083" y="9138"/>
                  </a:cubicBezTo>
                  <a:cubicBezTo>
                    <a:pt x="6602" y="8499"/>
                    <a:pt x="6050" y="7769"/>
                    <a:pt x="5402" y="7769"/>
                  </a:cubicBezTo>
                  <a:cubicBezTo>
                    <a:pt x="4747" y="7769"/>
                    <a:pt x="4202" y="8499"/>
                    <a:pt x="3715" y="9138"/>
                  </a:cubicBezTo>
                  <a:cubicBezTo>
                    <a:pt x="3348" y="9622"/>
                    <a:pt x="3001" y="10088"/>
                    <a:pt x="2703" y="10088"/>
                  </a:cubicBezTo>
                  <a:cubicBezTo>
                    <a:pt x="2384" y="10088"/>
                    <a:pt x="1996" y="9590"/>
                    <a:pt x="1585" y="9060"/>
                  </a:cubicBezTo>
                  <a:cubicBezTo>
                    <a:pt x="1082" y="8421"/>
                    <a:pt x="568" y="7769"/>
                    <a:pt x="0" y="7769"/>
                  </a:cubicBezTo>
                  <a:close/>
                  <a:moveTo>
                    <a:pt x="0" y="15547"/>
                  </a:moveTo>
                  <a:lnTo>
                    <a:pt x="0" y="19275"/>
                  </a:lnTo>
                  <a:cubicBezTo>
                    <a:pt x="292" y="19275"/>
                    <a:pt x="665" y="19761"/>
                    <a:pt x="1059" y="20260"/>
                  </a:cubicBezTo>
                  <a:cubicBezTo>
                    <a:pt x="1551" y="20884"/>
                    <a:pt x="2109" y="21600"/>
                    <a:pt x="2703" y="21600"/>
                  </a:cubicBezTo>
                  <a:cubicBezTo>
                    <a:pt x="3287" y="21600"/>
                    <a:pt x="3802" y="20912"/>
                    <a:pt x="4256" y="20304"/>
                  </a:cubicBezTo>
                  <a:cubicBezTo>
                    <a:pt x="4656" y="19773"/>
                    <a:pt x="5034" y="19275"/>
                    <a:pt x="5402" y="19275"/>
                  </a:cubicBezTo>
                  <a:cubicBezTo>
                    <a:pt x="5769" y="19275"/>
                    <a:pt x="6142" y="19773"/>
                    <a:pt x="6542" y="20304"/>
                  </a:cubicBezTo>
                  <a:cubicBezTo>
                    <a:pt x="6996" y="20912"/>
                    <a:pt x="7516" y="21600"/>
                    <a:pt x="8105" y="21600"/>
                  </a:cubicBezTo>
                  <a:cubicBezTo>
                    <a:pt x="8689" y="21600"/>
                    <a:pt x="9186" y="20931"/>
                    <a:pt x="9624" y="20323"/>
                  </a:cubicBezTo>
                  <a:cubicBezTo>
                    <a:pt x="10019" y="19777"/>
                    <a:pt x="10392" y="19275"/>
                    <a:pt x="10803" y="19275"/>
                  </a:cubicBezTo>
                  <a:cubicBezTo>
                    <a:pt x="11187" y="19275"/>
                    <a:pt x="11512" y="19729"/>
                    <a:pt x="11885" y="20260"/>
                  </a:cubicBezTo>
                  <a:cubicBezTo>
                    <a:pt x="12328" y="20884"/>
                    <a:pt x="12837" y="21600"/>
                    <a:pt x="13502" y="21600"/>
                  </a:cubicBezTo>
                  <a:cubicBezTo>
                    <a:pt x="14172" y="21600"/>
                    <a:pt x="14690" y="20885"/>
                    <a:pt x="15144" y="20245"/>
                  </a:cubicBezTo>
                  <a:cubicBezTo>
                    <a:pt x="15517" y="19730"/>
                    <a:pt x="15836" y="19275"/>
                    <a:pt x="16198" y="19275"/>
                  </a:cubicBezTo>
                  <a:cubicBezTo>
                    <a:pt x="16566" y="19275"/>
                    <a:pt x="16902" y="19729"/>
                    <a:pt x="17291" y="20274"/>
                  </a:cubicBezTo>
                  <a:cubicBezTo>
                    <a:pt x="17746" y="20898"/>
                    <a:pt x="18264" y="21600"/>
                    <a:pt x="18902" y="21600"/>
                  </a:cubicBezTo>
                  <a:cubicBezTo>
                    <a:pt x="19556" y="21600"/>
                    <a:pt x="20113" y="20866"/>
                    <a:pt x="20605" y="20211"/>
                  </a:cubicBezTo>
                  <a:cubicBezTo>
                    <a:pt x="20972" y="19728"/>
                    <a:pt x="21319" y="19275"/>
                    <a:pt x="21600" y="19275"/>
                  </a:cubicBezTo>
                  <a:lnTo>
                    <a:pt x="21600" y="15547"/>
                  </a:lnTo>
                  <a:cubicBezTo>
                    <a:pt x="21038" y="15547"/>
                    <a:pt x="20547" y="16205"/>
                    <a:pt x="20071" y="16829"/>
                  </a:cubicBezTo>
                  <a:cubicBezTo>
                    <a:pt x="19655" y="17359"/>
                    <a:pt x="19270" y="17872"/>
                    <a:pt x="18897" y="17872"/>
                  </a:cubicBezTo>
                  <a:cubicBezTo>
                    <a:pt x="18551" y="17872"/>
                    <a:pt x="18221" y="17421"/>
                    <a:pt x="17842" y="16907"/>
                  </a:cubicBezTo>
                  <a:cubicBezTo>
                    <a:pt x="17377" y="16267"/>
                    <a:pt x="16853" y="15547"/>
                    <a:pt x="16198" y="15547"/>
                  </a:cubicBezTo>
                  <a:cubicBezTo>
                    <a:pt x="15544" y="15547"/>
                    <a:pt x="15037" y="16268"/>
                    <a:pt x="14583" y="16892"/>
                  </a:cubicBezTo>
                  <a:cubicBezTo>
                    <a:pt x="14205" y="17422"/>
                    <a:pt x="13875" y="17872"/>
                    <a:pt x="13502" y="17872"/>
                  </a:cubicBezTo>
                  <a:cubicBezTo>
                    <a:pt x="13134" y="17872"/>
                    <a:pt x="12820" y="17421"/>
                    <a:pt x="12452" y="16907"/>
                  </a:cubicBezTo>
                  <a:cubicBezTo>
                    <a:pt x="11998" y="16267"/>
                    <a:pt x="11485" y="15547"/>
                    <a:pt x="10803" y="15547"/>
                  </a:cubicBezTo>
                  <a:cubicBezTo>
                    <a:pt x="10106" y="15547"/>
                    <a:pt x="9554" y="16296"/>
                    <a:pt x="9073" y="16951"/>
                  </a:cubicBezTo>
                  <a:cubicBezTo>
                    <a:pt x="8711" y="17450"/>
                    <a:pt x="8402" y="17872"/>
                    <a:pt x="8105" y="17872"/>
                  </a:cubicBezTo>
                  <a:cubicBezTo>
                    <a:pt x="7802" y="17872"/>
                    <a:pt x="7467" y="17436"/>
                    <a:pt x="7083" y="16921"/>
                  </a:cubicBezTo>
                  <a:cubicBezTo>
                    <a:pt x="6602" y="16282"/>
                    <a:pt x="6050" y="15547"/>
                    <a:pt x="5402" y="15547"/>
                  </a:cubicBezTo>
                  <a:cubicBezTo>
                    <a:pt x="4747" y="15547"/>
                    <a:pt x="4202" y="16282"/>
                    <a:pt x="3715" y="16921"/>
                  </a:cubicBezTo>
                  <a:cubicBezTo>
                    <a:pt x="3348" y="17405"/>
                    <a:pt x="3001" y="17872"/>
                    <a:pt x="2703" y="17872"/>
                  </a:cubicBezTo>
                  <a:cubicBezTo>
                    <a:pt x="2384" y="17872"/>
                    <a:pt x="1996" y="17374"/>
                    <a:pt x="1585" y="16843"/>
                  </a:cubicBezTo>
                  <a:cubicBezTo>
                    <a:pt x="1082" y="16204"/>
                    <a:pt x="568" y="15547"/>
                    <a:pt x="0" y="15547"/>
                  </a:cubicBezTo>
                  <a:close/>
                </a:path>
              </a:pathLst>
            </a:custGeom>
            <a:solidFill>
              <a:srgbClr val="7030A0"/>
            </a:solidFill>
            <a:ln w="4191">
              <a:miter lim="400000"/>
            </a:ln>
          </p:spPr>
          <p:txBody>
            <a:bodyPr wrap="none" lIns="8382" tIns="8382" rIns="8382" bIns="8382" anchor="ctr"/>
            <a:lstStyle/>
            <a:p>
              <a:pPr algn="ctr" defTabSz="412750" hangingPunct="0">
                <a:defRPr sz="844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600" kern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5376" name="TextBox 5375"/>
          <p:cNvSpPr txBox="1"/>
          <p:nvPr/>
        </p:nvSpPr>
        <p:spPr>
          <a:xfrm>
            <a:off x="7479792" y="13305993"/>
            <a:ext cx="1828800" cy="25603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Helvetica Neue"/>
              </a:rPr>
              <a:t>Inter-layer heat exchange</a:t>
            </a:r>
          </a:p>
        </p:txBody>
      </p:sp>
      <p:grpSp>
        <p:nvGrpSpPr>
          <p:cNvPr id="5478" name="key Heat capacity"/>
          <p:cNvGrpSpPr/>
          <p:nvPr/>
        </p:nvGrpSpPr>
        <p:grpSpPr>
          <a:xfrm>
            <a:off x="9097057" y="13278047"/>
            <a:ext cx="174631" cy="258910"/>
            <a:chOff x="13794588" y="8237186"/>
            <a:chExt cx="529186" cy="784577"/>
          </a:xfrm>
        </p:grpSpPr>
        <p:grpSp>
          <p:nvGrpSpPr>
            <p:cNvPr id="5479" name="Group 153">
              <a:extLst>
                <a:ext uri="{FF2B5EF4-FFF2-40B4-BE49-F238E27FC236}">
                  <a16:creationId xmlns:a16="http://schemas.microsoft.com/office/drawing/2014/main" id="{C6C29916-6020-7D96-62EA-DF4BF8589F3E}"/>
                </a:ext>
              </a:extLst>
            </p:cNvPr>
            <p:cNvGrpSpPr/>
            <p:nvPr/>
          </p:nvGrpSpPr>
          <p:grpSpPr>
            <a:xfrm>
              <a:off x="13794588" y="8237186"/>
              <a:ext cx="529186" cy="784577"/>
              <a:chOff x="4728958" y="7635040"/>
              <a:chExt cx="529186" cy="784577"/>
            </a:xfrm>
          </p:grpSpPr>
          <p:cxnSp>
            <p:nvCxnSpPr>
              <p:cNvPr id="5480" name="Straight Connector 154">
                <a:extLst>
                  <a:ext uri="{FF2B5EF4-FFF2-40B4-BE49-F238E27FC236}">
                    <a16:creationId xmlns:a16="http://schemas.microsoft.com/office/drawing/2014/main" id="{CE622A3A-AF1F-D9F1-05ED-56664F19F52D}"/>
                  </a:ext>
                </a:extLst>
              </p:cNvPr>
              <p:cNvCxnSpPr/>
              <p:nvPr/>
            </p:nvCxnSpPr>
            <p:spPr>
              <a:xfrm>
                <a:off x="5024187" y="7640871"/>
                <a:ext cx="0" cy="771930"/>
              </a:xfrm>
              <a:prstGeom prst="line">
                <a:avLst/>
              </a:prstGeom>
              <a:ln w="16764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81" name="Straight Connector 158">
                <a:extLst>
                  <a:ext uri="{FF2B5EF4-FFF2-40B4-BE49-F238E27FC236}">
                    <a16:creationId xmlns:a16="http://schemas.microsoft.com/office/drawing/2014/main" id="{CFA24572-B410-BD58-DDC8-7643EEAB2A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28958" y="7635040"/>
                <a:ext cx="529186" cy="0"/>
              </a:xfrm>
              <a:prstGeom prst="line">
                <a:avLst/>
              </a:prstGeom>
              <a:ln w="16764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82" name="Straight Connector 160">
                <a:extLst>
                  <a:ext uri="{FF2B5EF4-FFF2-40B4-BE49-F238E27FC236}">
                    <a16:creationId xmlns:a16="http://schemas.microsoft.com/office/drawing/2014/main" id="{27664320-769A-BE50-BAA4-7478DEBFB3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28958" y="8419617"/>
                <a:ext cx="529186" cy="0"/>
              </a:xfrm>
              <a:prstGeom prst="line">
                <a:avLst/>
              </a:prstGeom>
              <a:ln w="16764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377" name="TextBox 5376"/>
          <p:cNvSpPr txBox="1"/>
          <p:nvPr/>
        </p:nvSpPr>
        <p:spPr>
          <a:xfrm>
            <a:off x="9445752" y="13260273"/>
            <a:ext cx="1463040" cy="25603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Helvetica Neue"/>
              </a:rPr>
              <a:t>Heat capacity</a:t>
            </a:r>
          </a:p>
        </p:txBody>
      </p:sp>
      <p:sp>
        <p:nvSpPr>
          <p:cNvPr id="5378" name="TextBox 5377"/>
          <p:cNvSpPr txBox="1"/>
          <p:nvPr/>
        </p:nvSpPr>
        <p:spPr>
          <a:xfrm>
            <a:off x="137160" y="13644321"/>
            <a:ext cx="914400" cy="23774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  <a:latin typeface="Helvetica Neue"/>
              </a:rPr>
              <a:t>Colour</a:t>
            </a:r>
          </a:p>
        </p:txBody>
      </p:sp>
      <p:cxnSp>
        <p:nvCxnSpPr>
          <p:cNvPr id="5379" name="Connector 5378"/>
          <p:cNvCxnSpPr/>
          <p:nvPr/>
        </p:nvCxnSpPr>
        <p:spPr>
          <a:xfrm>
            <a:off x="1097280" y="13763193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</p:cxnSp>
      <p:sp>
        <p:nvSpPr>
          <p:cNvPr id="5380" name="TextBox 5379"/>
          <p:cNvSpPr txBox="1"/>
          <p:nvPr/>
        </p:nvSpPr>
        <p:spPr>
          <a:xfrm>
            <a:off x="1417319" y="13644321"/>
            <a:ext cx="2011680" cy="23774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Helvetica Neue"/>
              </a:rPr>
              <a:t>Observed / measured</a:t>
            </a:r>
          </a:p>
        </p:txBody>
      </p:sp>
      <p:cxnSp>
        <p:nvCxnSpPr>
          <p:cNvPr id="5381" name="Connector 5380"/>
          <p:cNvCxnSpPr/>
          <p:nvPr/>
        </p:nvCxnSpPr>
        <p:spPr>
          <a:xfrm>
            <a:off x="2739542" y="13763193"/>
            <a:ext cx="274320" cy="0"/>
          </a:xfrm>
          <a:prstGeom prst="line">
            <a:avLst/>
          </a:prstGeom>
          <a:ln w="25400">
            <a:solidFill>
              <a:srgbClr val="C00000"/>
            </a:solidFill>
          </a:ln>
        </p:spPr>
      </p:cxnSp>
      <p:sp>
        <p:nvSpPr>
          <p:cNvPr id="5382" name="TextBox 5381"/>
          <p:cNvSpPr txBox="1"/>
          <p:nvPr/>
        </p:nvSpPr>
        <p:spPr>
          <a:xfrm>
            <a:off x="3059582" y="13644321"/>
            <a:ext cx="2011680" cy="23774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Helvetica Neue"/>
              </a:rPr>
              <a:t>Fitted to observations</a:t>
            </a:r>
          </a:p>
        </p:txBody>
      </p:sp>
      <p:cxnSp>
        <p:nvCxnSpPr>
          <p:cNvPr id="5383" name="Connector 5382"/>
          <p:cNvCxnSpPr/>
          <p:nvPr/>
        </p:nvCxnSpPr>
        <p:spPr>
          <a:xfrm>
            <a:off x="4557369" y="13763193"/>
            <a:ext cx="274320" cy="0"/>
          </a:xfrm>
          <a:prstGeom prst="line">
            <a:avLst/>
          </a:prstGeom>
          <a:ln w="25400">
            <a:solidFill>
              <a:srgbClr val="7030A0"/>
            </a:solidFill>
          </a:ln>
        </p:spPr>
      </p:cxnSp>
      <p:sp>
        <p:nvSpPr>
          <p:cNvPr id="5384" name="TextBox 5383"/>
          <p:cNvSpPr txBox="1"/>
          <p:nvPr/>
        </p:nvSpPr>
        <p:spPr>
          <a:xfrm>
            <a:off x="4877409" y="13644321"/>
            <a:ext cx="2011680" cy="23774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Helvetica Neue"/>
              </a:rPr>
              <a:t>From CMIP6 coupled models</a:t>
            </a:r>
          </a:p>
        </p:txBody>
      </p:sp>
      <p:cxnSp>
        <p:nvCxnSpPr>
          <p:cNvPr id="5385" name="Connector 5384"/>
          <p:cNvCxnSpPr/>
          <p:nvPr/>
        </p:nvCxnSpPr>
        <p:spPr>
          <a:xfrm>
            <a:off x="6550761" y="13763193"/>
            <a:ext cx="274320" cy="0"/>
          </a:xfrm>
          <a:prstGeom prst="line">
            <a:avLst/>
          </a:prstGeom>
          <a:ln w="25400">
            <a:solidFill>
              <a:srgbClr val="808080"/>
            </a:solidFill>
          </a:ln>
        </p:spPr>
      </p:cxnSp>
      <p:sp>
        <p:nvSpPr>
          <p:cNvPr id="5386" name="TextBox 5385"/>
          <p:cNvSpPr txBox="1"/>
          <p:nvPr/>
        </p:nvSpPr>
        <p:spPr>
          <a:xfrm>
            <a:off x="6870801" y="13644321"/>
            <a:ext cx="2011680" cy="23774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Helvetica Neue"/>
              </a:rPr>
              <a:t>Assumed statistical form</a:t>
            </a:r>
          </a:p>
        </p:txBody>
      </p:sp>
      <p:sp>
        <p:nvSpPr>
          <p:cNvPr id="5387" name="Rectangle 5386"/>
          <p:cNvSpPr/>
          <p:nvPr/>
        </p:nvSpPr>
        <p:spPr>
          <a:xfrm>
            <a:off x="8531352" y="13671753"/>
            <a:ext cx="365760" cy="182880"/>
          </a:xfrm>
          <a:prstGeom prst="rect">
            <a:avLst/>
          </a:prstGeom>
          <a:solidFill>
            <a:srgbClr val="203864"/>
          </a:solidFill>
          <a:ln w="12700">
            <a:solidFill>
              <a:srgbClr val="7030A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388" name="Connector 5387"/>
          <p:cNvCxnSpPr/>
          <p:nvPr/>
        </p:nvCxnSpPr>
        <p:spPr>
          <a:xfrm>
            <a:off x="8622792" y="13671753"/>
            <a:ext cx="0" cy="182880"/>
          </a:xfrm>
          <a:prstGeom prst="line">
            <a:avLst/>
          </a:prstGeom>
          <a:ln w="5080">
            <a:solidFill>
              <a:srgbClr val="FFFFFF"/>
            </a:solidFill>
          </a:ln>
        </p:spPr>
      </p:cxnSp>
      <p:cxnSp>
        <p:nvCxnSpPr>
          <p:cNvPr id="5389" name="Connector 5388"/>
          <p:cNvCxnSpPr/>
          <p:nvPr/>
        </p:nvCxnSpPr>
        <p:spPr>
          <a:xfrm>
            <a:off x="8714232" y="13671753"/>
            <a:ext cx="0" cy="182880"/>
          </a:xfrm>
          <a:prstGeom prst="line">
            <a:avLst/>
          </a:prstGeom>
          <a:ln w="5080">
            <a:solidFill>
              <a:srgbClr val="FFFFFF"/>
            </a:solidFill>
          </a:ln>
        </p:spPr>
      </p:cxnSp>
      <p:cxnSp>
        <p:nvCxnSpPr>
          <p:cNvPr id="5390" name="Connector 5389"/>
          <p:cNvCxnSpPr/>
          <p:nvPr/>
        </p:nvCxnSpPr>
        <p:spPr>
          <a:xfrm>
            <a:off x="8805672" y="13671753"/>
            <a:ext cx="0" cy="182880"/>
          </a:xfrm>
          <a:prstGeom prst="line">
            <a:avLst/>
          </a:prstGeom>
          <a:ln w="5080">
            <a:solidFill>
              <a:srgbClr val="FFFFFF"/>
            </a:solidFill>
          </a:ln>
        </p:spPr>
      </p:cxnSp>
      <p:sp>
        <p:nvSpPr>
          <p:cNvPr id="5391" name="TextBox 5390"/>
          <p:cNvSpPr txBox="1"/>
          <p:nvPr/>
        </p:nvSpPr>
        <p:spPr>
          <a:xfrm>
            <a:off x="8942832" y="13644321"/>
            <a:ext cx="1463040" cy="23774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Helvetica Neue"/>
              </a:rPr>
              <a:t>Gridded coupled model</a:t>
            </a:r>
          </a:p>
        </p:txBody>
      </p:sp>
      <p:sp>
        <p:nvSpPr>
          <p:cNvPr id="5392" name="TextBox 5391"/>
          <p:cNvSpPr txBox="1"/>
          <p:nvPr/>
        </p:nvSpPr>
        <p:spPr>
          <a:xfrm>
            <a:off x="137160" y="13955217"/>
            <a:ext cx="914400" cy="23774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  <a:latin typeface="Helvetica Neue"/>
              </a:rPr>
              <a:t>Variability</a:t>
            </a:r>
          </a:p>
        </p:txBody>
      </p:sp>
      <p:sp>
        <p:nvSpPr>
          <p:cNvPr id="5393" name="Oval 5392"/>
          <p:cNvSpPr/>
          <p:nvPr/>
        </p:nvSpPr>
        <p:spPr>
          <a:xfrm>
            <a:off x="1097280" y="14055801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94" name="Oval 5393"/>
          <p:cNvSpPr/>
          <p:nvPr/>
        </p:nvSpPr>
        <p:spPr>
          <a:xfrm>
            <a:off x="1170432" y="14055801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95" name="Oval 5394"/>
          <p:cNvSpPr/>
          <p:nvPr/>
        </p:nvSpPr>
        <p:spPr>
          <a:xfrm>
            <a:off x="1243584" y="14055801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96" name="Oval 5395"/>
          <p:cNvSpPr/>
          <p:nvPr/>
        </p:nvSpPr>
        <p:spPr>
          <a:xfrm>
            <a:off x="1316736" y="14055801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97" name="TextBox 5396"/>
          <p:cNvSpPr txBox="1"/>
          <p:nvPr/>
        </p:nvSpPr>
        <p:spPr>
          <a:xfrm>
            <a:off x="1417319" y="13955217"/>
            <a:ext cx="3291840" cy="23774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Helvetica Neue"/>
              </a:rPr>
              <a:t>Residuals of observations</a:t>
            </a:r>
          </a:p>
        </p:txBody>
      </p:sp>
      <p:cxnSp>
        <p:nvCxnSpPr>
          <p:cNvPr id="5398" name="Connector 5397"/>
          <p:cNvCxnSpPr/>
          <p:nvPr/>
        </p:nvCxnSpPr>
        <p:spPr>
          <a:xfrm>
            <a:off x="3246120" y="14074089"/>
            <a:ext cx="274319" cy="0"/>
          </a:xfrm>
          <a:prstGeom prst="line">
            <a:avLst/>
          </a:prstGeom>
          <a:ln w="15240">
            <a:solidFill>
              <a:srgbClr val="404040"/>
            </a:solidFill>
            <a:prstDash val="dash"/>
          </a:ln>
        </p:spPr>
      </p:cxnSp>
      <p:sp>
        <p:nvSpPr>
          <p:cNvPr id="5399" name="TextBox 5398"/>
          <p:cNvSpPr txBox="1"/>
          <p:nvPr/>
        </p:nvSpPr>
        <p:spPr>
          <a:xfrm>
            <a:off x="3566160" y="13955217"/>
            <a:ext cx="3291840" cy="23774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Helvetica Neue"/>
              </a:rPr>
              <a:t>Synthetic noise from a statistical model</a:t>
            </a:r>
          </a:p>
        </p:txBody>
      </p:sp>
      <p:cxnSp>
        <p:nvCxnSpPr>
          <p:cNvPr id="5400" name="Connector 5399"/>
          <p:cNvCxnSpPr/>
          <p:nvPr/>
        </p:nvCxnSpPr>
        <p:spPr>
          <a:xfrm>
            <a:off x="6300216" y="14074089"/>
            <a:ext cx="274320" cy="0"/>
          </a:xfrm>
          <a:prstGeom prst="line">
            <a:avLst/>
          </a:prstGeom>
          <a:ln w="15240">
            <a:solidFill>
              <a:srgbClr val="404040"/>
            </a:solidFill>
          </a:ln>
        </p:spPr>
      </p:cxnSp>
      <p:sp>
        <p:nvSpPr>
          <p:cNvPr id="5401" name="TextBox 5400"/>
          <p:cNvSpPr txBox="1"/>
          <p:nvPr/>
        </p:nvSpPr>
        <p:spPr>
          <a:xfrm>
            <a:off x="6620256" y="13955217"/>
            <a:ext cx="3291840" cy="23774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850" b="0" i="0">
                <a:solidFill>
                  <a:srgbClr val="000000"/>
                </a:solidFill>
                <a:latin typeface="Helvetica Neue"/>
              </a:rPr>
              <a:t>Coupled-model runs (thin = members, thick = mean)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15785</TotalTime>
  <Words>415</Words>
  <Application>Microsoft Macintosh PowerPoint</Application>
  <PresentationFormat>Custom</PresentationFormat>
  <Paragraphs>111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Helvetica Neue</vt:lpstr>
      <vt:lpstr>Helvetica Neue Medium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Nicklas, John</dc:creator>
  <cp:lastModifiedBy>John Nicklas</cp:lastModifiedBy>
  <cp:revision>34</cp:revision>
  <cp:lastPrinted>2024-02-14T20:55:43Z</cp:lastPrinted>
  <dcterms:created xsi:type="dcterms:W3CDTF">2024-02-13T05:12:41Z</dcterms:created>
  <dcterms:modified xsi:type="dcterms:W3CDTF">2026-10-12T20:19:12Z</dcterms:modified>
</cp:coreProperties>
</file>